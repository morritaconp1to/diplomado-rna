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notesSlides/notesSlide25.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notesSlides/notesSlide26.xml" ContentType="application/vnd.openxmlformats-officedocument.presentationml.notesSlide+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50"/>
  </p:notesMasterIdLst>
  <p:sldIdLst>
    <p:sldId id="256" r:id="rId2"/>
    <p:sldId id="257" r:id="rId3"/>
    <p:sldId id="272" r:id="rId4"/>
    <p:sldId id="258" r:id="rId5"/>
    <p:sldId id="273" r:id="rId6"/>
    <p:sldId id="274" r:id="rId7"/>
    <p:sldId id="268" r:id="rId8"/>
    <p:sldId id="259" r:id="rId9"/>
    <p:sldId id="275" r:id="rId10"/>
    <p:sldId id="276" r:id="rId11"/>
    <p:sldId id="269" r:id="rId12"/>
    <p:sldId id="277" r:id="rId13"/>
    <p:sldId id="270" r:id="rId14"/>
    <p:sldId id="278" r:id="rId15"/>
    <p:sldId id="271" r:id="rId16"/>
    <p:sldId id="279" r:id="rId17"/>
    <p:sldId id="280" r:id="rId18"/>
    <p:sldId id="281" r:id="rId19"/>
    <p:sldId id="282" r:id="rId20"/>
    <p:sldId id="260" r:id="rId21"/>
    <p:sldId id="261" r:id="rId22"/>
    <p:sldId id="262" r:id="rId23"/>
    <p:sldId id="263" r:id="rId24"/>
    <p:sldId id="283" r:id="rId25"/>
    <p:sldId id="264" r:id="rId26"/>
    <p:sldId id="284" r:id="rId27"/>
    <p:sldId id="265" r:id="rId28"/>
    <p:sldId id="285" r:id="rId29"/>
    <p:sldId id="286" r:id="rId30"/>
    <p:sldId id="287" r:id="rId31"/>
    <p:sldId id="288" r:id="rId32"/>
    <p:sldId id="289" r:id="rId33"/>
    <p:sldId id="290" r:id="rId34"/>
    <p:sldId id="266" r:id="rId35"/>
    <p:sldId id="267"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A85"/>
    <a:srgbClr val="FF10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16"/>
    <p:restoredTop sz="84904" autoAdjust="0"/>
  </p:normalViewPr>
  <p:slideViewPr>
    <p:cSldViewPr snapToGrid="0">
      <p:cViewPr varScale="1">
        <p:scale>
          <a:sx n="93" d="100"/>
          <a:sy n="93" d="100"/>
        </p:scale>
        <p:origin x="1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Libro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cuauhtemochidalgo\Documents\UA%20IMPARTIDAS\Inteligencia%20Artificial\Materiales\Machine%20Learning\Graficos%20Regresio&#769;n_Clasificacio&#769;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cuauhtemochidalgo\Documents\UA%20IMPARTIDAS\Inteligencia%20Artificial\Materiales\Machine%20Learning\Graficos%20Regresio&#769;n_Clasificacio&#769;n.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s-MX" b="1" dirty="0"/>
              <a:t>Incidentes de seguridad</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scatterChart>
        <c:scatterStyle val="lineMarker"/>
        <c:varyColors val="0"/>
        <c:ser>
          <c:idx val="0"/>
          <c:order val="0"/>
          <c:spPr>
            <a:ln w="38100" cap="rnd">
              <a:noFill/>
              <a:round/>
            </a:ln>
            <a:effectLst/>
          </c:spPr>
          <c:marker>
            <c:symbol val="circle"/>
            <c:size val="5"/>
            <c:spPr>
              <a:solidFill>
                <a:schemeClr val="accent1"/>
              </a:solidFill>
              <a:ln w="9525">
                <a:solidFill>
                  <a:schemeClr val="accent1"/>
                </a:solidFill>
              </a:ln>
              <a:effectLst/>
            </c:spPr>
          </c:marker>
          <c:xVal>
            <c:numRef>
              <c:f>Hoja1!$B$6:$B$18</c:f>
              <c:numCache>
                <c:formatCode>General</c:formatCode>
                <c:ptCount val="13"/>
                <c:pt idx="0">
                  <c:v>500</c:v>
                </c:pt>
                <c:pt idx="1">
                  <c:v>800</c:v>
                </c:pt>
                <c:pt idx="2">
                  <c:v>700</c:v>
                </c:pt>
                <c:pt idx="3">
                  <c:v>1400</c:v>
                </c:pt>
                <c:pt idx="4">
                  <c:v>1800</c:v>
                </c:pt>
                <c:pt idx="5">
                  <c:v>1900</c:v>
                </c:pt>
                <c:pt idx="6">
                  <c:v>2400</c:v>
                </c:pt>
                <c:pt idx="7">
                  <c:v>2500</c:v>
                </c:pt>
                <c:pt idx="8">
                  <c:v>1300</c:v>
                </c:pt>
                <c:pt idx="9">
                  <c:v>2800</c:v>
                </c:pt>
                <c:pt idx="10">
                  <c:v>1400</c:v>
                </c:pt>
                <c:pt idx="11">
                  <c:v>3200</c:v>
                </c:pt>
                <c:pt idx="12">
                  <c:v>3200</c:v>
                </c:pt>
              </c:numCache>
            </c:numRef>
          </c:xVal>
          <c:yVal>
            <c:numRef>
              <c:f>Hoja1!$C$6:$C$18</c:f>
              <c:numCache>
                <c:formatCode>General</c:formatCode>
                <c:ptCount val="13"/>
                <c:pt idx="0">
                  <c:v>10000</c:v>
                </c:pt>
                <c:pt idx="1">
                  <c:v>11000</c:v>
                </c:pt>
                <c:pt idx="2">
                  <c:v>18000</c:v>
                </c:pt>
                <c:pt idx="3">
                  <c:v>15000</c:v>
                </c:pt>
                <c:pt idx="4">
                  <c:v>22000</c:v>
                </c:pt>
                <c:pt idx="5">
                  <c:v>19000</c:v>
                </c:pt>
                <c:pt idx="6">
                  <c:v>26000</c:v>
                </c:pt>
                <c:pt idx="7">
                  <c:v>33000</c:v>
                </c:pt>
                <c:pt idx="8">
                  <c:v>17000</c:v>
                </c:pt>
                <c:pt idx="9">
                  <c:v>30000</c:v>
                </c:pt>
                <c:pt idx="10">
                  <c:v>22000</c:v>
                </c:pt>
                <c:pt idx="11">
                  <c:v>29000</c:v>
                </c:pt>
                <c:pt idx="12">
                  <c:v>34000</c:v>
                </c:pt>
              </c:numCache>
            </c:numRef>
          </c:yVal>
          <c:smooth val="0"/>
          <c:extLst>
            <c:ext xmlns:c16="http://schemas.microsoft.com/office/drawing/2014/chart" uri="{C3380CC4-5D6E-409C-BE32-E72D297353CC}">
              <c16:uniqueId val="{00000000-F671-4041-A477-104C008C6B41}"/>
            </c:ext>
          </c:extLst>
        </c:ser>
        <c:dLbls>
          <c:showLegendKey val="0"/>
          <c:showVal val="0"/>
          <c:showCatName val="0"/>
          <c:showSerName val="0"/>
          <c:showPercent val="0"/>
          <c:showBubbleSize val="0"/>
        </c:dLbls>
        <c:axId val="1893239312"/>
        <c:axId val="1892737920"/>
      </c:scatterChart>
      <c:valAx>
        <c:axId val="189323931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s-MX" b="1"/>
                  <a:t>Equipos afectados</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MX"/>
          </a:p>
        </c:txPr>
        <c:crossAx val="1892737920"/>
        <c:crosses val="autoZero"/>
        <c:crossBetween val="midCat"/>
      </c:valAx>
      <c:valAx>
        <c:axId val="18927379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s-MX" b="1"/>
                  <a:t>Costo $</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s-MX"/>
          </a:p>
        </c:txPr>
        <c:crossAx val="1893239312"/>
        <c:crosses val="autoZero"/>
        <c:crossBetween val="midCat"/>
      </c:valAx>
      <c:spPr>
        <a:noFill/>
        <a:ln>
          <a:noFill/>
        </a:ln>
        <a:effectLst/>
      </c:spPr>
    </c:plotArea>
    <c:plotVisOnly val="1"/>
    <c:dispBlanksAs val="gap"/>
    <c:showDLblsOverMax val="0"/>
  </c:chart>
  <c:spPr>
    <a:noFill/>
    <a:ln>
      <a:noFill/>
    </a:ln>
    <a:effectLst/>
  </c:spPr>
  <c:txPr>
    <a:bodyPr/>
    <a:lstStyle/>
    <a:p>
      <a:pPr>
        <a:defRPr sz="1200"/>
      </a:pPr>
      <a:endParaRPr lang="es-MX"/>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MX" b="1"/>
              <a:t>Clasificación de email como SPAM o No Spam</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scatterChart>
        <c:scatterStyle val="lineMarker"/>
        <c:varyColors val="0"/>
        <c:ser>
          <c:idx val="0"/>
          <c:order val="0"/>
          <c:spPr>
            <a:ln w="38100" cap="rnd">
              <a:noFill/>
              <a:round/>
            </a:ln>
            <a:effectLst/>
          </c:spPr>
          <c:marker>
            <c:symbol val="circle"/>
            <c:size val="5"/>
            <c:spPr>
              <a:solidFill>
                <a:schemeClr val="accent1"/>
              </a:solidFill>
              <a:ln w="9525">
                <a:solidFill>
                  <a:schemeClr val="accent1"/>
                </a:solidFill>
              </a:ln>
              <a:effectLst/>
            </c:spPr>
          </c:marker>
          <c:xVal>
            <c:numRef>
              <c:f>Hoja1!$M$6:$M$18</c:f>
              <c:numCache>
                <c:formatCode>General</c:formatCode>
                <c:ptCount val="13"/>
                <c:pt idx="0">
                  <c:v>5</c:v>
                </c:pt>
                <c:pt idx="1">
                  <c:v>1</c:v>
                </c:pt>
                <c:pt idx="2">
                  <c:v>4</c:v>
                </c:pt>
                <c:pt idx="3">
                  <c:v>2</c:v>
                </c:pt>
                <c:pt idx="4">
                  <c:v>8</c:v>
                </c:pt>
                <c:pt idx="5">
                  <c:v>3</c:v>
                </c:pt>
                <c:pt idx="6">
                  <c:v>0</c:v>
                </c:pt>
                <c:pt idx="7">
                  <c:v>5</c:v>
                </c:pt>
                <c:pt idx="8">
                  <c:v>7</c:v>
                </c:pt>
                <c:pt idx="9">
                  <c:v>9</c:v>
                </c:pt>
                <c:pt idx="10">
                  <c:v>4</c:v>
                </c:pt>
                <c:pt idx="11">
                  <c:v>3</c:v>
                </c:pt>
                <c:pt idx="12">
                  <c:v>10</c:v>
                </c:pt>
              </c:numCache>
            </c:numRef>
          </c:xVal>
          <c:yVal>
            <c:numRef>
              <c:f>Hoja1!$N$6:$N$18</c:f>
              <c:numCache>
                <c:formatCode>General</c:formatCode>
                <c:ptCount val="13"/>
                <c:pt idx="0">
                  <c:v>1</c:v>
                </c:pt>
                <c:pt idx="1">
                  <c:v>0</c:v>
                </c:pt>
                <c:pt idx="2">
                  <c:v>0</c:v>
                </c:pt>
                <c:pt idx="3">
                  <c:v>0</c:v>
                </c:pt>
                <c:pt idx="4">
                  <c:v>1</c:v>
                </c:pt>
                <c:pt idx="5">
                  <c:v>0</c:v>
                </c:pt>
                <c:pt idx="6">
                  <c:v>0</c:v>
                </c:pt>
                <c:pt idx="7">
                  <c:v>1</c:v>
                </c:pt>
                <c:pt idx="8">
                  <c:v>1</c:v>
                </c:pt>
                <c:pt idx="9">
                  <c:v>1</c:v>
                </c:pt>
                <c:pt idx="10">
                  <c:v>0</c:v>
                </c:pt>
                <c:pt idx="11">
                  <c:v>0</c:v>
                </c:pt>
                <c:pt idx="12">
                  <c:v>1</c:v>
                </c:pt>
              </c:numCache>
            </c:numRef>
          </c:yVal>
          <c:smooth val="0"/>
          <c:extLst>
            <c:ext xmlns:c16="http://schemas.microsoft.com/office/drawing/2014/chart" uri="{C3380CC4-5D6E-409C-BE32-E72D297353CC}">
              <c16:uniqueId val="{00000000-F0C0-5846-B138-C77BDBB771F6}"/>
            </c:ext>
          </c:extLst>
        </c:ser>
        <c:dLbls>
          <c:showLegendKey val="0"/>
          <c:showVal val="0"/>
          <c:showCatName val="0"/>
          <c:showSerName val="0"/>
          <c:showPercent val="0"/>
          <c:showBubbleSize val="0"/>
        </c:dLbls>
        <c:axId val="1952873152"/>
        <c:axId val="2001851712"/>
      </c:scatterChart>
      <c:valAx>
        <c:axId val="19528731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s-MX" b="1"/>
                  <a:t># tags HTML</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2001851712"/>
        <c:crosses val="autoZero"/>
        <c:crossBetween val="midCat"/>
      </c:valAx>
      <c:valAx>
        <c:axId val="2001851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s-MX" b="1"/>
                  <a:t>¿SPAM?</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195287315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MX"/>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s-MX" b="1"/>
              <a:t>emails</a:t>
            </a:r>
            <a:r>
              <a:rPr lang="es-MX" b="1" baseline="0"/>
              <a:t> con dos características</a:t>
            </a:r>
            <a:endParaRPr lang="es-MX"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s-MX"/>
        </a:p>
      </c:txPr>
    </c:title>
    <c:autoTitleDeleted val="0"/>
    <c:plotArea>
      <c:layout/>
      <c:scatterChart>
        <c:scatterStyle val="lineMarker"/>
        <c:varyColors val="0"/>
        <c:ser>
          <c:idx val="0"/>
          <c:order val="0"/>
          <c:tx>
            <c:strRef>
              <c:f>Hoja1!$N$21</c:f>
              <c:strCache>
                <c:ptCount val="1"/>
                <c:pt idx="0">
                  <c:v># palabras en otro idioma</c:v>
                </c:pt>
              </c:strCache>
            </c:strRef>
          </c:tx>
          <c:spPr>
            <a:ln w="38100" cap="rnd">
              <a:noFill/>
              <a:round/>
            </a:ln>
            <a:effectLst/>
          </c:spPr>
          <c:marker>
            <c:symbol val="circle"/>
            <c:size val="5"/>
            <c:spPr>
              <a:solidFill>
                <a:schemeClr val="accent1"/>
              </a:solidFill>
              <a:ln w="9525">
                <a:solidFill>
                  <a:schemeClr val="accent1"/>
                </a:solidFill>
              </a:ln>
              <a:effectLst/>
            </c:spPr>
          </c:marker>
          <c:xVal>
            <c:numRef>
              <c:f>Hoja1!$M$22:$M$34</c:f>
              <c:numCache>
                <c:formatCode>General</c:formatCode>
                <c:ptCount val="13"/>
                <c:pt idx="0">
                  <c:v>1</c:v>
                </c:pt>
                <c:pt idx="1">
                  <c:v>4</c:v>
                </c:pt>
                <c:pt idx="2">
                  <c:v>2</c:v>
                </c:pt>
                <c:pt idx="3">
                  <c:v>3</c:v>
                </c:pt>
                <c:pt idx="4">
                  <c:v>0</c:v>
                </c:pt>
                <c:pt idx="5">
                  <c:v>4</c:v>
                </c:pt>
                <c:pt idx="6">
                  <c:v>3</c:v>
                </c:pt>
                <c:pt idx="7">
                  <c:v>5</c:v>
                </c:pt>
                <c:pt idx="8">
                  <c:v>8</c:v>
                </c:pt>
                <c:pt idx="9">
                  <c:v>6</c:v>
                </c:pt>
                <c:pt idx="10">
                  <c:v>7</c:v>
                </c:pt>
                <c:pt idx="11">
                  <c:v>9</c:v>
                </c:pt>
                <c:pt idx="12">
                  <c:v>10</c:v>
                </c:pt>
              </c:numCache>
            </c:numRef>
          </c:xVal>
          <c:yVal>
            <c:numRef>
              <c:f>Hoja1!$N$22:$N$34</c:f>
              <c:numCache>
                <c:formatCode>General</c:formatCode>
                <c:ptCount val="13"/>
                <c:pt idx="0">
                  <c:v>1</c:v>
                </c:pt>
                <c:pt idx="1">
                  <c:v>3</c:v>
                </c:pt>
                <c:pt idx="2">
                  <c:v>4</c:v>
                </c:pt>
                <c:pt idx="3">
                  <c:v>2</c:v>
                </c:pt>
                <c:pt idx="4">
                  <c:v>4</c:v>
                </c:pt>
                <c:pt idx="5">
                  <c:v>5</c:v>
                </c:pt>
                <c:pt idx="6">
                  <c:v>2</c:v>
                </c:pt>
                <c:pt idx="7">
                  <c:v>6</c:v>
                </c:pt>
                <c:pt idx="8">
                  <c:v>5</c:v>
                </c:pt>
                <c:pt idx="9">
                  <c:v>6</c:v>
                </c:pt>
                <c:pt idx="10">
                  <c:v>8</c:v>
                </c:pt>
                <c:pt idx="11">
                  <c:v>7</c:v>
                </c:pt>
                <c:pt idx="12">
                  <c:v>4</c:v>
                </c:pt>
              </c:numCache>
            </c:numRef>
          </c:yVal>
          <c:smooth val="0"/>
          <c:extLst>
            <c:ext xmlns:c16="http://schemas.microsoft.com/office/drawing/2014/chart" uri="{C3380CC4-5D6E-409C-BE32-E72D297353CC}">
              <c16:uniqueId val="{00000000-3D04-EB44-9836-6BA2FD955DC3}"/>
            </c:ext>
          </c:extLst>
        </c:ser>
        <c:dLbls>
          <c:showLegendKey val="0"/>
          <c:showVal val="0"/>
          <c:showCatName val="0"/>
          <c:showSerName val="0"/>
          <c:showPercent val="0"/>
          <c:showBubbleSize val="0"/>
        </c:dLbls>
        <c:axId val="1988652879"/>
        <c:axId val="2007029007"/>
      </c:scatterChart>
      <c:valAx>
        <c:axId val="198865287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s-MX" b="1"/>
                  <a:t># tags HTML</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2007029007"/>
        <c:crosses val="autoZero"/>
        <c:crossBetween val="midCat"/>
      </c:valAx>
      <c:valAx>
        <c:axId val="20070290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s-MX" b="1"/>
                  <a:t># palabras en otro idioma</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s-MX"/>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198865287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MX"/>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1FA237-8E90-4679-8B8A-29A924F8580C}"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57269A52-842B-4836-A5F5-911A2EAE5E52}">
      <dgm:prSet/>
      <dgm:spPr/>
      <dgm:t>
        <a:bodyPr/>
        <a:lstStyle/>
        <a:p>
          <a:r>
            <a:rPr lang="es-MX" b="1" i="0"/>
            <a:t>Aprendizaje Supervisado</a:t>
          </a:r>
          <a:r>
            <a:rPr lang="es-MX" b="0" i="0"/>
            <a:t>: El algoritmo se entrena con un conjunto de datos etiquetados, es decir, cada entrada tiene una respuesta correcta. Ejemplos: clasificación y regresión.</a:t>
          </a:r>
          <a:endParaRPr lang="en-US"/>
        </a:p>
      </dgm:t>
    </dgm:pt>
    <dgm:pt modelId="{8A57D1BB-3925-43CF-AA76-D6184F8F5BF5}" type="parTrans" cxnId="{E78B91C7-9168-4DAB-98B7-9CCBD019A93C}">
      <dgm:prSet/>
      <dgm:spPr/>
      <dgm:t>
        <a:bodyPr/>
        <a:lstStyle/>
        <a:p>
          <a:endParaRPr lang="en-US"/>
        </a:p>
      </dgm:t>
    </dgm:pt>
    <dgm:pt modelId="{547D457A-28A9-4517-8ADD-5AA4D35CFB74}" type="sibTrans" cxnId="{E78B91C7-9168-4DAB-98B7-9CCBD019A93C}">
      <dgm:prSet phldrT="1" phldr="0"/>
      <dgm:spPr/>
      <dgm:t>
        <a:bodyPr/>
        <a:lstStyle/>
        <a:p>
          <a:r>
            <a:rPr lang="en-US"/>
            <a:t>1</a:t>
          </a:r>
        </a:p>
      </dgm:t>
    </dgm:pt>
    <dgm:pt modelId="{16A22ADB-17E8-4EB8-A28A-F2A0379B6572}">
      <dgm:prSet/>
      <dgm:spPr/>
      <dgm:t>
        <a:bodyPr/>
        <a:lstStyle/>
        <a:p>
          <a:r>
            <a:rPr lang="es-MX" b="1" i="0"/>
            <a:t>Aprendizaje No Supervisado</a:t>
          </a:r>
          <a:r>
            <a:rPr lang="es-MX" b="0" i="0"/>
            <a:t>: El algoritmo trabaja con datos no etiquetados y busca patrones ocultos o agrupamientos en los datos. Ejemplo: agrupamiento (</a:t>
          </a:r>
          <a:r>
            <a:rPr lang="es-MX" b="0" i="1"/>
            <a:t>clustering</a:t>
          </a:r>
          <a:r>
            <a:rPr lang="es-MX" b="0" i="0"/>
            <a:t>).</a:t>
          </a:r>
          <a:endParaRPr lang="en-US"/>
        </a:p>
      </dgm:t>
    </dgm:pt>
    <dgm:pt modelId="{76C93FA0-0712-4D4B-9CC5-8AA8C1BDEAEB}" type="parTrans" cxnId="{FA7CE216-CF3B-4E53-86CA-EC6D931786CC}">
      <dgm:prSet/>
      <dgm:spPr/>
      <dgm:t>
        <a:bodyPr/>
        <a:lstStyle/>
        <a:p>
          <a:endParaRPr lang="en-US"/>
        </a:p>
      </dgm:t>
    </dgm:pt>
    <dgm:pt modelId="{096F8D8E-C82E-45FE-8511-B4E527D8EAFC}" type="sibTrans" cxnId="{FA7CE216-CF3B-4E53-86CA-EC6D931786CC}">
      <dgm:prSet phldrT="2" phldr="0"/>
      <dgm:spPr/>
      <dgm:t>
        <a:bodyPr/>
        <a:lstStyle/>
        <a:p>
          <a:r>
            <a:rPr lang="en-US"/>
            <a:t>2</a:t>
          </a:r>
        </a:p>
      </dgm:t>
    </dgm:pt>
    <dgm:pt modelId="{52DB94F2-0A8E-47B2-BC96-C97F8311EE6B}">
      <dgm:prSet/>
      <dgm:spPr/>
      <dgm:t>
        <a:bodyPr/>
        <a:lstStyle/>
        <a:p>
          <a:r>
            <a:rPr lang="es-MX" b="1" i="0"/>
            <a:t>Aprendizaje por Refuerzo</a:t>
          </a:r>
          <a:r>
            <a:rPr lang="es-MX" b="0" i="0"/>
            <a:t>: El algoritmo aprende a tomar decisiones a través de prueba y error, recibiendo recompensas o castigos según su desempeño. Ejemplo: juegos y control de robots.</a:t>
          </a:r>
          <a:endParaRPr lang="en-US"/>
        </a:p>
      </dgm:t>
    </dgm:pt>
    <dgm:pt modelId="{5B91E972-6C6C-419D-9F1D-9A5A6B12C013}" type="parTrans" cxnId="{A129DEBD-993E-4606-A5E5-42A68A8BB967}">
      <dgm:prSet/>
      <dgm:spPr/>
      <dgm:t>
        <a:bodyPr/>
        <a:lstStyle/>
        <a:p>
          <a:endParaRPr lang="en-US"/>
        </a:p>
      </dgm:t>
    </dgm:pt>
    <dgm:pt modelId="{06E9FB73-5F09-494B-8786-415CFAEFCF49}" type="sibTrans" cxnId="{A129DEBD-993E-4606-A5E5-42A68A8BB967}">
      <dgm:prSet phldrT="4" phldr="0"/>
      <dgm:spPr/>
      <dgm:t>
        <a:bodyPr/>
        <a:lstStyle/>
        <a:p>
          <a:r>
            <a:rPr lang="en-US"/>
            <a:t>4</a:t>
          </a:r>
        </a:p>
      </dgm:t>
    </dgm:pt>
    <dgm:pt modelId="{32649AF8-7D67-5143-B838-6F34125E954B}">
      <dgm:prSet/>
      <dgm:spPr/>
      <dgm:t>
        <a:bodyPr/>
        <a:lstStyle/>
        <a:p>
          <a:r>
            <a:rPr lang="es-MX" b="1" dirty="0"/>
            <a:t>Aprendizaje Semi Supervisado</a:t>
          </a:r>
          <a:r>
            <a:rPr lang="es-MX" dirty="0"/>
            <a:t>: </a:t>
          </a:r>
          <a:r>
            <a:rPr lang="es-MX" b="0" i="0" dirty="0"/>
            <a:t>es un tipo de aprendizaje automático que entrena modelos de inteligencia artificial utilizando tanto </a:t>
          </a:r>
          <a:r>
            <a:rPr lang="es-MX" b="1" i="0" dirty="0"/>
            <a:t>datos etiquetados</a:t>
          </a:r>
          <a:r>
            <a:rPr lang="es-MX" b="0" i="0" dirty="0"/>
            <a:t> (como en el aprendizaje supervisado) como una </a:t>
          </a:r>
          <a:r>
            <a:rPr lang="es-MX" b="1" i="0" dirty="0"/>
            <a:t>gran cantidad de datos no etiquetados</a:t>
          </a:r>
          <a:r>
            <a:rPr lang="es-MX" b="0" i="0" dirty="0"/>
            <a:t> (como en el aprendizaje no supervisado)</a:t>
          </a:r>
          <a:endParaRPr lang="es-MX" dirty="0"/>
        </a:p>
      </dgm:t>
    </dgm:pt>
    <dgm:pt modelId="{7120B973-91A2-A741-83F0-D79B534992CC}" type="parTrans" cxnId="{F47B0C45-8EC9-F942-A261-6452C4C402C3}">
      <dgm:prSet/>
      <dgm:spPr/>
    </dgm:pt>
    <dgm:pt modelId="{8FAB7982-580B-D946-A762-FD2BFAC284C0}" type="sibTrans" cxnId="{F47B0C45-8EC9-F942-A261-6452C4C402C3}">
      <dgm:prSet phldrT="3" phldr="0"/>
      <dgm:spPr/>
      <dgm:t>
        <a:bodyPr/>
        <a:lstStyle/>
        <a:p>
          <a:r>
            <a:rPr lang="es-MX"/>
            <a:t>3</a:t>
          </a:r>
        </a:p>
      </dgm:t>
    </dgm:pt>
    <dgm:pt modelId="{E8D2331E-77B9-8841-8C7C-8CC62900D561}" type="pres">
      <dgm:prSet presAssocID="{661FA237-8E90-4679-8B8A-29A924F8580C}" presName="Name0" presStyleCnt="0">
        <dgm:presLayoutVars>
          <dgm:animLvl val="lvl"/>
          <dgm:resizeHandles val="exact"/>
        </dgm:presLayoutVars>
      </dgm:prSet>
      <dgm:spPr/>
    </dgm:pt>
    <dgm:pt modelId="{4349E12A-F528-3E49-83F6-FB9C90F8B4E8}" type="pres">
      <dgm:prSet presAssocID="{57269A52-842B-4836-A5F5-911A2EAE5E52}" presName="compositeNode" presStyleCnt="0">
        <dgm:presLayoutVars>
          <dgm:bulletEnabled val="1"/>
        </dgm:presLayoutVars>
      </dgm:prSet>
      <dgm:spPr/>
    </dgm:pt>
    <dgm:pt modelId="{2FCFB984-B373-B247-9064-7176D0864D7F}" type="pres">
      <dgm:prSet presAssocID="{57269A52-842B-4836-A5F5-911A2EAE5E52}" presName="bgRect" presStyleLbl="bgAccFollowNode1" presStyleIdx="0" presStyleCnt="4"/>
      <dgm:spPr/>
    </dgm:pt>
    <dgm:pt modelId="{E9E912E9-6959-AB48-8B5D-B778DD93F44F}" type="pres">
      <dgm:prSet presAssocID="{547D457A-28A9-4517-8ADD-5AA4D35CFB74}" presName="sibTransNodeCircle" presStyleLbl="alignNode1" presStyleIdx="0" presStyleCnt="8">
        <dgm:presLayoutVars>
          <dgm:chMax val="0"/>
          <dgm:bulletEnabled/>
        </dgm:presLayoutVars>
      </dgm:prSet>
      <dgm:spPr/>
    </dgm:pt>
    <dgm:pt modelId="{B783674B-9A82-9446-8471-212BFE16388A}" type="pres">
      <dgm:prSet presAssocID="{57269A52-842B-4836-A5F5-911A2EAE5E52}" presName="bottomLine" presStyleLbl="alignNode1" presStyleIdx="1" presStyleCnt="8">
        <dgm:presLayoutVars/>
      </dgm:prSet>
      <dgm:spPr/>
    </dgm:pt>
    <dgm:pt modelId="{7CDD7D45-54D8-7A46-9C24-2A11372A563C}" type="pres">
      <dgm:prSet presAssocID="{57269A52-842B-4836-A5F5-911A2EAE5E52}" presName="nodeText" presStyleLbl="bgAccFollowNode1" presStyleIdx="0" presStyleCnt="4">
        <dgm:presLayoutVars>
          <dgm:bulletEnabled val="1"/>
        </dgm:presLayoutVars>
      </dgm:prSet>
      <dgm:spPr/>
    </dgm:pt>
    <dgm:pt modelId="{EB7470C6-9D22-1149-95FD-5ECC67BFC2BE}" type="pres">
      <dgm:prSet presAssocID="{547D457A-28A9-4517-8ADD-5AA4D35CFB74}" presName="sibTrans" presStyleCnt="0"/>
      <dgm:spPr/>
    </dgm:pt>
    <dgm:pt modelId="{65C99498-6E23-FA4E-86C1-A37E5596BA8F}" type="pres">
      <dgm:prSet presAssocID="{16A22ADB-17E8-4EB8-A28A-F2A0379B6572}" presName="compositeNode" presStyleCnt="0">
        <dgm:presLayoutVars>
          <dgm:bulletEnabled val="1"/>
        </dgm:presLayoutVars>
      </dgm:prSet>
      <dgm:spPr/>
    </dgm:pt>
    <dgm:pt modelId="{F6AD7401-E5A4-F540-B487-862110690170}" type="pres">
      <dgm:prSet presAssocID="{16A22ADB-17E8-4EB8-A28A-F2A0379B6572}" presName="bgRect" presStyleLbl="bgAccFollowNode1" presStyleIdx="1" presStyleCnt="4"/>
      <dgm:spPr/>
    </dgm:pt>
    <dgm:pt modelId="{E38CC6C2-280C-324A-9D0A-9E3363FC16A0}" type="pres">
      <dgm:prSet presAssocID="{096F8D8E-C82E-45FE-8511-B4E527D8EAFC}" presName="sibTransNodeCircle" presStyleLbl="alignNode1" presStyleIdx="2" presStyleCnt="8">
        <dgm:presLayoutVars>
          <dgm:chMax val="0"/>
          <dgm:bulletEnabled/>
        </dgm:presLayoutVars>
      </dgm:prSet>
      <dgm:spPr/>
    </dgm:pt>
    <dgm:pt modelId="{FAF07DC4-DC14-1C4D-A8FE-A84BA8433A59}" type="pres">
      <dgm:prSet presAssocID="{16A22ADB-17E8-4EB8-A28A-F2A0379B6572}" presName="bottomLine" presStyleLbl="alignNode1" presStyleIdx="3" presStyleCnt="8">
        <dgm:presLayoutVars/>
      </dgm:prSet>
      <dgm:spPr/>
    </dgm:pt>
    <dgm:pt modelId="{FE30A61F-359D-6041-B6E1-656BDFC24883}" type="pres">
      <dgm:prSet presAssocID="{16A22ADB-17E8-4EB8-A28A-F2A0379B6572}" presName="nodeText" presStyleLbl="bgAccFollowNode1" presStyleIdx="1" presStyleCnt="4">
        <dgm:presLayoutVars>
          <dgm:bulletEnabled val="1"/>
        </dgm:presLayoutVars>
      </dgm:prSet>
      <dgm:spPr/>
    </dgm:pt>
    <dgm:pt modelId="{982D9043-E4C2-B347-BE83-8B7D26BBB499}" type="pres">
      <dgm:prSet presAssocID="{096F8D8E-C82E-45FE-8511-B4E527D8EAFC}" presName="sibTrans" presStyleCnt="0"/>
      <dgm:spPr/>
    </dgm:pt>
    <dgm:pt modelId="{7B425618-DB2C-1044-9BE2-B9FEDE210C97}" type="pres">
      <dgm:prSet presAssocID="{32649AF8-7D67-5143-B838-6F34125E954B}" presName="compositeNode" presStyleCnt="0">
        <dgm:presLayoutVars>
          <dgm:bulletEnabled val="1"/>
        </dgm:presLayoutVars>
      </dgm:prSet>
      <dgm:spPr/>
    </dgm:pt>
    <dgm:pt modelId="{61AAC4C8-B569-6F4B-9416-E2CA3CE58DD4}" type="pres">
      <dgm:prSet presAssocID="{32649AF8-7D67-5143-B838-6F34125E954B}" presName="bgRect" presStyleLbl="bgAccFollowNode1" presStyleIdx="2" presStyleCnt="4"/>
      <dgm:spPr/>
    </dgm:pt>
    <dgm:pt modelId="{3032ACF5-DA54-5A47-B273-C8F186AA8F8F}" type="pres">
      <dgm:prSet presAssocID="{8FAB7982-580B-D946-A762-FD2BFAC284C0}" presName="sibTransNodeCircle" presStyleLbl="alignNode1" presStyleIdx="4" presStyleCnt="8">
        <dgm:presLayoutVars>
          <dgm:chMax val="0"/>
          <dgm:bulletEnabled/>
        </dgm:presLayoutVars>
      </dgm:prSet>
      <dgm:spPr/>
    </dgm:pt>
    <dgm:pt modelId="{893B7634-787D-A54E-9D0F-AEC0CE5845E4}" type="pres">
      <dgm:prSet presAssocID="{32649AF8-7D67-5143-B838-6F34125E954B}" presName="bottomLine" presStyleLbl="alignNode1" presStyleIdx="5" presStyleCnt="8">
        <dgm:presLayoutVars/>
      </dgm:prSet>
      <dgm:spPr/>
    </dgm:pt>
    <dgm:pt modelId="{A5C3792D-4DF3-674C-B806-8328DB1E2633}" type="pres">
      <dgm:prSet presAssocID="{32649AF8-7D67-5143-B838-6F34125E954B}" presName="nodeText" presStyleLbl="bgAccFollowNode1" presStyleIdx="2" presStyleCnt="4">
        <dgm:presLayoutVars>
          <dgm:bulletEnabled val="1"/>
        </dgm:presLayoutVars>
      </dgm:prSet>
      <dgm:spPr/>
    </dgm:pt>
    <dgm:pt modelId="{4313F8F2-6710-E143-B1D9-A56B2D39E8A7}" type="pres">
      <dgm:prSet presAssocID="{8FAB7982-580B-D946-A762-FD2BFAC284C0}" presName="sibTrans" presStyleCnt="0"/>
      <dgm:spPr/>
    </dgm:pt>
    <dgm:pt modelId="{5A08BB74-EAFC-3442-8053-D0CA0450E4E8}" type="pres">
      <dgm:prSet presAssocID="{52DB94F2-0A8E-47B2-BC96-C97F8311EE6B}" presName="compositeNode" presStyleCnt="0">
        <dgm:presLayoutVars>
          <dgm:bulletEnabled val="1"/>
        </dgm:presLayoutVars>
      </dgm:prSet>
      <dgm:spPr/>
    </dgm:pt>
    <dgm:pt modelId="{91656B74-B4B0-5848-8380-E36A59D2A08E}" type="pres">
      <dgm:prSet presAssocID="{52DB94F2-0A8E-47B2-BC96-C97F8311EE6B}" presName="bgRect" presStyleLbl="bgAccFollowNode1" presStyleIdx="3" presStyleCnt="4"/>
      <dgm:spPr/>
    </dgm:pt>
    <dgm:pt modelId="{1815BFAD-E7B4-134D-BA3B-F19F9C1CB2E2}" type="pres">
      <dgm:prSet presAssocID="{06E9FB73-5F09-494B-8786-415CFAEFCF49}" presName="sibTransNodeCircle" presStyleLbl="alignNode1" presStyleIdx="6" presStyleCnt="8">
        <dgm:presLayoutVars>
          <dgm:chMax val="0"/>
          <dgm:bulletEnabled/>
        </dgm:presLayoutVars>
      </dgm:prSet>
      <dgm:spPr/>
    </dgm:pt>
    <dgm:pt modelId="{B7CF2067-277A-4A49-BF03-BCB316344759}" type="pres">
      <dgm:prSet presAssocID="{52DB94F2-0A8E-47B2-BC96-C97F8311EE6B}" presName="bottomLine" presStyleLbl="alignNode1" presStyleIdx="7" presStyleCnt="8">
        <dgm:presLayoutVars/>
      </dgm:prSet>
      <dgm:spPr/>
    </dgm:pt>
    <dgm:pt modelId="{76CDC1F1-3922-E240-AEF0-94EA394493C4}" type="pres">
      <dgm:prSet presAssocID="{52DB94F2-0A8E-47B2-BC96-C97F8311EE6B}" presName="nodeText" presStyleLbl="bgAccFollowNode1" presStyleIdx="3" presStyleCnt="4">
        <dgm:presLayoutVars>
          <dgm:bulletEnabled val="1"/>
        </dgm:presLayoutVars>
      </dgm:prSet>
      <dgm:spPr/>
    </dgm:pt>
  </dgm:ptLst>
  <dgm:cxnLst>
    <dgm:cxn modelId="{49993810-B013-6340-BEC5-AFAB93DAA489}" type="presOf" srcId="{16A22ADB-17E8-4EB8-A28A-F2A0379B6572}" destId="{F6AD7401-E5A4-F540-B487-862110690170}" srcOrd="0" destOrd="0" presId="urn:microsoft.com/office/officeart/2016/7/layout/BasicLinearProcessNumbered"/>
    <dgm:cxn modelId="{FA7CE216-CF3B-4E53-86CA-EC6D931786CC}" srcId="{661FA237-8E90-4679-8B8A-29A924F8580C}" destId="{16A22ADB-17E8-4EB8-A28A-F2A0379B6572}" srcOrd="1" destOrd="0" parTransId="{76C93FA0-0712-4D4B-9CC5-8AA8C1BDEAEB}" sibTransId="{096F8D8E-C82E-45FE-8511-B4E527D8EAFC}"/>
    <dgm:cxn modelId="{F47B0C45-8EC9-F942-A261-6452C4C402C3}" srcId="{661FA237-8E90-4679-8B8A-29A924F8580C}" destId="{32649AF8-7D67-5143-B838-6F34125E954B}" srcOrd="2" destOrd="0" parTransId="{7120B973-91A2-A741-83F0-D79B534992CC}" sibTransId="{8FAB7982-580B-D946-A762-FD2BFAC284C0}"/>
    <dgm:cxn modelId="{0C79A453-5B26-AA4B-8AAC-90E176FDA996}" type="presOf" srcId="{52DB94F2-0A8E-47B2-BC96-C97F8311EE6B}" destId="{76CDC1F1-3922-E240-AEF0-94EA394493C4}" srcOrd="1" destOrd="0" presId="urn:microsoft.com/office/officeart/2016/7/layout/BasicLinearProcessNumbered"/>
    <dgm:cxn modelId="{43185E59-74E7-FB4B-A55F-4E6B7EF50049}" type="presOf" srcId="{32649AF8-7D67-5143-B838-6F34125E954B}" destId="{A5C3792D-4DF3-674C-B806-8328DB1E2633}" srcOrd="1" destOrd="0" presId="urn:microsoft.com/office/officeart/2016/7/layout/BasicLinearProcessNumbered"/>
    <dgm:cxn modelId="{F5831E60-4D8E-8F4D-A9D4-B44C516577E2}" type="presOf" srcId="{096F8D8E-C82E-45FE-8511-B4E527D8EAFC}" destId="{E38CC6C2-280C-324A-9D0A-9E3363FC16A0}" srcOrd="0" destOrd="0" presId="urn:microsoft.com/office/officeart/2016/7/layout/BasicLinearProcessNumbered"/>
    <dgm:cxn modelId="{6DC15687-E3C8-BA42-BBBA-F2334598E641}" type="presOf" srcId="{32649AF8-7D67-5143-B838-6F34125E954B}" destId="{61AAC4C8-B569-6F4B-9416-E2CA3CE58DD4}" srcOrd="0" destOrd="0" presId="urn:microsoft.com/office/officeart/2016/7/layout/BasicLinearProcessNumbered"/>
    <dgm:cxn modelId="{58A67A9E-4954-9742-A2F6-CA2173106900}" type="presOf" srcId="{547D457A-28A9-4517-8ADD-5AA4D35CFB74}" destId="{E9E912E9-6959-AB48-8B5D-B778DD93F44F}" srcOrd="0" destOrd="0" presId="urn:microsoft.com/office/officeart/2016/7/layout/BasicLinearProcessNumbered"/>
    <dgm:cxn modelId="{414B73AB-1616-8A48-AB30-2A7258E2196F}" type="presOf" srcId="{661FA237-8E90-4679-8B8A-29A924F8580C}" destId="{E8D2331E-77B9-8841-8C7C-8CC62900D561}" srcOrd="0" destOrd="0" presId="urn:microsoft.com/office/officeart/2016/7/layout/BasicLinearProcessNumbered"/>
    <dgm:cxn modelId="{A129DEBD-993E-4606-A5E5-42A68A8BB967}" srcId="{661FA237-8E90-4679-8B8A-29A924F8580C}" destId="{52DB94F2-0A8E-47B2-BC96-C97F8311EE6B}" srcOrd="3" destOrd="0" parTransId="{5B91E972-6C6C-419D-9F1D-9A5A6B12C013}" sibTransId="{06E9FB73-5F09-494B-8786-415CFAEFCF49}"/>
    <dgm:cxn modelId="{ABDE5DC0-847E-E84E-9EE0-E9F378DBBF54}" type="presOf" srcId="{06E9FB73-5F09-494B-8786-415CFAEFCF49}" destId="{1815BFAD-E7B4-134D-BA3B-F19F9C1CB2E2}" srcOrd="0" destOrd="0" presId="urn:microsoft.com/office/officeart/2016/7/layout/BasicLinearProcessNumbered"/>
    <dgm:cxn modelId="{E78B91C7-9168-4DAB-98B7-9CCBD019A93C}" srcId="{661FA237-8E90-4679-8B8A-29A924F8580C}" destId="{57269A52-842B-4836-A5F5-911A2EAE5E52}" srcOrd="0" destOrd="0" parTransId="{8A57D1BB-3925-43CF-AA76-D6184F8F5BF5}" sibTransId="{547D457A-28A9-4517-8ADD-5AA4D35CFB74}"/>
    <dgm:cxn modelId="{2C2DBAE0-01AB-FB42-BDC4-28772E77388F}" type="presOf" srcId="{57269A52-842B-4836-A5F5-911A2EAE5E52}" destId="{7CDD7D45-54D8-7A46-9C24-2A11372A563C}" srcOrd="1" destOrd="0" presId="urn:microsoft.com/office/officeart/2016/7/layout/BasicLinearProcessNumbered"/>
    <dgm:cxn modelId="{BE0542E2-2C22-A94F-9C97-134758D15DBC}" type="presOf" srcId="{16A22ADB-17E8-4EB8-A28A-F2A0379B6572}" destId="{FE30A61F-359D-6041-B6E1-656BDFC24883}" srcOrd="1" destOrd="0" presId="urn:microsoft.com/office/officeart/2016/7/layout/BasicLinearProcessNumbered"/>
    <dgm:cxn modelId="{492AA6E2-B560-3142-B660-1B7E9E3C8654}" type="presOf" srcId="{52DB94F2-0A8E-47B2-BC96-C97F8311EE6B}" destId="{91656B74-B4B0-5848-8380-E36A59D2A08E}" srcOrd="0" destOrd="0" presId="urn:microsoft.com/office/officeart/2016/7/layout/BasicLinearProcessNumbered"/>
    <dgm:cxn modelId="{C1ED7EFC-0341-C143-9C9D-07CE405BAD53}" type="presOf" srcId="{8FAB7982-580B-D946-A762-FD2BFAC284C0}" destId="{3032ACF5-DA54-5A47-B273-C8F186AA8F8F}" srcOrd="0" destOrd="0" presId="urn:microsoft.com/office/officeart/2016/7/layout/BasicLinearProcessNumbered"/>
    <dgm:cxn modelId="{801FD5FF-F80F-0344-95FA-523D160101A7}" type="presOf" srcId="{57269A52-842B-4836-A5F5-911A2EAE5E52}" destId="{2FCFB984-B373-B247-9064-7176D0864D7F}" srcOrd="0" destOrd="0" presId="urn:microsoft.com/office/officeart/2016/7/layout/BasicLinearProcessNumbered"/>
    <dgm:cxn modelId="{9926F8C8-CB5B-5B4E-B8AA-AFEE726FD0EE}" type="presParOf" srcId="{E8D2331E-77B9-8841-8C7C-8CC62900D561}" destId="{4349E12A-F528-3E49-83F6-FB9C90F8B4E8}" srcOrd="0" destOrd="0" presId="urn:microsoft.com/office/officeart/2016/7/layout/BasicLinearProcessNumbered"/>
    <dgm:cxn modelId="{96B287ED-0028-BB42-BDF9-2B1844FFF188}" type="presParOf" srcId="{4349E12A-F528-3E49-83F6-FB9C90F8B4E8}" destId="{2FCFB984-B373-B247-9064-7176D0864D7F}" srcOrd="0" destOrd="0" presId="urn:microsoft.com/office/officeart/2016/7/layout/BasicLinearProcessNumbered"/>
    <dgm:cxn modelId="{073EB189-D8CC-DA41-AFD9-822265DC91E7}" type="presParOf" srcId="{4349E12A-F528-3E49-83F6-FB9C90F8B4E8}" destId="{E9E912E9-6959-AB48-8B5D-B778DD93F44F}" srcOrd="1" destOrd="0" presId="urn:microsoft.com/office/officeart/2016/7/layout/BasicLinearProcessNumbered"/>
    <dgm:cxn modelId="{87009D86-68BC-504E-A7C6-4F29C5007B91}" type="presParOf" srcId="{4349E12A-F528-3E49-83F6-FB9C90F8B4E8}" destId="{B783674B-9A82-9446-8471-212BFE16388A}" srcOrd="2" destOrd="0" presId="urn:microsoft.com/office/officeart/2016/7/layout/BasicLinearProcessNumbered"/>
    <dgm:cxn modelId="{3779C36A-9FE8-F146-ACAA-52505E3B9A3B}" type="presParOf" srcId="{4349E12A-F528-3E49-83F6-FB9C90F8B4E8}" destId="{7CDD7D45-54D8-7A46-9C24-2A11372A563C}" srcOrd="3" destOrd="0" presId="urn:microsoft.com/office/officeart/2016/7/layout/BasicLinearProcessNumbered"/>
    <dgm:cxn modelId="{8C0622B4-62A1-AE47-87B5-A0CC7793B2C5}" type="presParOf" srcId="{E8D2331E-77B9-8841-8C7C-8CC62900D561}" destId="{EB7470C6-9D22-1149-95FD-5ECC67BFC2BE}" srcOrd="1" destOrd="0" presId="urn:microsoft.com/office/officeart/2016/7/layout/BasicLinearProcessNumbered"/>
    <dgm:cxn modelId="{DDBD2DB8-5210-B247-9642-0A2EABB55413}" type="presParOf" srcId="{E8D2331E-77B9-8841-8C7C-8CC62900D561}" destId="{65C99498-6E23-FA4E-86C1-A37E5596BA8F}" srcOrd="2" destOrd="0" presId="urn:microsoft.com/office/officeart/2016/7/layout/BasicLinearProcessNumbered"/>
    <dgm:cxn modelId="{FBF0A530-F08D-B248-9849-05EACA5CFA38}" type="presParOf" srcId="{65C99498-6E23-FA4E-86C1-A37E5596BA8F}" destId="{F6AD7401-E5A4-F540-B487-862110690170}" srcOrd="0" destOrd="0" presId="urn:microsoft.com/office/officeart/2016/7/layout/BasicLinearProcessNumbered"/>
    <dgm:cxn modelId="{FF59B9AA-FF46-524B-947B-FBA89F75491E}" type="presParOf" srcId="{65C99498-6E23-FA4E-86C1-A37E5596BA8F}" destId="{E38CC6C2-280C-324A-9D0A-9E3363FC16A0}" srcOrd="1" destOrd="0" presId="urn:microsoft.com/office/officeart/2016/7/layout/BasicLinearProcessNumbered"/>
    <dgm:cxn modelId="{AC35E233-90B0-0245-AECE-9CD9D5094398}" type="presParOf" srcId="{65C99498-6E23-FA4E-86C1-A37E5596BA8F}" destId="{FAF07DC4-DC14-1C4D-A8FE-A84BA8433A59}" srcOrd="2" destOrd="0" presId="urn:microsoft.com/office/officeart/2016/7/layout/BasicLinearProcessNumbered"/>
    <dgm:cxn modelId="{300E1E4C-8B71-2147-AAB2-4F9278BFF89C}" type="presParOf" srcId="{65C99498-6E23-FA4E-86C1-A37E5596BA8F}" destId="{FE30A61F-359D-6041-B6E1-656BDFC24883}" srcOrd="3" destOrd="0" presId="urn:microsoft.com/office/officeart/2016/7/layout/BasicLinearProcessNumbered"/>
    <dgm:cxn modelId="{9CD46BBB-4E7F-0342-9811-F8FC7A587A39}" type="presParOf" srcId="{E8D2331E-77B9-8841-8C7C-8CC62900D561}" destId="{982D9043-E4C2-B347-BE83-8B7D26BBB499}" srcOrd="3" destOrd="0" presId="urn:microsoft.com/office/officeart/2016/7/layout/BasicLinearProcessNumbered"/>
    <dgm:cxn modelId="{9386ECD5-635D-5445-A979-1AA2C91FE29A}" type="presParOf" srcId="{E8D2331E-77B9-8841-8C7C-8CC62900D561}" destId="{7B425618-DB2C-1044-9BE2-B9FEDE210C97}" srcOrd="4" destOrd="0" presId="urn:microsoft.com/office/officeart/2016/7/layout/BasicLinearProcessNumbered"/>
    <dgm:cxn modelId="{B9A908DD-D843-FE41-A1EA-9C56104A578A}" type="presParOf" srcId="{7B425618-DB2C-1044-9BE2-B9FEDE210C97}" destId="{61AAC4C8-B569-6F4B-9416-E2CA3CE58DD4}" srcOrd="0" destOrd="0" presId="urn:microsoft.com/office/officeart/2016/7/layout/BasicLinearProcessNumbered"/>
    <dgm:cxn modelId="{587841DD-A3F3-3D4B-B1AF-128C64A157AC}" type="presParOf" srcId="{7B425618-DB2C-1044-9BE2-B9FEDE210C97}" destId="{3032ACF5-DA54-5A47-B273-C8F186AA8F8F}" srcOrd="1" destOrd="0" presId="urn:microsoft.com/office/officeart/2016/7/layout/BasicLinearProcessNumbered"/>
    <dgm:cxn modelId="{25D71590-EE2A-7849-9CAB-01E68B1BD884}" type="presParOf" srcId="{7B425618-DB2C-1044-9BE2-B9FEDE210C97}" destId="{893B7634-787D-A54E-9D0F-AEC0CE5845E4}" srcOrd="2" destOrd="0" presId="urn:microsoft.com/office/officeart/2016/7/layout/BasicLinearProcessNumbered"/>
    <dgm:cxn modelId="{160F4735-4A43-F649-BB33-E4E749ACB74F}" type="presParOf" srcId="{7B425618-DB2C-1044-9BE2-B9FEDE210C97}" destId="{A5C3792D-4DF3-674C-B806-8328DB1E2633}" srcOrd="3" destOrd="0" presId="urn:microsoft.com/office/officeart/2016/7/layout/BasicLinearProcessNumbered"/>
    <dgm:cxn modelId="{95C14625-F2EA-4040-B13B-3B2942178AEC}" type="presParOf" srcId="{E8D2331E-77B9-8841-8C7C-8CC62900D561}" destId="{4313F8F2-6710-E143-B1D9-A56B2D39E8A7}" srcOrd="5" destOrd="0" presId="urn:microsoft.com/office/officeart/2016/7/layout/BasicLinearProcessNumbered"/>
    <dgm:cxn modelId="{51C046E8-3866-2547-93E3-8E9E4EEA3444}" type="presParOf" srcId="{E8D2331E-77B9-8841-8C7C-8CC62900D561}" destId="{5A08BB74-EAFC-3442-8053-D0CA0450E4E8}" srcOrd="6" destOrd="0" presId="urn:microsoft.com/office/officeart/2016/7/layout/BasicLinearProcessNumbered"/>
    <dgm:cxn modelId="{2044EF83-7589-1546-A367-49FA9AB627BE}" type="presParOf" srcId="{5A08BB74-EAFC-3442-8053-D0CA0450E4E8}" destId="{91656B74-B4B0-5848-8380-E36A59D2A08E}" srcOrd="0" destOrd="0" presId="urn:microsoft.com/office/officeart/2016/7/layout/BasicLinearProcessNumbered"/>
    <dgm:cxn modelId="{FB000891-285D-5E4B-AD48-C0D2B497177D}" type="presParOf" srcId="{5A08BB74-EAFC-3442-8053-D0CA0450E4E8}" destId="{1815BFAD-E7B4-134D-BA3B-F19F9C1CB2E2}" srcOrd="1" destOrd="0" presId="urn:microsoft.com/office/officeart/2016/7/layout/BasicLinearProcessNumbered"/>
    <dgm:cxn modelId="{6E446335-88C0-734D-87FC-35699B2A3213}" type="presParOf" srcId="{5A08BB74-EAFC-3442-8053-D0CA0450E4E8}" destId="{B7CF2067-277A-4A49-BF03-BCB316344759}" srcOrd="2" destOrd="0" presId="urn:microsoft.com/office/officeart/2016/7/layout/BasicLinearProcessNumbered"/>
    <dgm:cxn modelId="{7CAF952C-6471-5B4E-BF3A-579D0E7CC1B9}" type="presParOf" srcId="{5A08BB74-EAFC-3442-8053-D0CA0450E4E8}" destId="{76CDC1F1-3922-E240-AEF0-94EA394493C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1FA237-8E90-4679-8B8A-29A924F8580C}"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57269A52-842B-4836-A5F5-911A2EAE5E52}">
      <dgm:prSet/>
      <dgm:spPr/>
      <dgm:t>
        <a:bodyPr/>
        <a:lstStyle/>
        <a:p>
          <a:r>
            <a:rPr lang="es-ES_tradnl" b="1" noProof="0" dirty="0"/>
            <a:t>Aprendizaje online: </a:t>
          </a:r>
          <a:r>
            <a:rPr lang="es-ES_tradnl" noProof="0" dirty="0"/>
            <a:t>se enfoca en el entrenamiento incremental, adaptándose de forma continua a flujos de datos que llegan en tiempo real.</a:t>
          </a:r>
        </a:p>
      </dgm:t>
    </dgm:pt>
    <dgm:pt modelId="{8A57D1BB-3925-43CF-AA76-D6184F8F5BF5}" type="parTrans" cxnId="{E78B91C7-9168-4DAB-98B7-9CCBD019A93C}">
      <dgm:prSet/>
      <dgm:spPr/>
      <dgm:t>
        <a:bodyPr/>
        <a:lstStyle/>
        <a:p>
          <a:endParaRPr lang="en-US"/>
        </a:p>
      </dgm:t>
    </dgm:pt>
    <dgm:pt modelId="{547D457A-28A9-4517-8ADD-5AA4D35CFB74}" type="sibTrans" cxnId="{E78B91C7-9168-4DAB-98B7-9CCBD019A93C}">
      <dgm:prSet phldrT="1" phldr="0"/>
      <dgm:spPr/>
      <dgm:t>
        <a:bodyPr/>
        <a:lstStyle/>
        <a:p>
          <a:r>
            <a:rPr lang="en-US"/>
            <a:t>1</a:t>
          </a:r>
        </a:p>
      </dgm:t>
    </dgm:pt>
    <dgm:pt modelId="{16A22ADB-17E8-4EB8-A28A-F2A0379B6572}">
      <dgm:prSet/>
      <dgm:spPr/>
      <dgm:t>
        <a:bodyPr/>
        <a:lstStyle/>
        <a:p>
          <a:r>
            <a:rPr lang="es-MX" b="1" i="0" dirty="0"/>
            <a:t>Aprendizaje batch: </a:t>
          </a:r>
          <a:r>
            <a:rPr lang="es-MX" b="0" i="0" dirty="0"/>
            <a:t>tambien conocido como aprendizaje por lotes u offline. El modelo se entrena utilizando la totalidad de los datos de entrenamiento en un único proceso.</a:t>
          </a:r>
          <a:endParaRPr lang="en-US" dirty="0"/>
        </a:p>
      </dgm:t>
    </dgm:pt>
    <dgm:pt modelId="{76C93FA0-0712-4D4B-9CC5-8AA8C1BDEAEB}" type="parTrans" cxnId="{FA7CE216-CF3B-4E53-86CA-EC6D931786CC}">
      <dgm:prSet/>
      <dgm:spPr/>
      <dgm:t>
        <a:bodyPr/>
        <a:lstStyle/>
        <a:p>
          <a:endParaRPr lang="en-US"/>
        </a:p>
      </dgm:t>
    </dgm:pt>
    <dgm:pt modelId="{096F8D8E-C82E-45FE-8511-B4E527D8EAFC}" type="sibTrans" cxnId="{FA7CE216-CF3B-4E53-86CA-EC6D931786CC}">
      <dgm:prSet phldrT="2" phldr="0"/>
      <dgm:spPr/>
      <dgm:t>
        <a:bodyPr/>
        <a:lstStyle/>
        <a:p>
          <a:r>
            <a:rPr lang="en-US"/>
            <a:t>2</a:t>
          </a:r>
        </a:p>
      </dgm:t>
    </dgm:pt>
    <dgm:pt modelId="{E8D2331E-77B9-8841-8C7C-8CC62900D561}" type="pres">
      <dgm:prSet presAssocID="{661FA237-8E90-4679-8B8A-29A924F8580C}" presName="Name0" presStyleCnt="0">
        <dgm:presLayoutVars>
          <dgm:animLvl val="lvl"/>
          <dgm:resizeHandles val="exact"/>
        </dgm:presLayoutVars>
      </dgm:prSet>
      <dgm:spPr/>
    </dgm:pt>
    <dgm:pt modelId="{4349E12A-F528-3E49-83F6-FB9C90F8B4E8}" type="pres">
      <dgm:prSet presAssocID="{57269A52-842B-4836-A5F5-911A2EAE5E52}" presName="compositeNode" presStyleCnt="0">
        <dgm:presLayoutVars>
          <dgm:bulletEnabled val="1"/>
        </dgm:presLayoutVars>
      </dgm:prSet>
      <dgm:spPr/>
    </dgm:pt>
    <dgm:pt modelId="{2FCFB984-B373-B247-9064-7176D0864D7F}" type="pres">
      <dgm:prSet presAssocID="{57269A52-842B-4836-A5F5-911A2EAE5E52}" presName="bgRect" presStyleLbl="bgAccFollowNode1" presStyleIdx="0" presStyleCnt="2"/>
      <dgm:spPr/>
    </dgm:pt>
    <dgm:pt modelId="{E9E912E9-6959-AB48-8B5D-B778DD93F44F}" type="pres">
      <dgm:prSet presAssocID="{547D457A-28A9-4517-8ADD-5AA4D35CFB74}" presName="sibTransNodeCircle" presStyleLbl="alignNode1" presStyleIdx="0" presStyleCnt="4">
        <dgm:presLayoutVars>
          <dgm:chMax val="0"/>
          <dgm:bulletEnabled/>
        </dgm:presLayoutVars>
      </dgm:prSet>
      <dgm:spPr/>
    </dgm:pt>
    <dgm:pt modelId="{B783674B-9A82-9446-8471-212BFE16388A}" type="pres">
      <dgm:prSet presAssocID="{57269A52-842B-4836-A5F5-911A2EAE5E52}" presName="bottomLine" presStyleLbl="alignNode1" presStyleIdx="1" presStyleCnt="4">
        <dgm:presLayoutVars/>
      </dgm:prSet>
      <dgm:spPr/>
    </dgm:pt>
    <dgm:pt modelId="{7CDD7D45-54D8-7A46-9C24-2A11372A563C}" type="pres">
      <dgm:prSet presAssocID="{57269A52-842B-4836-A5F5-911A2EAE5E52}" presName="nodeText" presStyleLbl="bgAccFollowNode1" presStyleIdx="0" presStyleCnt="2">
        <dgm:presLayoutVars>
          <dgm:bulletEnabled val="1"/>
        </dgm:presLayoutVars>
      </dgm:prSet>
      <dgm:spPr/>
    </dgm:pt>
    <dgm:pt modelId="{EB7470C6-9D22-1149-95FD-5ECC67BFC2BE}" type="pres">
      <dgm:prSet presAssocID="{547D457A-28A9-4517-8ADD-5AA4D35CFB74}" presName="sibTrans" presStyleCnt="0"/>
      <dgm:spPr/>
    </dgm:pt>
    <dgm:pt modelId="{65C99498-6E23-FA4E-86C1-A37E5596BA8F}" type="pres">
      <dgm:prSet presAssocID="{16A22ADB-17E8-4EB8-A28A-F2A0379B6572}" presName="compositeNode" presStyleCnt="0">
        <dgm:presLayoutVars>
          <dgm:bulletEnabled val="1"/>
        </dgm:presLayoutVars>
      </dgm:prSet>
      <dgm:spPr/>
    </dgm:pt>
    <dgm:pt modelId="{F6AD7401-E5A4-F540-B487-862110690170}" type="pres">
      <dgm:prSet presAssocID="{16A22ADB-17E8-4EB8-A28A-F2A0379B6572}" presName="bgRect" presStyleLbl="bgAccFollowNode1" presStyleIdx="1" presStyleCnt="2"/>
      <dgm:spPr/>
    </dgm:pt>
    <dgm:pt modelId="{E38CC6C2-280C-324A-9D0A-9E3363FC16A0}" type="pres">
      <dgm:prSet presAssocID="{096F8D8E-C82E-45FE-8511-B4E527D8EAFC}" presName="sibTransNodeCircle" presStyleLbl="alignNode1" presStyleIdx="2" presStyleCnt="4">
        <dgm:presLayoutVars>
          <dgm:chMax val="0"/>
          <dgm:bulletEnabled/>
        </dgm:presLayoutVars>
      </dgm:prSet>
      <dgm:spPr/>
    </dgm:pt>
    <dgm:pt modelId="{FAF07DC4-DC14-1C4D-A8FE-A84BA8433A59}" type="pres">
      <dgm:prSet presAssocID="{16A22ADB-17E8-4EB8-A28A-F2A0379B6572}" presName="bottomLine" presStyleLbl="alignNode1" presStyleIdx="3" presStyleCnt="4">
        <dgm:presLayoutVars/>
      </dgm:prSet>
      <dgm:spPr/>
    </dgm:pt>
    <dgm:pt modelId="{FE30A61F-359D-6041-B6E1-656BDFC24883}" type="pres">
      <dgm:prSet presAssocID="{16A22ADB-17E8-4EB8-A28A-F2A0379B6572}" presName="nodeText" presStyleLbl="bgAccFollowNode1" presStyleIdx="1" presStyleCnt="2">
        <dgm:presLayoutVars>
          <dgm:bulletEnabled val="1"/>
        </dgm:presLayoutVars>
      </dgm:prSet>
      <dgm:spPr/>
    </dgm:pt>
  </dgm:ptLst>
  <dgm:cxnLst>
    <dgm:cxn modelId="{49993810-B013-6340-BEC5-AFAB93DAA489}" type="presOf" srcId="{16A22ADB-17E8-4EB8-A28A-F2A0379B6572}" destId="{F6AD7401-E5A4-F540-B487-862110690170}" srcOrd="0" destOrd="0" presId="urn:microsoft.com/office/officeart/2016/7/layout/BasicLinearProcessNumbered"/>
    <dgm:cxn modelId="{FA7CE216-CF3B-4E53-86CA-EC6D931786CC}" srcId="{661FA237-8E90-4679-8B8A-29A924F8580C}" destId="{16A22ADB-17E8-4EB8-A28A-F2A0379B6572}" srcOrd="1" destOrd="0" parTransId="{76C93FA0-0712-4D4B-9CC5-8AA8C1BDEAEB}" sibTransId="{096F8D8E-C82E-45FE-8511-B4E527D8EAFC}"/>
    <dgm:cxn modelId="{F5831E60-4D8E-8F4D-A9D4-B44C516577E2}" type="presOf" srcId="{096F8D8E-C82E-45FE-8511-B4E527D8EAFC}" destId="{E38CC6C2-280C-324A-9D0A-9E3363FC16A0}" srcOrd="0" destOrd="0" presId="urn:microsoft.com/office/officeart/2016/7/layout/BasicLinearProcessNumbered"/>
    <dgm:cxn modelId="{58A67A9E-4954-9742-A2F6-CA2173106900}" type="presOf" srcId="{547D457A-28A9-4517-8ADD-5AA4D35CFB74}" destId="{E9E912E9-6959-AB48-8B5D-B778DD93F44F}" srcOrd="0" destOrd="0" presId="urn:microsoft.com/office/officeart/2016/7/layout/BasicLinearProcessNumbered"/>
    <dgm:cxn modelId="{414B73AB-1616-8A48-AB30-2A7258E2196F}" type="presOf" srcId="{661FA237-8E90-4679-8B8A-29A924F8580C}" destId="{E8D2331E-77B9-8841-8C7C-8CC62900D561}" srcOrd="0" destOrd="0" presId="urn:microsoft.com/office/officeart/2016/7/layout/BasicLinearProcessNumbered"/>
    <dgm:cxn modelId="{E78B91C7-9168-4DAB-98B7-9CCBD019A93C}" srcId="{661FA237-8E90-4679-8B8A-29A924F8580C}" destId="{57269A52-842B-4836-A5F5-911A2EAE5E52}" srcOrd="0" destOrd="0" parTransId="{8A57D1BB-3925-43CF-AA76-D6184F8F5BF5}" sibTransId="{547D457A-28A9-4517-8ADD-5AA4D35CFB74}"/>
    <dgm:cxn modelId="{2C2DBAE0-01AB-FB42-BDC4-28772E77388F}" type="presOf" srcId="{57269A52-842B-4836-A5F5-911A2EAE5E52}" destId="{7CDD7D45-54D8-7A46-9C24-2A11372A563C}" srcOrd="1" destOrd="0" presId="urn:microsoft.com/office/officeart/2016/7/layout/BasicLinearProcessNumbered"/>
    <dgm:cxn modelId="{BE0542E2-2C22-A94F-9C97-134758D15DBC}" type="presOf" srcId="{16A22ADB-17E8-4EB8-A28A-F2A0379B6572}" destId="{FE30A61F-359D-6041-B6E1-656BDFC24883}" srcOrd="1" destOrd="0" presId="urn:microsoft.com/office/officeart/2016/7/layout/BasicLinearProcessNumbered"/>
    <dgm:cxn modelId="{801FD5FF-F80F-0344-95FA-523D160101A7}" type="presOf" srcId="{57269A52-842B-4836-A5F5-911A2EAE5E52}" destId="{2FCFB984-B373-B247-9064-7176D0864D7F}" srcOrd="0" destOrd="0" presId="urn:microsoft.com/office/officeart/2016/7/layout/BasicLinearProcessNumbered"/>
    <dgm:cxn modelId="{9926F8C8-CB5B-5B4E-B8AA-AFEE726FD0EE}" type="presParOf" srcId="{E8D2331E-77B9-8841-8C7C-8CC62900D561}" destId="{4349E12A-F528-3E49-83F6-FB9C90F8B4E8}" srcOrd="0" destOrd="0" presId="urn:microsoft.com/office/officeart/2016/7/layout/BasicLinearProcessNumbered"/>
    <dgm:cxn modelId="{96B287ED-0028-BB42-BDF9-2B1844FFF188}" type="presParOf" srcId="{4349E12A-F528-3E49-83F6-FB9C90F8B4E8}" destId="{2FCFB984-B373-B247-9064-7176D0864D7F}" srcOrd="0" destOrd="0" presId="urn:microsoft.com/office/officeart/2016/7/layout/BasicLinearProcessNumbered"/>
    <dgm:cxn modelId="{073EB189-D8CC-DA41-AFD9-822265DC91E7}" type="presParOf" srcId="{4349E12A-F528-3E49-83F6-FB9C90F8B4E8}" destId="{E9E912E9-6959-AB48-8B5D-B778DD93F44F}" srcOrd="1" destOrd="0" presId="urn:microsoft.com/office/officeart/2016/7/layout/BasicLinearProcessNumbered"/>
    <dgm:cxn modelId="{87009D86-68BC-504E-A7C6-4F29C5007B91}" type="presParOf" srcId="{4349E12A-F528-3E49-83F6-FB9C90F8B4E8}" destId="{B783674B-9A82-9446-8471-212BFE16388A}" srcOrd="2" destOrd="0" presId="urn:microsoft.com/office/officeart/2016/7/layout/BasicLinearProcessNumbered"/>
    <dgm:cxn modelId="{3779C36A-9FE8-F146-ACAA-52505E3B9A3B}" type="presParOf" srcId="{4349E12A-F528-3E49-83F6-FB9C90F8B4E8}" destId="{7CDD7D45-54D8-7A46-9C24-2A11372A563C}" srcOrd="3" destOrd="0" presId="urn:microsoft.com/office/officeart/2016/7/layout/BasicLinearProcessNumbered"/>
    <dgm:cxn modelId="{8C0622B4-62A1-AE47-87B5-A0CC7793B2C5}" type="presParOf" srcId="{E8D2331E-77B9-8841-8C7C-8CC62900D561}" destId="{EB7470C6-9D22-1149-95FD-5ECC67BFC2BE}" srcOrd="1" destOrd="0" presId="urn:microsoft.com/office/officeart/2016/7/layout/BasicLinearProcessNumbered"/>
    <dgm:cxn modelId="{DDBD2DB8-5210-B247-9642-0A2EABB55413}" type="presParOf" srcId="{E8D2331E-77B9-8841-8C7C-8CC62900D561}" destId="{65C99498-6E23-FA4E-86C1-A37E5596BA8F}" srcOrd="2" destOrd="0" presId="urn:microsoft.com/office/officeart/2016/7/layout/BasicLinearProcessNumbered"/>
    <dgm:cxn modelId="{FBF0A530-F08D-B248-9849-05EACA5CFA38}" type="presParOf" srcId="{65C99498-6E23-FA4E-86C1-A37E5596BA8F}" destId="{F6AD7401-E5A4-F540-B487-862110690170}" srcOrd="0" destOrd="0" presId="urn:microsoft.com/office/officeart/2016/7/layout/BasicLinearProcessNumbered"/>
    <dgm:cxn modelId="{FF59B9AA-FF46-524B-947B-FBA89F75491E}" type="presParOf" srcId="{65C99498-6E23-FA4E-86C1-A37E5596BA8F}" destId="{E38CC6C2-280C-324A-9D0A-9E3363FC16A0}" srcOrd="1" destOrd="0" presId="urn:microsoft.com/office/officeart/2016/7/layout/BasicLinearProcessNumbered"/>
    <dgm:cxn modelId="{AC35E233-90B0-0245-AECE-9CD9D5094398}" type="presParOf" srcId="{65C99498-6E23-FA4E-86C1-A37E5596BA8F}" destId="{FAF07DC4-DC14-1C4D-A8FE-A84BA8433A59}" srcOrd="2" destOrd="0" presId="urn:microsoft.com/office/officeart/2016/7/layout/BasicLinearProcessNumbered"/>
    <dgm:cxn modelId="{300E1E4C-8B71-2147-AAB2-4F9278BFF89C}" type="presParOf" srcId="{65C99498-6E23-FA4E-86C1-A37E5596BA8F}" destId="{FE30A61F-359D-6041-B6E1-656BDFC24883}"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1FA237-8E90-4679-8B8A-29A924F8580C}"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57269A52-842B-4836-A5F5-911A2EAE5E52}">
      <dgm:prSet/>
      <dgm:spPr/>
      <dgm:t>
        <a:bodyPr/>
        <a:lstStyle/>
        <a:p>
          <a:r>
            <a:rPr lang="es-ES_tradnl" b="1" noProof="0" dirty="0"/>
            <a:t>Aprendizaje basado en instancias: </a:t>
          </a:r>
          <a:r>
            <a:rPr lang="es-MX" b="0" i="0" dirty="0"/>
            <a:t>El algoritmo no crea una representación general de los datos durante el entrenamiento, sino que simplemente almacena todas las instancias o ejemplos vistos. Cuando recibe un nuevo dato para predecir, busca en la memoria las instancias más similares y utiliza la información de estas para hacer una predicción.</a:t>
          </a:r>
          <a:endParaRPr lang="es-ES_tradnl" noProof="0" dirty="0"/>
        </a:p>
      </dgm:t>
    </dgm:pt>
    <dgm:pt modelId="{8A57D1BB-3925-43CF-AA76-D6184F8F5BF5}" type="parTrans" cxnId="{E78B91C7-9168-4DAB-98B7-9CCBD019A93C}">
      <dgm:prSet/>
      <dgm:spPr/>
      <dgm:t>
        <a:bodyPr/>
        <a:lstStyle/>
        <a:p>
          <a:endParaRPr lang="en-US"/>
        </a:p>
      </dgm:t>
    </dgm:pt>
    <dgm:pt modelId="{547D457A-28A9-4517-8ADD-5AA4D35CFB74}" type="sibTrans" cxnId="{E78B91C7-9168-4DAB-98B7-9CCBD019A93C}">
      <dgm:prSet phldrT="1" phldr="0"/>
      <dgm:spPr/>
      <dgm:t>
        <a:bodyPr/>
        <a:lstStyle/>
        <a:p>
          <a:r>
            <a:rPr lang="en-US"/>
            <a:t>1</a:t>
          </a:r>
        </a:p>
      </dgm:t>
    </dgm:pt>
    <dgm:pt modelId="{16A22ADB-17E8-4EB8-A28A-F2A0379B6572}">
      <dgm:prSet/>
      <dgm:spPr/>
      <dgm:t>
        <a:bodyPr/>
        <a:lstStyle/>
        <a:p>
          <a:r>
            <a:rPr lang="es-MX" b="1" i="0" dirty="0"/>
            <a:t>Aprendizaje basado en modelos: </a:t>
          </a:r>
          <a:r>
            <a:rPr lang="es-MX" b="0" i="0" dirty="0"/>
            <a:t>Durante el entrenamiento, el algoritmo examina los datos y construye un modelo (por ejemplo, un árbol de decisión, una red neuronal o un modelo lineal) que ha extraído los patrones más importantes. Una vez que el modelo ha sido entrenado, las instancias de entrenamiento originales ya no son necesarias para hacer predicciones.</a:t>
          </a:r>
          <a:endParaRPr lang="en-US" dirty="0"/>
        </a:p>
      </dgm:t>
    </dgm:pt>
    <dgm:pt modelId="{76C93FA0-0712-4D4B-9CC5-8AA8C1BDEAEB}" type="parTrans" cxnId="{FA7CE216-CF3B-4E53-86CA-EC6D931786CC}">
      <dgm:prSet/>
      <dgm:spPr/>
      <dgm:t>
        <a:bodyPr/>
        <a:lstStyle/>
        <a:p>
          <a:endParaRPr lang="en-US"/>
        </a:p>
      </dgm:t>
    </dgm:pt>
    <dgm:pt modelId="{096F8D8E-C82E-45FE-8511-B4E527D8EAFC}" type="sibTrans" cxnId="{FA7CE216-CF3B-4E53-86CA-EC6D931786CC}">
      <dgm:prSet phldrT="2" phldr="0"/>
      <dgm:spPr/>
      <dgm:t>
        <a:bodyPr/>
        <a:lstStyle/>
        <a:p>
          <a:r>
            <a:rPr lang="en-US"/>
            <a:t>2</a:t>
          </a:r>
        </a:p>
      </dgm:t>
    </dgm:pt>
    <dgm:pt modelId="{E8D2331E-77B9-8841-8C7C-8CC62900D561}" type="pres">
      <dgm:prSet presAssocID="{661FA237-8E90-4679-8B8A-29A924F8580C}" presName="Name0" presStyleCnt="0">
        <dgm:presLayoutVars>
          <dgm:animLvl val="lvl"/>
          <dgm:resizeHandles val="exact"/>
        </dgm:presLayoutVars>
      </dgm:prSet>
      <dgm:spPr/>
    </dgm:pt>
    <dgm:pt modelId="{4349E12A-F528-3E49-83F6-FB9C90F8B4E8}" type="pres">
      <dgm:prSet presAssocID="{57269A52-842B-4836-A5F5-911A2EAE5E52}" presName="compositeNode" presStyleCnt="0">
        <dgm:presLayoutVars>
          <dgm:bulletEnabled val="1"/>
        </dgm:presLayoutVars>
      </dgm:prSet>
      <dgm:spPr/>
    </dgm:pt>
    <dgm:pt modelId="{2FCFB984-B373-B247-9064-7176D0864D7F}" type="pres">
      <dgm:prSet presAssocID="{57269A52-842B-4836-A5F5-911A2EAE5E52}" presName="bgRect" presStyleLbl="bgAccFollowNode1" presStyleIdx="0" presStyleCnt="2"/>
      <dgm:spPr/>
    </dgm:pt>
    <dgm:pt modelId="{E9E912E9-6959-AB48-8B5D-B778DD93F44F}" type="pres">
      <dgm:prSet presAssocID="{547D457A-28A9-4517-8ADD-5AA4D35CFB74}" presName="sibTransNodeCircle" presStyleLbl="alignNode1" presStyleIdx="0" presStyleCnt="4">
        <dgm:presLayoutVars>
          <dgm:chMax val="0"/>
          <dgm:bulletEnabled/>
        </dgm:presLayoutVars>
      </dgm:prSet>
      <dgm:spPr/>
    </dgm:pt>
    <dgm:pt modelId="{B783674B-9A82-9446-8471-212BFE16388A}" type="pres">
      <dgm:prSet presAssocID="{57269A52-842B-4836-A5F5-911A2EAE5E52}" presName="bottomLine" presStyleLbl="alignNode1" presStyleIdx="1" presStyleCnt="4">
        <dgm:presLayoutVars/>
      </dgm:prSet>
      <dgm:spPr/>
    </dgm:pt>
    <dgm:pt modelId="{7CDD7D45-54D8-7A46-9C24-2A11372A563C}" type="pres">
      <dgm:prSet presAssocID="{57269A52-842B-4836-A5F5-911A2EAE5E52}" presName="nodeText" presStyleLbl="bgAccFollowNode1" presStyleIdx="0" presStyleCnt="2">
        <dgm:presLayoutVars>
          <dgm:bulletEnabled val="1"/>
        </dgm:presLayoutVars>
      </dgm:prSet>
      <dgm:spPr/>
    </dgm:pt>
    <dgm:pt modelId="{EB7470C6-9D22-1149-95FD-5ECC67BFC2BE}" type="pres">
      <dgm:prSet presAssocID="{547D457A-28A9-4517-8ADD-5AA4D35CFB74}" presName="sibTrans" presStyleCnt="0"/>
      <dgm:spPr/>
    </dgm:pt>
    <dgm:pt modelId="{65C99498-6E23-FA4E-86C1-A37E5596BA8F}" type="pres">
      <dgm:prSet presAssocID="{16A22ADB-17E8-4EB8-A28A-F2A0379B6572}" presName="compositeNode" presStyleCnt="0">
        <dgm:presLayoutVars>
          <dgm:bulletEnabled val="1"/>
        </dgm:presLayoutVars>
      </dgm:prSet>
      <dgm:spPr/>
    </dgm:pt>
    <dgm:pt modelId="{F6AD7401-E5A4-F540-B487-862110690170}" type="pres">
      <dgm:prSet presAssocID="{16A22ADB-17E8-4EB8-A28A-F2A0379B6572}" presName="bgRect" presStyleLbl="bgAccFollowNode1" presStyleIdx="1" presStyleCnt="2"/>
      <dgm:spPr/>
    </dgm:pt>
    <dgm:pt modelId="{E38CC6C2-280C-324A-9D0A-9E3363FC16A0}" type="pres">
      <dgm:prSet presAssocID="{096F8D8E-C82E-45FE-8511-B4E527D8EAFC}" presName="sibTransNodeCircle" presStyleLbl="alignNode1" presStyleIdx="2" presStyleCnt="4">
        <dgm:presLayoutVars>
          <dgm:chMax val="0"/>
          <dgm:bulletEnabled/>
        </dgm:presLayoutVars>
      </dgm:prSet>
      <dgm:spPr/>
    </dgm:pt>
    <dgm:pt modelId="{FAF07DC4-DC14-1C4D-A8FE-A84BA8433A59}" type="pres">
      <dgm:prSet presAssocID="{16A22ADB-17E8-4EB8-A28A-F2A0379B6572}" presName="bottomLine" presStyleLbl="alignNode1" presStyleIdx="3" presStyleCnt="4">
        <dgm:presLayoutVars/>
      </dgm:prSet>
      <dgm:spPr/>
    </dgm:pt>
    <dgm:pt modelId="{FE30A61F-359D-6041-B6E1-656BDFC24883}" type="pres">
      <dgm:prSet presAssocID="{16A22ADB-17E8-4EB8-A28A-F2A0379B6572}" presName="nodeText" presStyleLbl="bgAccFollowNode1" presStyleIdx="1" presStyleCnt="2">
        <dgm:presLayoutVars>
          <dgm:bulletEnabled val="1"/>
        </dgm:presLayoutVars>
      </dgm:prSet>
      <dgm:spPr/>
    </dgm:pt>
  </dgm:ptLst>
  <dgm:cxnLst>
    <dgm:cxn modelId="{49993810-B013-6340-BEC5-AFAB93DAA489}" type="presOf" srcId="{16A22ADB-17E8-4EB8-A28A-F2A0379B6572}" destId="{F6AD7401-E5A4-F540-B487-862110690170}" srcOrd="0" destOrd="0" presId="urn:microsoft.com/office/officeart/2016/7/layout/BasicLinearProcessNumbered"/>
    <dgm:cxn modelId="{FA7CE216-CF3B-4E53-86CA-EC6D931786CC}" srcId="{661FA237-8E90-4679-8B8A-29A924F8580C}" destId="{16A22ADB-17E8-4EB8-A28A-F2A0379B6572}" srcOrd="1" destOrd="0" parTransId="{76C93FA0-0712-4D4B-9CC5-8AA8C1BDEAEB}" sibTransId="{096F8D8E-C82E-45FE-8511-B4E527D8EAFC}"/>
    <dgm:cxn modelId="{F5831E60-4D8E-8F4D-A9D4-B44C516577E2}" type="presOf" srcId="{096F8D8E-C82E-45FE-8511-B4E527D8EAFC}" destId="{E38CC6C2-280C-324A-9D0A-9E3363FC16A0}" srcOrd="0" destOrd="0" presId="urn:microsoft.com/office/officeart/2016/7/layout/BasicLinearProcessNumbered"/>
    <dgm:cxn modelId="{58A67A9E-4954-9742-A2F6-CA2173106900}" type="presOf" srcId="{547D457A-28A9-4517-8ADD-5AA4D35CFB74}" destId="{E9E912E9-6959-AB48-8B5D-B778DD93F44F}" srcOrd="0" destOrd="0" presId="urn:microsoft.com/office/officeart/2016/7/layout/BasicLinearProcessNumbered"/>
    <dgm:cxn modelId="{414B73AB-1616-8A48-AB30-2A7258E2196F}" type="presOf" srcId="{661FA237-8E90-4679-8B8A-29A924F8580C}" destId="{E8D2331E-77B9-8841-8C7C-8CC62900D561}" srcOrd="0" destOrd="0" presId="urn:microsoft.com/office/officeart/2016/7/layout/BasicLinearProcessNumbered"/>
    <dgm:cxn modelId="{E78B91C7-9168-4DAB-98B7-9CCBD019A93C}" srcId="{661FA237-8E90-4679-8B8A-29A924F8580C}" destId="{57269A52-842B-4836-A5F5-911A2EAE5E52}" srcOrd="0" destOrd="0" parTransId="{8A57D1BB-3925-43CF-AA76-D6184F8F5BF5}" sibTransId="{547D457A-28A9-4517-8ADD-5AA4D35CFB74}"/>
    <dgm:cxn modelId="{2C2DBAE0-01AB-FB42-BDC4-28772E77388F}" type="presOf" srcId="{57269A52-842B-4836-A5F5-911A2EAE5E52}" destId="{7CDD7D45-54D8-7A46-9C24-2A11372A563C}" srcOrd="1" destOrd="0" presId="urn:microsoft.com/office/officeart/2016/7/layout/BasicLinearProcessNumbered"/>
    <dgm:cxn modelId="{BE0542E2-2C22-A94F-9C97-134758D15DBC}" type="presOf" srcId="{16A22ADB-17E8-4EB8-A28A-F2A0379B6572}" destId="{FE30A61F-359D-6041-B6E1-656BDFC24883}" srcOrd="1" destOrd="0" presId="urn:microsoft.com/office/officeart/2016/7/layout/BasicLinearProcessNumbered"/>
    <dgm:cxn modelId="{801FD5FF-F80F-0344-95FA-523D160101A7}" type="presOf" srcId="{57269A52-842B-4836-A5F5-911A2EAE5E52}" destId="{2FCFB984-B373-B247-9064-7176D0864D7F}" srcOrd="0" destOrd="0" presId="urn:microsoft.com/office/officeart/2016/7/layout/BasicLinearProcessNumbered"/>
    <dgm:cxn modelId="{9926F8C8-CB5B-5B4E-B8AA-AFEE726FD0EE}" type="presParOf" srcId="{E8D2331E-77B9-8841-8C7C-8CC62900D561}" destId="{4349E12A-F528-3E49-83F6-FB9C90F8B4E8}" srcOrd="0" destOrd="0" presId="urn:microsoft.com/office/officeart/2016/7/layout/BasicLinearProcessNumbered"/>
    <dgm:cxn modelId="{96B287ED-0028-BB42-BDF9-2B1844FFF188}" type="presParOf" srcId="{4349E12A-F528-3E49-83F6-FB9C90F8B4E8}" destId="{2FCFB984-B373-B247-9064-7176D0864D7F}" srcOrd="0" destOrd="0" presId="urn:microsoft.com/office/officeart/2016/7/layout/BasicLinearProcessNumbered"/>
    <dgm:cxn modelId="{073EB189-D8CC-DA41-AFD9-822265DC91E7}" type="presParOf" srcId="{4349E12A-F528-3E49-83F6-FB9C90F8B4E8}" destId="{E9E912E9-6959-AB48-8B5D-B778DD93F44F}" srcOrd="1" destOrd="0" presId="urn:microsoft.com/office/officeart/2016/7/layout/BasicLinearProcessNumbered"/>
    <dgm:cxn modelId="{87009D86-68BC-504E-A7C6-4F29C5007B91}" type="presParOf" srcId="{4349E12A-F528-3E49-83F6-FB9C90F8B4E8}" destId="{B783674B-9A82-9446-8471-212BFE16388A}" srcOrd="2" destOrd="0" presId="urn:microsoft.com/office/officeart/2016/7/layout/BasicLinearProcessNumbered"/>
    <dgm:cxn modelId="{3779C36A-9FE8-F146-ACAA-52505E3B9A3B}" type="presParOf" srcId="{4349E12A-F528-3E49-83F6-FB9C90F8B4E8}" destId="{7CDD7D45-54D8-7A46-9C24-2A11372A563C}" srcOrd="3" destOrd="0" presId="urn:microsoft.com/office/officeart/2016/7/layout/BasicLinearProcessNumbered"/>
    <dgm:cxn modelId="{8C0622B4-62A1-AE47-87B5-A0CC7793B2C5}" type="presParOf" srcId="{E8D2331E-77B9-8841-8C7C-8CC62900D561}" destId="{EB7470C6-9D22-1149-95FD-5ECC67BFC2BE}" srcOrd="1" destOrd="0" presId="urn:microsoft.com/office/officeart/2016/7/layout/BasicLinearProcessNumbered"/>
    <dgm:cxn modelId="{DDBD2DB8-5210-B247-9642-0A2EABB55413}" type="presParOf" srcId="{E8D2331E-77B9-8841-8C7C-8CC62900D561}" destId="{65C99498-6E23-FA4E-86C1-A37E5596BA8F}" srcOrd="2" destOrd="0" presId="urn:microsoft.com/office/officeart/2016/7/layout/BasicLinearProcessNumbered"/>
    <dgm:cxn modelId="{FBF0A530-F08D-B248-9849-05EACA5CFA38}" type="presParOf" srcId="{65C99498-6E23-FA4E-86C1-A37E5596BA8F}" destId="{F6AD7401-E5A4-F540-B487-862110690170}" srcOrd="0" destOrd="0" presId="urn:microsoft.com/office/officeart/2016/7/layout/BasicLinearProcessNumbered"/>
    <dgm:cxn modelId="{FF59B9AA-FF46-524B-947B-FBA89F75491E}" type="presParOf" srcId="{65C99498-6E23-FA4E-86C1-A37E5596BA8F}" destId="{E38CC6C2-280C-324A-9D0A-9E3363FC16A0}" srcOrd="1" destOrd="0" presId="urn:microsoft.com/office/officeart/2016/7/layout/BasicLinearProcessNumbered"/>
    <dgm:cxn modelId="{AC35E233-90B0-0245-AECE-9CD9D5094398}" type="presParOf" srcId="{65C99498-6E23-FA4E-86C1-A37E5596BA8F}" destId="{FAF07DC4-DC14-1C4D-A8FE-A84BA8433A59}" srcOrd="2" destOrd="0" presId="urn:microsoft.com/office/officeart/2016/7/layout/BasicLinearProcessNumbered"/>
    <dgm:cxn modelId="{300E1E4C-8B71-2147-AAB2-4F9278BFF89C}" type="presParOf" srcId="{65C99498-6E23-FA4E-86C1-A37E5596BA8F}" destId="{FE30A61F-359D-6041-B6E1-656BDFC24883}"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FB984-B373-B247-9064-7176D0864D7F}">
      <dsp:nvSpPr>
        <dsp:cNvPr id="0" name=""/>
        <dsp:cNvSpPr/>
      </dsp:nvSpPr>
      <dsp:spPr>
        <a:xfrm>
          <a:off x="3080" y="467923"/>
          <a:ext cx="2444055" cy="342167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488950">
            <a:lnSpc>
              <a:spcPct val="90000"/>
            </a:lnSpc>
            <a:spcBef>
              <a:spcPct val="0"/>
            </a:spcBef>
            <a:spcAft>
              <a:spcPct val="35000"/>
            </a:spcAft>
            <a:buNone/>
          </a:pPr>
          <a:r>
            <a:rPr lang="es-MX" sz="1100" b="1" i="0" kern="1200"/>
            <a:t>Aprendizaje Supervisado</a:t>
          </a:r>
          <a:r>
            <a:rPr lang="es-MX" sz="1100" b="0" i="0" kern="1200"/>
            <a:t>: El algoritmo se entrena con un conjunto de datos etiquetados, es decir, cada entrada tiene una respuesta correcta. Ejemplos: clasificación y regresión.</a:t>
          </a:r>
          <a:endParaRPr lang="en-US" sz="1100" kern="1200"/>
        </a:p>
      </dsp:txBody>
      <dsp:txXfrm>
        <a:off x="3080" y="1768160"/>
        <a:ext cx="2444055" cy="2053006"/>
      </dsp:txXfrm>
    </dsp:sp>
    <dsp:sp modelId="{E9E912E9-6959-AB48-8B5D-B778DD93F44F}">
      <dsp:nvSpPr>
        <dsp:cNvPr id="0" name=""/>
        <dsp:cNvSpPr/>
      </dsp:nvSpPr>
      <dsp:spPr>
        <a:xfrm>
          <a:off x="711856" y="810090"/>
          <a:ext cx="1026503" cy="102650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862184" y="960418"/>
        <a:ext cx="725847" cy="725847"/>
      </dsp:txXfrm>
    </dsp:sp>
    <dsp:sp modelId="{B783674B-9A82-9446-8471-212BFE16388A}">
      <dsp:nvSpPr>
        <dsp:cNvPr id="0" name=""/>
        <dsp:cNvSpPr/>
      </dsp:nvSpPr>
      <dsp:spPr>
        <a:xfrm>
          <a:off x="3080" y="3889528"/>
          <a:ext cx="244405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AD7401-E5A4-F540-B487-862110690170}">
      <dsp:nvSpPr>
        <dsp:cNvPr id="0" name=""/>
        <dsp:cNvSpPr/>
      </dsp:nvSpPr>
      <dsp:spPr>
        <a:xfrm>
          <a:off x="2691541" y="467923"/>
          <a:ext cx="2444055" cy="3421677"/>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488950">
            <a:lnSpc>
              <a:spcPct val="90000"/>
            </a:lnSpc>
            <a:spcBef>
              <a:spcPct val="0"/>
            </a:spcBef>
            <a:spcAft>
              <a:spcPct val="35000"/>
            </a:spcAft>
            <a:buNone/>
          </a:pPr>
          <a:r>
            <a:rPr lang="es-MX" sz="1100" b="1" i="0" kern="1200"/>
            <a:t>Aprendizaje No Supervisado</a:t>
          </a:r>
          <a:r>
            <a:rPr lang="es-MX" sz="1100" b="0" i="0" kern="1200"/>
            <a:t>: El algoritmo trabaja con datos no etiquetados y busca patrones ocultos o agrupamientos en los datos. Ejemplo: agrupamiento (</a:t>
          </a:r>
          <a:r>
            <a:rPr lang="es-MX" sz="1100" b="0" i="1" kern="1200"/>
            <a:t>clustering</a:t>
          </a:r>
          <a:r>
            <a:rPr lang="es-MX" sz="1100" b="0" i="0" kern="1200"/>
            <a:t>).</a:t>
          </a:r>
          <a:endParaRPr lang="en-US" sz="1100" kern="1200"/>
        </a:p>
      </dsp:txBody>
      <dsp:txXfrm>
        <a:off x="2691541" y="1768160"/>
        <a:ext cx="2444055" cy="2053006"/>
      </dsp:txXfrm>
    </dsp:sp>
    <dsp:sp modelId="{E38CC6C2-280C-324A-9D0A-9E3363FC16A0}">
      <dsp:nvSpPr>
        <dsp:cNvPr id="0" name=""/>
        <dsp:cNvSpPr/>
      </dsp:nvSpPr>
      <dsp:spPr>
        <a:xfrm>
          <a:off x="3400317" y="810090"/>
          <a:ext cx="1026503" cy="1026503"/>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550645" y="960418"/>
        <a:ext cx="725847" cy="725847"/>
      </dsp:txXfrm>
    </dsp:sp>
    <dsp:sp modelId="{FAF07DC4-DC14-1C4D-A8FE-A84BA8433A59}">
      <dsp:nvSpPr>
        <dsp:cNvPr id="0" name=""/>
        <dsp:cNvSpPr/>
      </dsp:nvSpPr>
      <dsp:spPr>
        <a:xfrm>
          <a:off x="2691541" y="3889528"/>
          <a:ext cx="244405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AAC4C8-B569-6F4B-9416-E2CA3CE58DD4}">
      <dsp:nvSpPr>
        <dsp:cNvPr id="0" name=""/>
        <dsp:cNvSpPr/>
      </dsp:nvSpPr>
      <dsp:spPr>
        <a:xfrm>
          <a:off x="5380002" y="467923"/>
          <a:ext cx="2444055" cy="3421677"/>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488950">
            <a:lnSpc>
              <a:spcPct val="90000"/>
            </a:lnSpc>
            <a:spcBef>
              <a:spcPct val="0"/>
            </a:spcBef>
            <a:spcAft>
              <a:spcPct val="35000"/>
            </a:spcAft>
            <a:buNone/>
          </a:pPr>
          <a:r>
            <a:rPr lang="es-MX" sz="1100" b="1" kern="1200" dirty="0"/>
            <a:t>Aprendizaje Semi Supervisado</a:t>
          </a:r>
          <a:r>
            <a:rPr lang="es-MX" sz="1100" kern="1200" dirty="0"/>
            <a:t>: </a:t>
          </a:r>
          <a:r>
            <a:rPr lang="es-MX" sz="1100" b="0" i="0" kern="1200" dirty="0"/>
            <a:t>es un tipo de aprendizaje automático que entrena modelos de inteligencia artificial utilizando tanto </a:t>
          </a:r>
          <a:r>
            <a:rPr lang="es-MX" sz="1100" b="1" i="0" kern="1200" dirty="0"/>
            <a:t>datos etiquetados</a:t>
          </a:r>
          <a:r>
            <a:rPr lang="es-MX" sz="1100" b="0" i="0" kern="1200" dirty="0"/>
            <a:t> (como en el aprendizaje supervisado) como una </a:t>
          </a:r>
          <a:r>
            <a:rPr lang="es-MX" sz="1100" b="1" i="0" kern="1200" dirty="0"/>
            <a:t>gran cantidad de datos no etiquetados</a:t>
          </a:r>
          <a:r>
            <a:rPr lang="es-MX" sz="1100" b="0" i="0" kern="1200" dirty="0"/>
            <a:t> (como en el aprendizaje no supervisado)</a:t>
          </a:r>
          <a:endParaRPr lang="es-MX" sz="1100" kern="1200" dirty="0"/>
        </a:p>
      </dsp:txBody>
      <dsp:txXfrm>
        <a:off x="5380002" y="1768160"/>
        <a:ext cx="2444055" cy="2053006"/>
      </dsp:txXfrm>
    </dsp:sp>
    <dsp:sp modelId="{3032ACF5-DA54-5A47-B273-C8F186AA8F8F}">
      <dsp:nvSpPr>
        <dsp:cNvPr id="0" name=""/>
        <dsp:cNvSpPr/>
      </dsp:nvSpPr>
      <dsp:spPr>
        <a:xfrm>
          <a:off x="6088778" y="810090"/>
          <a:ext cx="1026503" cy="1026503"/>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s-MX" sz="4800" kern="1200"/>
            <a:t>3</a:t>
          </a:r>
        </a:p>
      </dsp:txBody>
      <dsp:txXfrm>
        <a:off x="6239106" y="960418"/>
        <a:ext cx="725847" cy="725847"/>
      </dsp:txXfrm>
    </dsp:sp>
    <dsp:sp modelId="{893B7634-787D-A54E-9D0F-AEC0CE5845E4}">
      <dsp:nvSpPr>
        <dsp:cNvPr id="0" name=""/>
        <dsp:cNvSpPr/>
      </dsp:nvSpPr>
      <dsp:spPr>
        <a:xfrm>
          <a:off x="5380002" y="3889528"/>
          <a:ext cx="244405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656B74-B4B0-5848-8380-E36A59D2A08E}">
      <dsp:nvSpPr>
        <dsp:cNvPr id="0" name=""/>
        <dsp:cNvSpPr/>
      </dsp:nvSpPr>
      <dsp:spPr>
        <a:xfrm>
          <a:off x="8068463" y="467923"/>
          <a:ext cx="2444055" cy="342167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488950">
            <a:lnSpc>
              <a:spcPct val="90000"/>
            </a:lnSpc>
            <a:spcBef>
              <a:spcPct val="0"/>
            </a:spcBef>
            <a:spcAft>
              <a:spcPct val="35000"/>
            </a:spcAft>
            <a:buNone/>
          </a:pPr>
          <a:r>
            <a:rPr lang="es-MX" sz="1100" b="1" i="0" kern="1200"/>
            <a:t>Aprendizaje por Refuerzo</a:t>
          </a:r>
          <a:r>
            <a:rPr lang="es-MX" sz="1100" b="0" i="0" kern="1200"/>
            <a:t>: El algoritmo aprende a tomar decisiones a través de prueba y error, recibiendo recompensas o castigos según su desempeño. Ejemplo: juegos y control de robots.</a:t>
          </a:r>
          <a:endParaRPr lang="en-US" sz="1100" kern="1200"/>
        </a:p>
      </dsp:txBody>
      <dsp:txXfrm>
        <a:off x="8068463" y="1768160"/>
        <a:ext cx="2444055" cy="2053006"/>
      </dsp:txXfrm>
    </dsp:sp>
    <dsp:sp modelId="{1815BFAD-E7B4-134D-BA3B-F19F9C1CB2E2}">
      <dsp:nvSpPr>
        <dsp:cNvPr id="0" name=""/>
        <dsp:cNvSpPr/>
      </dsp:nvSpPr>
      <dsp:spPr>
        <a:xfrm>
          <a:off x="8777239" y="810090"/>
          <a:ext cx="1026503" cy="1026503"/>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a:t>4</a:t>
          </a:r>
        </a:p>
      </dsp:txBody>
      <dsp:txXfrm>
        <a:off x="8927567" y="960418"/>
        <a:ext cx="725847" cy="725847"/>
      </dsp:txXfrm>
    </dsp:sp>
    <dsp:sp modelId="{B7CF2067-277A-4A49-BF03-BCB316344759}">
      <dsp:nvSpPr>
        <dsp:cNvPr id="0" name=""/>
        <dsp:cNvSpPr/>
      </dsp:nvSpPr>
      <dsp:spPr>
        <a:xfrm>
          <a:off x="8068463" y="3889528"/>
          <a:ext cx="2444055" cy="7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FB984-B373-B247-9064-7176D0864D7F}">
      <dsp:nvSpPr>
        <dsp:cNvPr id="0" name=""/>
        <dsp:cNvSpPr/>
      </dsp:nvSpPr>
      <dsp:spPr>
        <a:xfrm>
          <a:off x="1283" y="0"/>
          <a:ext cx="5006206" cy="435752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977900">
            <a:lnSpc>
              <a:spcPct val="90000"/>
            </a:lnSpc>
            <a:spcBef>
              <a:spcPct val="0"/>
            </a:spcBef>
            <a:spcAft>
              <a:spcPct val="35000"/>
            </a:spcAft>
            <a:buNone/>
          </a:pPr>
          <a:r>
            <a:rPr lang="es-ES_tradnl" sz="2200" b="1" kern="1200" noProof="0" dirty="0"/>
            <a:t>Aprendizaje online: </a:t>
          </a:r>
          <a:r>
            <a:rPr lang="es-ES_tradnl" sz="2200" kern="1200" noProof="0" dirty="0"/>
            <a:t>se enfoca en el entrenamiento incremental, adaptándose de forma continua a flujos de datos que llegan en tiempo real.</a:t>
          </a:r>
        </a:p>
      </dsp:txBody>
      <dsp:txXfrm>
        <a:off x="1283" y="1655859"/>
        <a:ext cx="5006206" cy="2614514"/>
      </dsp:txXfrm>
    </dsp:sp>
    <dsp:sp modelId="{E9E912E9-6959-AB48-8B5D-B778DD93F44F}">
      <dsp:nvSpPr>
        <dsp:cNvPr id="0" name=""/>
        <dsp:cNvSpPr/>
      </dsp:nvSpPr>
      <dsp:spPr>
        <a:xfrm>
          <a:off x="1850758" y="435752"/>
          <a:ext cx="1307257" cy="130725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19" tIns="12700" rIns="10191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042201" y="627195"/>
        <a:ext cx="924371" cy="924371"/>
      </dsp:txXfrm>
    </dsp:sp>
    <dsp:sp modelId="{B783674B-9A82-9446-8471-212BFE16388A}">
      <dsp:nvSpPr>
        <dsp:cNvPr id="0" name=""/>
        <dsp:cNvSpPr/>
      </dsp:nvSpPr>
      <dsp:spPr>
        <a:xfrm>
          <a:off x="1283" y="4357452"/>
          <a:ext cx="5006206"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AD7401-E5A4-F540-B487-862110690170}">
      <dsp:nvSpPr>
        <dsp:cNvPr id="0" name=""/>
        <dsp:cNvSpPr/>
      </dsp:nvSpPr>
      <dsp:spPr>
        <a:xfrm>
          <a:off x="5508110" y="0"/>
          <a:ext cx="5006206" cy="4357524"/>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977900">
            <a:lnSpc>
              <a:spcPct val="90000"/>
            </a:lnSpc>
            <a:spcBef>
              <a:spcPct val="0"/>
            </a:spcBef>
            <a:spcAft>
              <a:spcPct val="35000"/>
            </a:spcAft>
            <a:buNone/>
          </a:pPr>
          <a:r>
            <a:rPr lang="es-MX" sz="2200" b="1" i="0" kern="1200" dirty="0"/>
            <a:t>Aprendizaje batch: </a:t>
          </a:r>
          <a:r>
            <a:rPr lang="es-MX" sz="2200" b="0" i="0" kern="1200" dirty="0"/>
            <a:t>tambien conocido como aprendizaje por lotes u offline. El modelo se entrena utilizando la totalidad de los datos de entrenamiento en un único proceso.</a:t>
          </a:r>
          <a:endParaRPr lang="en-US" sz="2200" kern="1200" dirty="0"/>
        </a:p>
      </dsp:txBody>
      <dsp:txXfrm>
        <a:off x="5508110" y="1655859"/>
        <a:ext cx="5006206" cy="2614514"/>
      </dsp:txXfrm>
    </dsp:sp>
    <dsp:sp modelId="{E38CC6C2-280C-324A-9D0A-9E3363FC16A0}">
      <dsp:nvSpPr>
        <dsp:cNvPr id="0" name=""/>
        <dsp:cNvSpPr/>
      </dsp:nvSpPr>
      <dsp:spPr>
        <a:xfrm>
          <a:off x="7357584" y="435752"/>
          <a:ext cx="1307257" cy="1307257"/>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19" tIns="12700" rIns="10191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7549027" y="627195"/>
        <a:ext cx="924371" cy="924371"/>
      </dsp:txXfrm>
    </dsp:sp>
    <dsp:sp modelId="{FAF07DC4-DC14-1C4D-A8FE-A84BA8433A59}">
      <dsp:nvSpPr>
        <dsp:cNvPr id="0" name=""/>
        <dsp:cNvSpPr/>
      </dsp:nvSpPr>
      <dsp:spPr>
        <a:xfrm>
          <a:off x="5508110" y="4357452"/>
          <a:ext cx="5006206"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FB984-B373-B247-9064-7176D0864D7F}">
      <dsp:nvSpPr>
        <dsp:cNvPr id="0" name=""/>
        <dsp:cNvSpPr/>
      </dsp:nvSpPr>
      <dsp:spPr>
        <a:xfrm>
          <a:off x="1283" y="0"/>
          <a:ext cx="5006206" cy="4357524"/>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666750">
            <a:lnSpc>
              <a:spcPct val="90000"/>
            </a:lnSpc>
            <a:spcBef>
              <a:spcPct val="0"/>
            </a:spcBef>
            <a:spcAft>
              <a:spcPct val="35000"/>
            </a:spcAft>
            <a:buNone/>
          </a:pPr>
          <a:r>
            <a:rPr lang="es-ES_tradnl" sz="1500" b="1" kern="1200" noProof="0" dirty="0"/>
            <a:t>Aprendizaje basado en instancias: </a:t>
          </a:r>
          <a:r>
            <a:rPr lang="es-MX" sz="1500" b="0" i="0" kern="1200" dirty="0"/>
            <a:t>El algoritmo no crea una representación general de los datos durante el entrenamiento, sino que simplemente almacena todas las instancias o ejemplos vistos. Cuando recibe un nuevo dato para predecir, busca en la memoria las instancias más similares y utiliza la información de estas para hacer una predicción.</a:t>
          </a:r>
          <a:endParaRPr lang="es-ES_tradnl" sz="1500" kern="1200" noProof="0" dirty="0"/>
        </a:p>
      </dsp:txBody>
      <dsp:txXfrm>
        <a:off x="1283" y="1655859"/>
        <a:ext cx="5006206" cy="2614514"/>
      </dsp:txXfrm>
    </dsp:sp>
    <dsp:sp modelId="{E9E912E9-6959-AB48-8B5D-B778DD93F44F}">
      <dsp:nvSpPr>
        <dsp:cNvPr id="0" name=""/>
        <dsp:cNvSpPr/>
      </dsp:nvSpPr>
      <dsp:spPr>
        <a:xfrm>
          <a:off x="1850758" y="435752"/>
          <a:ext cx="1307257" cy="130725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19" tIns="12700" rIns="10191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2042201" y="627195"/>
        <a:ext cx="924371" cy="924371"/>
      </dsp:txXfrm>
    </dsp:sp>
    <dsp:sp modelId="{B783674B-9A82-9446-8471-212BFE16388A}">
      <dsp:nvSpPr>
        <dsp:cNvPr id="0" name=""/>
        <dsp:cNvSpPr/>
      </dsp:nvSpPr>
      <dsp:spPr>
        <a:xfrm>
          <a:off x="1283" y="4357452"/>
          <a:ext cx="5006206"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AD7401-E5A4-F540-B487-862110690170}">
      <dsp:nvSpPr>
        <dsp:cNvPr id="0" name=""/>
        <dsp:cNvSpPr/>
      </dsp:nvSpPr>
      <dsp:spPr>
        <a:xfrm>
          <a:off x="5508110" y="0"/>
          <a:ext cx="5006206" cy="4357524"/>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303" tIns="330200" rIns="390303" bIns="330200" numCol="1" spcCol="1270" anchor="t" anchorCtr="0">
          <a:noAutofit/>
        </a:bodyPr>
        <a:lstStyle/>
        <a:p>
          <a:pPr marL="0" lvl="0" indent="0" algn="l" defTabSz="666750">
            <a:lnSpc>
              <a:spcPct val="90000"/>
            </a:lnSpc>
            <a:spcBef>
              <a:spcPct val="0"/>
            </a:spcBef>
            <a:spcAft>
              <a:spcPct val="35000"/>
            </a:spcAft>
            <a:buNone/>
          </a:pPr>
          <a:r>
            <a:rPr lang="es-MX" sz="1500" b="1" i="0" kern="1200" dirty="0"/>
            <a:t>Aprendizaje basado en modelos: </a:t>
          </a:r>
          <a:r>
            <a:rPr lang="es-MX" sz="1500" b="0" i="0" kern="1200" dirty="0"/>
            <a:t>Durante el entrenamiento, el algoritmo examina los datos y construye un modelo (por ejemplo, un árbol de decisión, una red neuronal o un modelo lineal) que ha extraído los patrones más importantes. Una vez que el modelo ha sido entrenado, las instancias de entrenamiento originales ya no son necesarias para hacer predicciones.</a:t>
          </a:r>
          <a:endParaRPr lang="en-US" sz="1500" kern="1200" dirty="0"/>
        </a:p>
      </dsp:txBody>
      <dsp:txXfrm>
        <a:off x="5508110" y="1655859"/>
        <a:ext cx="5006206" cy="2614514"/>
      </dsp:txXfrm>
    </dsp:sp>
    <dsp:sp modelId="{E38CC6C2-280C-324A-9D0A-9E3363FC16A0}">
      <dsp:nvSpPr>
        <dsp:cNvPr id="0" name=""/>
        <dsp:cNvSpPr/>
      </dsp:nvSpPr>
      <dsp:spPr>
        <a:xfrm>
          <a:off x="7357584" y="435752"/>
          <a:ext cx="1307257" cy="1307257"/>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919" tIns="12700" rIns="10191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7549027" y="627195"/>
        <a:ext cx="924371" cy="924371"/>
      </dsp:txXfrm>
    </dsp:sp>
    <dsp:sp modelId="{FAF07DC4-DC14-1C4D-A8FE-A84BA8433A59}">
      <dsp:nvSpPr>
        <dsp:cNvPr id="0" name=""/>
        <dsp:cNvSpPr/>
      </dsp:nvSpPr>
      <dsp:spPr>
        <a:xfrm>
          <a:off x="5508110" y="4357452"/>
          <a:ext cx="5006206"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4:30.542"/>
    </inkml:context>
    <inkml:brush xml:id="br0">
      <inkml:brushProperty name="width" value="0.08571" units="cm"/>
      <inkml:brushProperty name="height" value="0.08571" units="cm"/>
      <inkml:brushProperty name="color" value="#004F8B"/>
    </inkml:brush>
  </inkml:definitions>
  <inkml:trace contextRef="#ctx0" brushRef="#br0">362 471 7259,'-5'-10'0,"0"0"0,0 0 0,0 0 0,0 1-44,2-3 1,-1 4 0,1-2 0,-3-1 393,-2-2 0,4-2-28,-1 0 1,-1 1 0,-1-1 454,-1 0 1,5 5-1,-2 1 376,3-3 0,-3 4 503,1-2-2345,-1 7 654,5-4 0,0 11 1,0 4-1,0 8 1,0 4-64,0 1 0,0 5-38,0-1 1,5 6 95,-1-2 1,1 9 0,-3-11 0,1 1 147,2-2 1,0 2 0,-3 3 0,1-3 106,2 0 0,0-1 1,-5 1-69,0-3 1,0 1-1,0-7 1,0-1 172,0-1 0,0-3 0,-2 1 0,-1 0-146,-2 0 0,-5-1 0,4-1 0,-3-1 1,0-2-95,0 1 1,-4-3 0,4 0 0,-4 0 355,-2 1-545,0-6 1,0 3 1,1-6 1,-1 0 0,0 0 0,1 0 0,-3-1-879,-2-4 1,2 2 454,-2-7 1,7 5-1,3-3-3332,-3 1 2231,6 2 0,6 5 1631,9 0 0,4 0 0,2 0 0</inkml:trace>
  <inkml:trace contextRef="#ctx0" brushRef="#br0" timeOffset="717">641 118 7063,'-15'0'508,"7"2"0,1 1 0,2 3 240,1 2 1,-6-3-558,5 5 1,-5 0 0,4 5-11,-3-1 0,5 6 0,-5 1 1,3 0-1,1 2 209,-2 0 0,4 2-452,-7 4 1,5 5-65,-4 1 1,5-1 0,-1-5 0,2 1 95,-2-1 0,4-1 0,-4-2 0,3-3 0,2 0 19,0 0 0,0-5 51,0 1 0,5-2 0,2-3 0,1 1-19,3 0 1,-3-6-1,2 1 1,2 0-80,1-2 0,-4 4 0,1-6-83,2 2 1,1-4-1,1 1-257,1-4 0,0-1 1,-1 0-14,1 0 1,0 0-1,0 0 1,1-1 410,4-4 0,-4-10 0,5-8 0</inkml:trace>
  <inkml:trace contextRef="#ctx0" brushRef="#br0" timeOffset="1349">876 280 8187,'-10'0'270,"0"0"0,5 1-72,-4 4 1,4-2 0,-3 7 0,1 2-140,4 1 0,-4 1 1,2 1-1,2 0 108,1-1 0,-2 6 0,-1 1-104,1 2 1,3-5 0,1 2 0,0-4 0,0 0 18,0 4 0,0-4 1,1 4 21,4-4 1,-1-6 0,5 0 0,3 0 209,1-2 0,2 3 1,-1-6-90,1-2 0,0-1 1,-1-2-1,1 0 73,0 0 0,-1-6 0,1-4-173,0-3 0,4 0 0,1 0 0,-2-1 0,-3-2 0,-4 0-71,-1-1 1,-2 3 0,2-1-57,-5 0 1,1 1-1,-1-1-11,-1 0 1,-3 1 0,-2-1 0,-4-1-172,-5-4 1,0 2 0,-3-5 0,-3 2-117,-1 3 1,-6 0 0,1 0 0,-3-2-166,1 2 1,6 7 0,-2 3 0,4 1-22,1 4 1,0 1-1,1 4 1,-1 3-205,0 5 0,0 8 465,1 1 1,4 7 0,2-3 0,1 2 0,4-1-1,1 1 225,2-2 0,0-2 0,0-6 0</inkml:trace>
  <inkml:trace contextRef="#ctx0" brushRef="#br0" timeOffset="1818">891 441 8157,'-15'0'267,"2"2"1,1 1 1113,3 2-414,5 0-466,-2-5-412,6 0 1,2 0 35,2 0 0,0 0 0,5 0 0,3 0 29,1 0 1,3 0 0,2 0 0,2 0 46,-2 0 0,-2 0 0,-1 0-84,0 0 0,-1 0 0,-1-2 1,-1-1-167,-2-2 1,-1 0 0,6 5-491,0 0 0,-5-5 1,-1 0-842,3 2 0,1 0 1,2 0 1379,-1-2 0,-6-7 0,-1 4 0</inkml:trace>
  <inkml:trace contextRef="#ctx0" brushRef="#br0" timeOffset="2281">1067 15 8664,'0'-8'18,"2"1"0,3 7 0,4 0 42,4 0 0,4 7 0,1 3 1,1 3-1,1 1 365,1 1 0,0 0-324,4-1 0,-2 6 0,-5 1 0,1 2-83,-1 3 0,0-3 0,-1 2 0,-1 1 38,-3 2 1,-3 1 0,1-1 0,-3-2 71,-1-2 1,-2-1-1,-5 3 1,0-1 3,0 1 0,0-2 0,0 3 0,-2 0-15,-3 0 1,-1-1 0,-6 3 0,3 0 0,-3 1 0,1-2 1,-1-2-1,2-3-110,-1-2 0,3-2 1,0-4-1,0-2-485,-1-3 0,6 3 0,-3-5 0,1 2-977,0 0 1,-2-7 1453,2 2 0,-3 3 0,-7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4:45.283"/>
    </inkml:context>
    <inkml:brush xml:id="br0">
      <inkml:brushProperty name="width" value="0.08571" units="cm"/>
      <inkml:brushProperty name="height" value="0.08571" units="cm"/>
      <inkml:brushProperty name="color" value="#004F8B"/>
    </inkml:brush>
  </inkml:definitions>
  <inkml:trace contextRef="#ctx0" brushRef="#br0">74 133 7305,'-2'-13'-266,"-3"3"1,2-3 0,-5 3 1431,1-3 0,-4-2 353,1 0-857,-3 1 0,5 4 120,3 0-245,3 7-612,2-4 1,0 14-1,0 3 1,0 4 0,0 4-1,0 4 102,0 0 0,7 9 0,1 9-75,0 2 1,0-3 0,-4-1 0,2-1 63,2 1 1,-3-5 0,3 1 0,-1-3 31,-4-2 0,4-6 0,-2-1 1,-2-3-9,-1 1 1,-1-1-66,4-4 0,-3 0-124,3-1 180,3-5 101,-7-3 44,6-6 1,-7-2-1,0-2-387,0-6 0,2-5 0,1-3 1,2-3-175,-2-2 0,4-1 1,-1-4 122,2 3 1,-4 4 0,2 6 0,-1 1-436,0-1 483,6 0 1,-7 7 242,5 3 0,-4 4 0,3 2 71,-1 4 0,4-2 0,-2 7-55,-1 2 1,3 1-1,-4 1 1,1 1 0,2 1-1,-1 2 605,1 2 1,-2 0-570,2-6 1,2 6 0,-6-1 0,1-1-1,1-1 91,0-3-290,-5 1 0,5-5 12,-3 0 0,-3-5 0,5 3-802,-1-2 1,-3 6-455,7-2 1031,-7-4 0,10 1 0,-3-7 331,3 0 0,-4 0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14.853"/>
    </inkml:context>
    <inkml:brush xml:id="br0">
      <inkml:brushProperty name="width" value="0.08571" units="cm"/>
      <inkml:brushProperty name="height" value="0.08571" units="cm"/>
      <inkml:brushProperty name="color" value="#004F8B"/>
    </inkml:brush>
  </inkml:definitions>
  <inkml:trace contextRef="#ctx0" brushRef="#br0">88 221 9515,'-8'1'983,"3"4"1,2-1-723,-2 5 0,4 1-189,-4 5 1,1-5 0,1-1 0,-2 3-1,2 1 1,1 2-94,2-1 1,-1 3 0,-3 1 125,0 1 0,-1 2 0,5-3-169,0 2 1,-5 1 0,0-3 0,2 2 0,1-2 38,2-2 1,0-1-1,0 0 59,0-1 1,6 1 8,4 0 1,3-2-1,2-4 12,0-4 1,-5-1 0,-1-1 0,3 2 79,1-2 1,2-1-1,-1-2-40,1 0 0,-5-5 1,0 0-1,1 0-10,2-2 1,-3 1 0,0-5 0,-1 1-5,0-2 0,2-1 0,-4 0-27,1 3 0,-3-3 0,3 3 1,-2-3 5,-2-1 1,-3-1-1,-1 0 1,0-1-102,0-4 1,0 4 0,0-4 0,-1 4-96,-4 1 1,-3-4-1,-7-1 1,2 2 63,3 2 0,-3 1 1,3 2-1,-1 2 20,1 1-110,-3 7 0,5-4-262,-7 7 1,0 0 0,1 0 0,-1 2-154,0 3 1,5-2 0,2 7 268,2 1 1,-6-3 0,4 2-1,0 2 1,1-1-733,1-1 1,4 3 1039,-3-3 0,4-4 0,1 1 0</inkml:trace>
  <inkml:trace contextRef="#ctx0" brushRef="#br0" timeOffset="442">59 441 8146,'-8'2'-745,"1"1"1,1 2 560,-4-2 1,2-1 0,0 0 2843,1 2-1024,2-2-896,5 5 1,2-7-427,3 0 1,8 0-1,6 0-70,-1 0 0,-1 0 1,-3 0-1,1 0-42,0 0 1,0 0 0,-1 0 0,1 0 27,0 0 1,-1 0 0,1 0-1,0 0-56,-1 0 0,1-5-341,0 0 0,-5 0 0,-1 5-121,3 0-1636,1 0-2757,2 0 4681,-1 0 0,1 0 0,0 0 0</inkml:trace>
  <inkml:trace contextRef="#ctx0" brushRef="#br0" timeOffset="1228">632 30 11758,'-9'14'301,"0"1"0,3 0-352,3-1 1,-1 1-1,1 1 1,-2 2 0,2 2-227,1-2 1,1 5 0,-3 0 143,-1 0 1,1 4-1,4-4 1,0 0 26,0-3 0,0 1 1,0-1-1,0-2 30,0-2 0,0-1 0,0-1 0,0 1 117,0 0 0,4-1 0,3 1-50,1 0 0,2-1 0,5-1 17,-1-3 0,-4-3 1,0-7-1,1 1 14,2 4 1,2-3 0,0 3-36,-1-3 1,1-2-1,0 0-259,0 0 1,-6 0 0,1 0-299,2 0 0,1-2 0,1-1 570,1-2 0,0-7 0,-1 4 0</inkml:trace>
  <inkml:trace contextRef="#ctx0" brushRef="#br0" timeOffset="1621">823 221 8200,'-14'0'1385,"6"0"-1141,1 0 0,7 1 0,2 4-6,3 5 0,3 2 0,5-1-90,-3-1 1,3-2 0,-4 3 0,3-1-50,-2 2 1,3-4 0,-3 0 0,3 0-98,1 0 0,-4 0 1,0 2-1,0-3-230,-2-1 1,5 1 0,-3 4-732,3-1 756,-5-7 0,5 9-163,-3-7 0,1 1 1,1-3-440,-3 2 1,-4 0 244,5-5 560,-7 0 0,11 0 0,-6 0 0</inkml:trace>
  <inkml:trace contextRef="#ctx0" brushRef="#br0" timeOffset="1894">1103 147 8747,'-10'0'650,"2"2"0,0 3-660,-1 5 1,4 3 0,-4 1-1,-1 1 130,2 0 0,-5 4 1,3 3-1,-2-1-83,3 0 1,-4 4-1,3-4 1,-2 0-251,3 0 0,-3 4 0,6-6 1,-1-1-1,0-1-355,4-3 0,-3 1 8,1 0 1,0-1 0,7-1 559,2-3 0,5-3 0,5-7 0</inkml:trace>
  <inkml:trace contextRef="#ctx0" brushRef="#br0" timeOffset="2305">1147 0 6458,'14'0'665,"-5"0"1,-1 0-1,-5 2 1,4 1-453,1 2 1,2 6 0,4-2 0,1 0 410,0 1-462,-1 0 0,1 10-130,0-1 1,-1 2 0,0-3 0,-3 2 51,-1-2 0,-2 3 0,2-1 0,-4-2 1,-1 0 23,0 1 0,0-2 0,-5 2 0,0-1 0,0 2-85,0 4 0,0-2 0,-2-1-61,-3 0 0,2-3 0,-5 5 1,0 0-1,1-2-232,1 0 1,-6-1-1,4-4 1,-2 2-204,1 2 0,4-2 0,-5-7 0,-2-1-774,-1 1 1247,5 2 0,-11 2 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20.278"/>
    </inkml:context>
    <inkml:brush xml:id="br0">
      <inkml:brushProperty name="width" value="0.08571" units="cm"/>
      <inkml:brushProperty name="height" value="0.08571" units="cm"/>
      <inkml:brushProperty name="color" value="#004F8B"/>
    </inkml:brush>
  </inkml:definitions>
  <inkml:trace contextRef="#ctx0" brushRef="#br0">74 573 6434,'-8'0'3591,"1"0"-3195,7 0 235,0 0 1,7 0-567,3 0 1,3 0 10,2 0 1,-1 0-35,1 0 1,0 0 33,-1 0 0,1-5 0,0 1 0,-1 0 0,3 3 10,2 1 1,-2 0 0,2-2 0,-2-1-237,-3-2 0,1 0 1,0 5 167,-1 0-129,-5 0-554,4 0-668,-12 0 208,6 0 416,-7 0 1,0-2-746,0-3 1454,0 4 0,6-12 0,3 5 0</inkml:trace>
  <inkml:trace contextRef="#ctx0" brushRef="#br0" timeOffset="414">74 353 7114,'-15'0'0,"1"0"112,-1 0 1315,7 0-373,-5 0-286,11 0-152,-4 0-274,6 0 0,6 0 0,4 0-162,3 0 0,2 0 1,1 0-1,2 0-8,2 0 0,-1 0 0,-4 0 0,0 0 11,-1 0 0,1 0 0,0 0 0,-1 0-63,1 0 0,0-2 1,0-1-165,-1-2 0,-4 0 0,0 5-218,1 0 0,-3 0 231,2 0 0,-5 0-436,5 0 0,-5 0-152,5 0 0,-5 0 0,4 0-388,3 0 1,1 0 0,2 0 1006,-1 0 0,1-6 0,0-3 0</inkml:trace>
  <inkml:trace contextRef="#ctx0" brushRef="#br0" timeOffset="1413">868 103 7177,'-5'-10'55,"0"0"1,-1 7 0,1-3 537,-5-1 1,2 5 262,-2-3-67,7 4-638,-10 1 1,9 0 0,-6 1 8,-1 4 0,3 4 0,-2 5-260,-1 1 1,2 5 0,1-1 0,2 1 48,3 1 1,-4-3 0,0 5-1,1 0 68,-1 0 1,3-4-1,4 4 1,0 0-43,0 0 1,-2-5 0,-1 3 0,-2-1 0,1-1-17,3-1 0,1-2 0,0-1 5,0 0 1,5 0 0,0-1-1,0-1 34,1-3 1,2 3-1,7-5 23,0 0 1,-1 4-1,1-7 1,0-2-1,-1 0 33,1 2 0,0-3 0,-1 3 36,1-4 0,2-1 0,0 0 0,3 0 1,-2 0 134,-2 0 0,-1-1 0,0-2-138,-1-2 1,1-5 0,0 3 0,1-1 25,4-3 1,-4-2 0,4-2 0,-4 2 0,-3 0 162,-3-2 0,3 4 1,-3-9-194,3 4 0,-3-1 0,-2-1 0,0-1 0,-1-1 19,-1-1 1,-1 3 0,-5-5-101,0 2 1,0-4 0,-2 4-1,-3 0 1,-4-2-63,-4 0 0,-4 0 0,-1-3 0,-1 3-79,1 2 0,-4 2 0,3 4 1,-1 0 77,-1 0 0,3 7 0,-5 2 0,2 1-358,3 0 0,-3 0 1,0 7 10,-2 3 1,3-2 0,-3 7 0,0 1 0,2 2-283,0 2 1,-4 0 0,6-1 304,1 1 1,3-5 0,4 0 384,1 1 0,7 2 0,-10 2 0,4-1 0</inkml:trace>
  <inkml:trace contextRef="#ctx0" brushRef="#br0" timeOffset="1959">780 353 8234,'-8'0'-114,"-6"0"1271,13 0-907,-6 0-88,7 0 0,2 0 187,3 0 1,3 0 0,7 0 0,-1 0 24,1 0 1,5 0 0,-1 0-123,-1 0 0,5-5 0,0 0-122,0 2 1,3 0 0,-6-1 0,-2-1 0,-2 2 0,-1 1 137,-1 2 0,1 0 0,0-1-548,-1-4-791,1 3-567,0-4-81,-7 6 875,-2 0 844,-6 0 0,7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26.991"/>
    </inkml:context>
    <inkml:brush xml:id="br0">
      <inkml:brushProperty name="width" value="0.08571" units="cm"/>
      <inkml:brushProperty name="height" value="0.08571" units="cm"/>
      <inkml:brushProperty name="color" value="#004F8B"/>
    </inkml:brush>
  </inkml:definitions>
  <inkml:trace contextRef="#ctx0" brushRef="#br0">97 368 6040,'0'-8'2689,"0"-5"-2096,0 11 1,-5-6 348,0 3-680,0 4-255,5-6 1,0 9 83,0 3 0,0 3 0,0 7 1,0-1-103,0 1 0,-1-5 0,-2 0 108,-2 1 0,0 2 1,5 2-22,0 0 1,0-6 0,0 1-48,0 2 1,0 1-6,0 1 0,0 1-168,0 0 161,0-1 1,0-4-86,0 0 0,5-5 41,0 5 1,1-5 0,-1 3 57,5-2 1,-2 1-1,2-4 110,1 2 0,2 0-18,2-5 0,0 0 1,-1 0 19,1 0 1,0-2-1,-1-1-24,1-2 1,-5-5 0,0 4-32,1-2 0,2-1 0,0-2 0,-3 1 326,-5-1-354,3 4 1,-6-6-1,4 5 50,1 0 0,-5-5 0,2 3-59,-2-3 1,-2-2 0,0 1-1,0-1 1,0 0 11,0 0 1,0 1-54,0-1 1,-2 0-1,-1 1 1,-2-1-92,2 0 1,-4 5 0,1 2-1,-1 0-35,1 0 1,-6 3-47,3-5 1,-4 7-1,-2-4-150,0 1 0,0 4 0,-1-3 25,-3 4 1,2 1 0,-2 1 0,1 3 29,-2 1 0,4 4 1,-4-2-1,4-1-3,1 1 0,5-1 0,0-2-105,-1 1 1,4 1 0,1-3-1097,-1 2 174,6 0 1287,1 2 0,8-6 0,7 6 0</inkml:trace>
  <inkml:trace contextRef="#ctx0" brushRef="#br0" timeOffset="2928">700 368 7946,'-10'0'-1752,"2"-1"2432,1-4 1,1 3-44,1-3 0,3 2 1059,-3-2-489,-3 3-604,7-4-540,-6 6-172,7 0 0,2 0 0,3 0 74,4 0 0,4 0 0,2 0 1,0 0 25,0 0 1,-1 0 0,1-2-1,0-1 47,-1-2 0,1 0 0,0 5 4,-1 0 0,1 0-49,0 0 0,0 0-69,-1 0 0,-4 0-131,0 0 0,-5 0-56,5 0 1,-6 0 0,5-1-400,-3-4 0,1 3-503,-2-3 1,-4 2 1164,4-2 0,-3 3 0,-2-4 0</inkml:trace>
  <inkml:trace contextRef="#ctx0" brushRef="#br0" timeOffset="3328">744 177 7782,'0'-10'-1290,"0"1"3958,0 5-1945,0-2-443,0 6 0,0 1-117,0 4 1,0 4-1,0 7 1,0 2-68,0 1 1,0 3-1,0-4 1,0 3 29,0 2-31,6-5 1,-4 8 0,3-7-30,-3-1 0,-2 0 0,0 0 0,0 2 1,0-2-279,0-2 1,0-1 191,0 0 0,1-2 1,3-2-1,0-1-742,0 1 387,-3-4 1,1-1 0,1-4-15,2 3 1,2-3-1,-2 2 389,4-2 0,4-8 0,2-3 0</inkml:trace>
  <inkml:trace contextRef="#ctx0" brushRef="#br0" timeOffset="4553">1244 30 8027,'-7'-8'-551,"-1"2"0,-2 1 1388,0 0-152,7 0-206,-10 5 0,7 1-266,-4 4 0,2-3 0,4 5-73,-1-1 1,-1 2-1,1 7-46,-5 0 0,4-1 0,-1 1 0,2 0-9,0-1 1,-1 1 0,2 1 0,0 2 0,-1 2-111,-2-2 0,6 0 1,-4 0-1,3 2-25,2-2 1,-2-2 0,-1-1-1,-2-1 46,2 1 1,1 0 0,2-1 6,0 1 1,0 0-75,0-1 1,0 1 58,0 0 0,2 0 1,1-1 4,2 1 1,5-5-1,-5 0 7,-2 1 1,4-3 0,-1 2 30,2 1 0,-3-4 1,3-1-1,1-1 20,-1 0 0,-3 5 19,4-5-6,1 0 0,5-5 0,0 0 51,-1 0 1,1 0 0,0 0 0,-1 0 21,1 0 0,0-2-58,-1-3 0,1-1 0,0-6 0,0 4 0,-1 0 158,1 0 0,-5 0 0,0-4-88,1 2 1,0 1 0,1-6 0,-4 0-42,-1 1 0,4-3 0,-3-1 1,2-1-1,-2 1-28,-1 1 0,2-2 0,-2-1 0,0 1-74,-1-3 1,-1 6 0,-5-4 0,0 2 29,0-1 0,0 2 0,0-2-36,0 3 0,-5-1 0,-1 1 0,-3 0-36,-2 2 0,-2 3 0,0-4 0,1 2-50,3 3 0,-1-1 0,-7 5 0,-1-1-436,-1 0 0,-2 3 1,1 4-1,-3 0 61,0 0 1,-4 1-1,4 2 1,0 4 154,3 1 1,1-3-1,2 3 1,4-1-80,0-4 1,5 4 0,-2-3-326,-1 0 0,4 4 710,2 2 0,-3 3 0,0 1 0</inkml:trace>
  <inkml:trace contextRef="#ctx0" brushRef="#br0" timeOffset="5062">1185 280 8027,'-15'5'-974,"0"0"1533,1-2 1464,6-1-1566,1-2-305,7 0 217,0 0-111,7 0 0,1 0 1,6 0-1,1 0-122,0 0 0,0 0 0,-1 0 0,3 0 1,1 0 259,1 0 1,1 0 0,-6 0-205,1 0 0,5 0 0,-1 0 20,-1 0 1,-1 0 0,-3 0 0,1 0-197,0 0 0,-5 0-266,-1 0 0,-4 0-907,5 0 330,-7 0 0,5 0-891,-3 0 0,-1 0 1718,5 0 0,-5 6 0,2 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35.419"/>
    </inkml:context>
    <inkml:brush xml:id="br0">
      <inkml:brushProperty name="width" value="0.08571" units="cm"/>
      <inkml:brushProperty name="height" value="0.08571" units="cm"/>
      <inkml:brushProperty name="color" value="#004F8B"/>
    </inkml:brush>
  </inkml:definitions>
  <inkml:trace contextRef="#ctx0" brushRef="#br0">1 353 7629,'0'-8'-652,"0"-5"2041,0 4-598,0 1-164,0 2 1,0 4 923,0-3-346,0 4-1392,0-6-80,0 7 1,0 2 0,0 3 0,0 4 118,0 4 0,0-3 0,0 0 134,0 1 1,0 3-1,0 0 1,0 1-11,0 0 0,0-1 0,0 1 0,0 0-7,0-1-44,0 1 0,0 0 0,0 0-152,0-1 0,1-4 19,4 0 1,-3-5 0,3 5-359,-4 1 1,1-5 1,3-1 1,-4-1 155,4 1 1,-1-4-1,0 4 408,6-3 0,3-2 0,2 0 0</inkml:trace>
  <inkml:trace contextRef="#ctx0" brushRef="#br0" timeOffset="857">265 191 8149,'-8'-8'-428,"0"1"1,5 6-1,-4-2 427,-1-2 1,-2-7 0,-5 4 490,1 0 0,4-4 23,0 8 1,2-8-1,-4 4 1494,3 0-622,5 1-285,-2 1-459,6 4-1060,0-4-142,0 6 617,6 6 1,3-3 0,5 7-53,1 2 0,0-4 1,-1 2-1,1 1 6,0 2 1,-1 2-1,3-1 1,1 0 96,1-5 1,1 4-1,-5-3 1,-1 3-71,1 2 0,0-2 0,-1-2 0,1-2-15,0-3 0,-2 6 0,-2-4 1,-3 2 4,-1-1 1,4-4-1,-1 3-58,3-1 1,-3 3-254,0-5 1,-5 4-637,5-4-293,-7 0 296,3-5 1,-4 0-186,3 0 1,-2 0 400,7 0 0,-7-1 701,2-4 0,3-3 0,1-7 0</inkml:trace>
  <inkml:trace contextRef="#ctx0" brushRef="#br0" timeOffset="1277">530 29 6450,'0'-8'252,"0"0"1,-2 5 1146,-3-2-1340,4 0 1,-8 5 7,4 0 0,2 0 1,-5 2 87,2 3 0,-1-2 0,2 7 0,-3 1 0,-2 2 18,0 2 0,1 1 0,-6 2 0,0 2 1,0-2 0,2 5 1,2-1-1,1 1-4,-1-3 0,-2 1 0,0-1 0,1-2-141,2-2 1,2-1 0,-2-1 0,4 0-112,-1-5 0,6 4-768,-4-3 4,-3 3-57,6-5 367,-5 5 1,7-9 0,2 4 535,3-2 0,3 6 0,7-4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48.588"/>
    </inkml:context>
    <inkml:brush xml:id="br0">
      <inkml:brushProperty name="width" value="0.08571" units="cm"/>
      <inkml:brushProperty name="height" value="0.08571" units="cm"/>
      <inkml:brushProperty name="color" value="#004F8B"/>
    </inkml:brush>
  </inkml:definitions>
  <inkml:trace contextRef="#ctx0" brushRef="#br0">177 44 7000,'-7'9'355,"6"-3"302,-6-6-2,7 0 121,-6 0-498,4 0 0,-4 2 0,4 1 303,-3 2-397,3 0 0,-6-5 42,3 0 1,4 1 93,-4 4 1,2-1-258,-2 5 1,3-4-1,-5 5-190,1 2 0,4-4 178,-3 1 1,2 0 0,0 2 20,-2-1 1,0-5-1,3 3 1,-1 0-1,-2 0 75,2 4 0,0-4 0,-1 2-81,0 1 1,-3 2-1,4 2 18,-2 0 0,0-6 0,3 1 0,-1 2-19,-2 1 1,0 1-1,5 1-50,0 0 0,-1-5 0,-3-1 0,0 3-23,0 1 0,3-3 1,1-1-1,0 3-36,0 1 0,0-3 0,0 0 62,0 1 1,0 2 0,0 2 132,0-1 1,0 1-127,0 0 1,0 0 0,0-1-143,0 1 1,1-5 14,4 0 63,-3-7 1,6 8 2,-3-6 1,1 2 24,4-2 0,3-4-45,-3 4 0,3-3 100,2-2 1,-5 0 0,-1 0-7,3 0 0,-4 0 0,0-2 0,0-1 16,0-2 0,2-6-26,5 1 0,0-2 0,-2 1 1,-2 3-1,-1 0 26,1-1 1,-2 4-20,0-4 0,0 4 0,2-5 6,-1-1 0,0-3 0,3 0 31,-4-1 0,-2 5 0,-5 2 0,1 0 29,2 0 0,1 3 1,-2-5-102,0-1 1,3-2-1,-4-2 30,2 0 1,5 0 0,-5 1 0,0-1-101,1 0 1,-4 1 45,3-1 1,1 0-1,-1 1 58,-1-1 0,-3 0 0,-1 0-27,0 1 0,0-1 1,0 0 19,0 1 1,0-1-1,0 0 1,0 1 1,0-1 1,-5 5 0,0 0 0,0 0 88,-1 2 0,3-5-99,-7 3 1,5 2-67,-5-2 1,0 2-12,-4-1 1,-1-3-151,0 7 1,1 0-1,-1 5-261,0 0 1,0 2 301,1 3 1,2 1-1,1 6 1,-2-4 0,1-2 0,1 4 0,-4-3 1,1-1-141,-1 1 0,5 3-635,0-5-1414,0-1 835,2-4 1520,2 0 0,6 0 0</inkml:trace>
  <inkml:trace contextRef="#ctx0" brushRef="#br0" timeOffset="950">103 280 8032,'-9'0'-1006,"-1"0"1,5 1 1005,-5 4 0,0-3 0,-4 3 0,4-4 480,0-1 259,7 0 0,-5 0 1253,3 0-58,3 0-826,-4 0-340,6 0-340,0 0 1,1 5-461,4 0 0,-2 0 144,7-5 1,0 0 0,5 2 20,-1 3 1,-4-4-1,0 4-66,1-3 0,2-2 0,2 1-72,0 4 1,-5-3-1,-1 3-74,3-4 1,-1 1 0,1 1-1,-2 2 65,1-2 0,-3-1 0,2-2 63,1 0 1,-2 0 0,0 0 130,3 0 0,-4 0-140,2 0 1,-2-2 0,3-1-67,-1-2 1,-5 0 7,5 5 1,-2-1-1,3-3-139,-1 0 1,-5-1 0,3 3-573,-1-3 1,-1 4-1217,-1-4 1,-1 3-1280,5 2 3224,-5 0 0,9 7 0,-5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5:54.943"/>
    </inkml:context>
    <inkml:brush xml:id="br0">
      <inkml:brushProperty name="width" value="0.08571" units="cm"/>
      <inkml:brushProperty name="height" value="0.08571" units="cm"/>
      <inkml:brushProperty name="color" value="#004F8B"/>
    </inkml:brush>
  </inkml:definitions>
  <inkml:trace contextRef="#ctx0" brushRef="#br0">207 205 7398,'0'-9'404,"0"1"1,-2 5 1182,-3-2-505,3 0-48,-4 5 52,6 0-527,0 0-519,0 7 0,0 1 1,0 7-1,0-1-16,0 1 1,0 1-1,1 2 1,3 4-41,1 0 0,0-2 0,-5 3 1,1 0-12,4 0 1,-3-5-1,3 3 1,-4-2 52,-1 1 1,0 0 0,2-6 0,1 3 49,2 2 1,0-6-1,-5 5-8,0 0 1,0 0 0,0-3 95,0 0 1,0-6 0,0 1-43,0 2 0,0-4 0,-2 0-98,-3-2 1,4 1 0,-6-4 0,1 2 50,-4-2 1,2 1 0,-2-1 0,-1 2-1,-3-2-99,0-1 1,-1-2 0,0 0-1,1 0-407,-1 0 0,0 0 74,1 0 1,-1-5 0,0 0-1282,0 2-376,7 1-232,2 2 812,6 0 1434,0 0 0,13 0 0,3 0 0</inkml:trace>
  <inkml:trace contextRef="#ctx0" brushRef="#br0" timeOffset="779">662 87 7093,'-6'-8'4409,"4"1"-4211,-4 7 1,4 0-72,-3 0 0,3 2 131,-3 3 1,-1 3-218,1 7 1,-5-1 0,5 1 0,0 1-125,-1 4 1,-1-2 0,-4 5 0,3 0 142,1 0-133,-4-5 1,8 8 0,-6-7 0,1 1 121,0 1 0,5-5-99,-2 4 1,3 1-1,2-1 1,0-2 53,0-2 1,0-1 0,0 1 0,0 2-97,0 2 0,2-1 0,1-4 63,2 0 266,0-1-3,1 1 1,3 0 0,4 0 4,-4-1 0,5-4-26,-5 0-170,4 0 0,-3-2 1,-2-2-1,1-1-40,-1 0 0,0 2 0,3-4-709,-1 2 405,-7 0-1435,4-5 1246,-7 0 1,2 0-1726,2 0 2215,-2 0 0,11 0 0,-5 0 0</inkml:trace>
  <inkml:trace contextRef="#ctx0" brushRef="#br0" timeOffset="1601">868 175 9536,'0'15'418,"-2"-5"0,-1-1-255,-2 3 0,-1 1 0,2 2 0,-1-1-21,2 1 1,2 0-1,1-1 1,-2 1-1,-1 0 40,-2 0 1,0 4 0,5 1-320,0-2 0,0-2 1,0-1-1,0-1 119,0 1 1,0-5 0,0 0 0,2 0 0,1-1 36,2 1 0,1-5 0,-3 5 1,2 1 0,5-3 0,-3 1 115,1-3 0,-3-1 0,3-3-15,-2 3 0,1-4-21,-2 4 1,3-3 0,7-2 94,-1 0 1,0-2 0,-3-1 0,-1-4-101,1-1 0,-3 3 0,1-5 1,-1-1-46,0-2 0,0 3 0,3 0 1,-2-1-14,-3-2 0,4-3 0,-5-2 0,-2-2 9,-1 2 1,-1 2-1,3-1 1,1-1-222,-2-1 1,-2-1 0,-2 5 0,-2 1 43,-2-1 1,-7 0 0,4 1 46,0-1 0,-5 5 0,3 2 0,-3 1-100,-2 4 1,2 0 0,2 0 0,1-2-1,-1 2-382,-3 1 1,0 2 0,-1 0-45,0 0 1,1 0-1,-1 2-321,0 2 1,1 0 931,-1 5 0,0 1 0,1 5 0</inkml:trace>
  <inkml:trace contextRef="#ctx0" brushRef="#br0" timeOffset="2105">853 396 12699,'15'0'756,"0"0"-528,-1 0 0,1 0 1,0 0-1,-1 0 30,1 0 0,0-2 0,0-1-294,-1-2 1,-4 0 0,0 5-652,1 0 0,-3 0-1826,2 0 1548,-6 0 965,9 0 0,-12 0 0,6 0 0</inkml:trace>
  <inkml:trace contextRef="#ctx0" brushRef="#br0" timeOffset="2663">1059 28 8309,'0'-10'116,"0"1"242,0 5 1,2-1 0,3 10-79,4 5 1,4 3-1,2 2 1,0 0 0,0 1-6,-1 4 1,-4-3-1,0 6-141,1-1 1,2-1-1,2-3 1,0 3-59,-1 2 0,0-5 1,-3 3-1,-1-1-157,1-1 1,-4 6-1,-1-4 94,1 2 1,-6-5-1,4 1 1,-3-2 55,-2-3 1,5 1-1,0 0 1,-2 0-1,-1-1 1,-2 1 15,0 0 0,-5 1 0,-2 2 0,1 2-23,-1-2 0,-4-2 1,3-1-140,-1-1 0,1-4 1,5 0-125,-2 1 1,-5-3-350,5 2 0,0-5 1,4 3-1306,-4-1 1855,3-2 0,-11-5 0,5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02.554"/>
    </inkml:context>
    <inkml:brush xml:id="br0">
      <inkml:brushProperty name="width" value="0.08571" units="cm"/>
      <inkml:brushProperty name="height" value="0.08571" units="cm"/>
      <inkml:brushProperty name="color" value="#004F8B"/>
    </inkml:brush>
  </inkml:definitions>
  <inkml:trace contextRef="#ctx0" brushRef="#br0">118 59 6356,'0'-8'2857,"0"1"-2133,0 7 418,0 0-670,-7 0 1,6 2-215,-4 3 0,1-2-218,-1 7 0,2 0 1,-5 5-215,1-1 0,1 1-24,1 0 166,3-1 1,-4 1 0,4-2-1,-1-1 3,-2-3 1,0 3 0,4 6-1,-3 1-16,-1-1 0,0-1 0,4-3 0,-2 1-156,-2 0 0,0-1 1,5 1 196,0 0 1,0 0-1,-2-1 1,-1 1-44,-2 0 1,0-6 0,5 1 24,0 2 1,0-4 32,0 2 1,2-2 0,1 3 74,2-1 1,1-7-51,-1 2 0,-3-2 0,4 1 0,1 1 1,1 0 122,7-5 0,-5 0 0,-1 0 27,3 0 1,1 0-1,2 0-134,-1 0 0,1-5 1,0-2-29,-1-1 0,-4 3 0,0-3 0,2 0-5,1 0 0,1-2 0,1-3 84,0 3 0,-6-2 0,0 6 95,-3-2 1,4-2 0,-3-3 96,1 3 1,-5 2-144,2 3 0,-2 2 0,0-7 0,2-1-30,-1-3 0,-1 5 0,0-1 0,2-2-159,-2-1 0,-1 4 1,-2-1-1,0-2-47,0-1 0,0-1 1,0-1-1,-2 0 55,-3 0 1,2 1 0,-5-1 19,1 0 1,-2 1-1,2 1 1,-1 1-3,-4 2 0,4 5 0,-2-4 0,-1-1-194,-2 2 1,3-4 0,0 6-134,-1-2 291,4 4 0,-4-4-219,6 3 1,-6 4 0,2-6-190,1 1 0,0 4 28,3-3 1,2 3 0,-5 4 0,0 1-127,-1 2 0,0 5 0,-4-3-143,3 1 1,2-3-295,3 4 990,3 1 0,-4-2 0,6 5 0,0-4 0</inkml:trace>
  <inkml:trace contextRef="#ctx0" brushRef="#br0" timeOffset="710">44 280 11074,'15'0'427,"0"0"-203,-1 0 1,1 0-1,0 0 162,-1 0 0,1 0-157,0 0 1,-1 0-9,1 0-864,-7 0 181,5 0 1,-9 0-215,5 0 0,-4 0 27,5 0 1,-5 0-154,5 0 1,0-5-1,4 0 802,1 2 0,-7 1 0,5 2 0,-5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18.692"/>
    </inkml:context>
    <inkml:brush xml:id="br0">
      <inkml:brushProperty name="width" value="0.08571" units="cm"/>
      <inkml:brushProperty name="height" value="0.08571" units="cm"/>
      <inkml:brushProperty name="color" value="#004F8B"/>
    </inkml:brush>
  </inkml:definitions>
  <inkml:trace contextRef="#ctx0" brushRef="#br0">30 59 6875,'-6'-15'1313,"4"6"-491,-3-1 0,4 5 869,1-5-442,-7 7-962,5-4-297,-4 7 1,6 2 0,0 3 0,0 5 50,0 3 1,0 3 0,0 2 0,0 3 0,0 0 0,0 2-3,0 0 0,0 0-34,0 2 1,0 2 0,0-2-1,0 1-24,0-2 0,0 4 1,0-3-1,0 1 7,0-2 0,0 2 0,0-4 0,0-1-4,0 0 0,0-1 1,0-6-1,0 1 31,0 0 1,0 0 16,0-1 55,6 1 373,-4-7 62,5-1-499,-7-7 0,1-7 0,2-3 1,2-3-192,-1-1 1,-1-1 0,0 0 0,4 0 0,-1 1-52,1-1 0,3 0 0,-4 1 83,2-1 0,-3 0 127,5 1 0,-7 4 0,4 2-66,-1 1 1,-2-3-46,5 5 0,-5-1 0,2 3-233,1-2 1,-4 0 158,7 5 1,-5 0 0,4 0 97,3 0 1,-4 1 0,0 4-1,0 3 1,1 2 53,2 0 1,-4-5 0,-1 5 0,-1 1 245,0 2 1,5 2 0,-5 0-34,-2-1 0,3 1 0,-1 0 1,-1-1 23,-3 1 1,4 0 0,0 0-91,-2-1 1,1-4 0,-1 0-78,2 1-19,0-4 1,-5 6 0,1-3-46,4 3 1,-3-3-68,3-1 0,-4-4 1,1 3-842,3-1 0,-4-1 1,6-2-1558,-1 1 2501,-4 0 0,11-12 0,-5-1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21.887"/>
    </inkml:context>
    <inkml:brush xml:id="br0">
      <inkml:brushProperty name="width" value="0.08571" units="cm"/>
      <inkml:brushProperty name="height" value="0.08571" units="cm"/>
      <inkml:brushProperty name="color" value="#004F8B"/>
    </inkml:brush>
  </inkml:definitions>
  <inkml:trace contextRef="#ctx0" brushRef="#br0">44 103 6706,'0'-8'2970,"0"2"-2580,0 6 75,0 0 0,-1 6-405,-4 4 0,3-2 1,-3 2-54,4 1 0,1-2 1,0 0-1,-2 3 3,-3 1 0,4 2 0,-4-1 1,3 1 30,2 0 0,-2-1-15,-2 1 0,2 0 0,-3-1 0,3 1-17,2 0 1,0 0 0,0-1-40,0 1 0,0-5 0,0 0 29,0 1 1,0-3-29,0 2 0,0 0 32,0 4 0,2-4 8,3 0 1,-2-7 18,7 2 1,-5 2-10,5-2 0,-1 4-52,6-4 0,0 0-76,0-5 0,-6 0-71,1 0 154,-7 0-30,4 0 155,-7 0 1,6 0-68,4 0 1,-2 0-1,1-1 1,-1-3 0,-2-2 51,1-2 0,4 3-48,-1-5 44,-3 7 1,4-10 0,-4 4 105,1 1 0,-5-5 0,4 5-58,-1 0 1,-4-5-1,4 3-126,1-3 0,-6-2 35,4 1 0,2-1 1,-2 0 70,-2 0 1,-1 1 0,-2-1 193,0 0 0,0 6 0,0-1-46,0-2 0,0-1-182,0-1 4,0-1 1,-2 0 0,-1 0-120,-2 1 0,-5-1 0,4 2 1,-3 2-162,-2 1 1,3 2 0,0-4 0,-1 4 135,1 1 0,3-2 1,-4 2-12,-3-1 1,-1 5-159,-2-2 1,6-2-339,-1 2 1,0 0-382,-5 5 419,7 0 1,-3 2-165,6 3 1,-7-2 161,3 7 0,0-5 0,1 5 1,0 1 534,0 2 0,-2 2 0,-5 0 0</inkml:trace>
  <inkml:trace contextRef="#ctx0" brushRef="#br0" timeOffset="560">59 265 6919,'-15'0'3734,"7"0"-2659,2 0-22,6 0-589,0 0 1,6 0-1,4 0-256,3 0 1,2 0-1,0 0 1,1 0-4,3 0 0,-2-5 1,2 0-73,-2 2 0,-7 1 0,-1 2 0,3 0-246,1 0 1,2-5-123,-1 1 1,-4-1 0,0 3 108,1-3 1,-3 3-3834,2-2 2458,0 2 0,0 2 1501,0 0 0,-7 0 0,3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25.374"/>
    </inkml:context>
    <inkml:brush xml:id="br0">
      <inkml:brushProperty name="width" value="0.08571" units="cm"/>
      <inkml:brushProperty name="height" value="0.08571" units="cm"/>
      <inkml:brushProperty name="color" value="#004F8B"/>
    </inkml:brush>
  </inkml:definitions>
  <inkml:trace contextRef="#ctx0" brushRef="#br0">103 58 6976,'-8'-2'1667,"3"-3"-1199,4 4 500,1-6-235,0 7-353,0 0 1,-5 2-234,0 3 1,-5 3-1,3 7-153,-1-1 1,3 1 0,-3 0 0,2-1-60,2 1 1,1 5 0,0-1 0,-2-1 193,2-1 0,1-3 0,0 1 0,-1 0-63,-2-1 1,0 1 0,5 0 0,0 0-71,0-1 0,0 1 0,0 0 0,0-1 23,0 1 1,5 0 0,0-1-83,-2 1 1,4 0-1,0-2-12,1-3 0,-3 1 1,3-4 101,-2 1 0,1-5 0,-2 4 41,5-1 0,-2-4 0,2 4-125,1 1 1,-3-6 0,2 4-745,1-3 1,-2-2 0,-1 2-1769,-2 3 2569,6-4 0,-4 6 0,7-7 0</inkml:trace>
  <inkml:trace contextRef="#ctx0" brushRef="#br0" timeOffset="484">177 337 6262,'-7'-8'5412,"6"-5"-3687,-6 11-1070,7-4-491,0 6 0,7 0 1,2 1-1,5 3-66,0 1 1,1 6 0,0-3-1,-1 2-124,1 0 1,0-5-1,-1 3 82,1-2 0,0 1 1,0-4-1,-1 4 0,1-1-197,0 1 0,-1-2-134,1-5 1,0 5 0,-1 0-222,1-2 1,-5-2 0,-2 1-158,-1 3 0,-1-3 0,-1 2-787,5-2 428,-4-2 0,3 0 1012,-5 0 0,-2 0 0,-2 7 0,-8 1 0</inkml:trace>
  <inkml:trace contextRef="#ctx0" brushRef="#br0" timeOffset="833">412 190 7312,'-10'0'1780,"0"0"-1518,7 0 0,-5 2 0,5 3 0,-4 5-97,-1 3 1,3-4-63,-5 1 0,5 0 1,-3 5-1,0-1-52,0 1 1,0 1 0,-4 1-1,4 1 1,0-4-16,0 0 0,3 5 0,-3-7 0,1-1-392,4 2 0,-4-5-1263,3 2-163,-1 0 768,5 5 1014,0-7 0,6-2 0,2-6 0</inkml:trace>
  <inkml:trace contextRef="#ctx0" brushRef="#br0" timeOffset="1389">515 14 9744,'0'-8'911,"2"3"1,2 8-44,6 2-668,-3 6 1,6-4-137,-3 3 1,-2 3 0,2-3 0,-1 3-17,0 1 0,2 6 1,-4 0-1,1-1 1,1 1 24,0-1-37,4 7 1,-12-9-1,6 4 1,-2-1-162,0-1 1,0 1 31,-5-5 0,1-1 153,4 1 1,-3 0 0,3-1 7,-4 1 0,-1 0 0,0-1 0,-1 1-17,-4 0 1,3 0 0,-4-1-1,1 1 1,-2 0-141,-1-1 1,3-4-1,-3 0 1,0 1-61,0 2 0,4-3-433,-1 0 1,-1-5-1776,1 5 1241,0-7 1116,-1 4 0,4-7 0,-5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46.818"/>
    </inkml:context>
    <inkml:brush xml:id="br0">
      <inkml:brushProperty name="width" value="0.08571" units="cm"/>
      <inkml:brushProperty name="height" value="0.08571" units="cm"/>
      <inkml:brushProperty name="color" value="#004F8B"/>
    </inkml:brush>
  </inkml:definitions>
  <inkml:trace contextRef="#ctx0" brushRef="#br0">1 265 8199,'1'-8'833,"4"3"1,2 1-523,3-1 1,3 4 0,-4-4 103,5 3 1,0 1-197,1-4 1,-5 3 0,0-3 0,1 4-72,2 1 0,2 0 0,-2-2 0,-2-1-57,-1-2 0,0 0-57,5 5 1,-6 0 0,1 0 0,2 0-133,1 0 1,-4-5 0,1 0-102,2 2 1,-4 1 0,2 2-329,1 0 0,-4-1 1,-1-3-1567,1-1 1116,-6 1 0,7 4 977,-3 0 0,-3 0 0,5 0 0</inkml:trace>
  <inkml:trace contextRef="#ctx0" brushRef="#br0" timeOffset="433">1 88 8451,'0'-8'4540,"0"2"-4192,0 6 0,1 0 1,4-2-1,5-1 97,3-2 1,2-2 0,0 4-198,-1-2 1,1 0 0,0 4-70,-1-4 1,1 3-1,0-3-161,-1 4 0,-4-1 0,0-1-167,1-2 0,3 0 0,0 3-468,1-3 1,-5 4-27,0-4 0,-6 3 1,6 2-962,2 0 1,-4 0 381,2 0 1,-5 0 1221,4 0 0,-5 7 0,2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51.576"/>
    </inkml:context>
    <inkml:brush xml:id="br0">
      <inkml:brushProperty name="width" value="0.08571" units="cm"/>
      <inkml:brushProperty name="height" value="0.08571" units="cm"/>
      <inkml:brushProperty name="color" value="#004F8B"/>
    </inkml:brush>
  </inkml:definitions>
  <inkml:trace contextRef="#ctx0" brushRef="#br0">265 368 7411,'8'0'451,"-2"0"-154,-6 0 1139,0 0-944,0-7-266,0 5 1,0-6 307,0 3-269,0 4 0,-1-11-37,-4 7 1,2-4-105,-7 4 0,5-5 6,-5 5 0,5 0-13,-5 5 0,5-5-122,-4 0 0,4 0 20,-5 5 0,5 0-151,-5 0 0,5 0 50,-4 0 0,4 5 0,-4 2 1,1-1 49,0 1 0,5 4 1,-4-1 20,1 3 0,-1 2 0,-3 0 1,4-1-16,-1 1 1,6 0 0,-6-1 10,1 1 0,4-5 1,-3 0-1,4 1-9,1 2 137,0 2-127,0 0 0,0-1-8,0 1-74,0 0 95,0-1 0,0-4 0,1-2-171,4-1 1,-2 3 167,7-5 0,-5-1 1,3-2-1,0 1 85,1 2 1,-5 0 23,6-5 1,-5 0-1,5 0 108,1 0 0,2-5-51,2 0-258,0-6 146,0 3 1,-1-7-1,-1 0-39,-3 1 1,-2 4 0,-4 0 39,0-1 1,3 2 67,-2 0-45,-4-1 0,6 0 0,-7 0 62,0-1 1,0 3-1,0-2-57,0-2 1,0 4 0,0-2-46,0-1 1,0-2-15,0-2 1,0 5 20,0 1-45,0 5-3,0-9 41,0 12-270,0-6-314,0 7-602,0 0 1,0 7 975,0 2 0,0 5 0,0 2 0,0 2 84,0 1 1,0 3 0,0-4 0,0 3-38,0 2 1,0-5 0,0 1 158,0-2-67,0 4 1,5-5-1,0 4-16,-2-4 1,-1-1-1,-1 0 1,3-1 31,1 1 1,-1 0 0,-4-1 364,0 1 0,0-5 81,0 0-376,0-1 1,0 1 49,0 0 0,0 0-88,0 5 1,-4-6 0,-3-1-148,-1-1 1,-2 4-173,-5-1 286,1-3 43,-1 6 0,0-10 1,1 5-1,-1-1-13,0-4 0,0-1 38,1-2 1,-1 0 0,0 0 0,1 0 0,-1 0 64,0 0 1,1 0-1,0-2 1,3-1-200,1-2 1,5-2 163,-4 2-677,5 4-1027,-9-12 112,12 11 1123,-6-4 397,14-1 0,-6 5 0,6-4 0</inkml:trace>
  <inkml:trace contextRef="#ctx0" brushRef="#br0" timeOffset="2744">588 44 6908,'8'-6'-237,"-1"4"1022,-7-11 608,0 11-492,0-11 40,0 12-134,0-6-63,0 7-789,0 0 1,0 7-17,0 2 0,0 0 1,-2 0-1,-1 3 0,-2 1 52,2 2 0,-4 1 0,2 2 1,2 1 15,1-1 1,-3 4 0,0-3 0,2 1 61,2 1 1,-4-3-1,0 5 1,2 0-11,1 0 1,2-4-1,-2 4 1,-1-2 8,-2-3 0,0-1 48,5-3 1,0 1-68,0 0 0,0-1 0,0 1 48,0 0 1,0 0 0,0-1-1,0 1 110,0 0 1,5-6 132,0 1 45,6 0 1,-2 5-225,5-1 1,-1-4-1,-1-2 1,-2-1-1,-1-2 115,0 1 0,4-4-244,-4 3 0,0 1-632,0-1 0,0 2-2367,0-2 1347,4-4 0,-9 8 1620,5-5 0,1-2 0,5 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6:57.248"/>
    </inkml:context>
    <inkml:brush xml:id="br0">
      <inkml:brushProperty name="width" value="0.08571" units="cm"/>
      <inkml:brushProperty name="height" value="0.08571" units="cm"/>
      <inkml:brushProperty name="color" value="#004F8B"/>
    </inkml:brush>
  </inkml:definitions>
  <inkml:trace contextRef="#ctx0" brushRef="#br0">74 74 10604,'0'15'134,"0"0"1,0 0 0,0-1-59,0 1 1,0 0-1,0-1 1,0 1-177,0 0 1,0-1 80,0 1 1,0 0 0,0 0 0,0-1 12,0 1 0,0 0 0,0-1 3,0 1 0,0 0-40,0-1 1,0 1 0,0 0-112,0 0 1,0-6 103,0 1 37,0 0 0,2-2 0,1-1 37,2-1 0,0-3 0,-3 6-10,2-3 1,0-1 0,4-3-6,-2 3 0,1-4 75,-2 4 1,3-3-48,7-2 0,-6 0 1,1 0 2,2 0 0,-4 0-49,2 0 1,-5 0 0,4 0 33,3 0-14,1 0 1,-3-5-41,-1 0 1,-4 0 104,5 5 1,-5-7 198,5-2-252,-7 2 0,5-1-49,-3 3 0,-3 2 0,4-5-15,1 1 0,-5 1 63,2 1 1,0-2-1,-1-4 270,2 1 1,0 5-177,-5-5-1,1 2 1,3-3-2,1 1 1,-1 0 40,-4-5 1,0 6-233,0-1 0,0 5 128,0-5 0,0 5-91,0-5 71,0 1 0,0-6-27,0 0 1,-4 5 0,-1 1 0,0-1-5,-2 2 0,6-5 4,-4 3 0,-2 2 0,2-2 25,2-2-20,-5 6 39,6-7 0,-6 9 0,5-5 40,-2-3 1,-2 6 0,4-1-16,-2 1 0,-1 2-45,1-5 0,3 4 1,-4-4-83,-1 3 1,4-4 0,-5 4-98,1-3 0,1 6-85,1-2 0,1-1-552,-5 1 602,-1 0 1,0 5 56,0 0 1,5 0-151,-5 0 1,6 0-135,-6 0 0,0 0-276,-5 0 0,1 0 205,-1 0 1,5 5 143,0 0 0,0 5 1,-3-4 339,4 2 0,-4-4 0,4 9 0,-5-5 0</inkml:trace>
  <inkml:trace contextRef="#ctx0" brushRef="#br0" timeOffset="525">74 266 10677,'10'0'527,"0"0"0,0 0 0,4 0-297,1 0 1,0-5 0,-1 0 0,1 1 25,0 3 0,-1 1 0,1 0-122,0 0 1,0 0 0,-1 0-334,1 0 7,0 0 1,-2-2-1,-2-1-961,-1-2 1,-5 0-1219,5 5 2371,-1 0 0,6 7 0,0 1 0</inkml:trace>
  <inkml:trace contextRef="#ctx0" brushRef="#br0" timeOffset="1533">486 221 8067,'-8'0'1683,"1"-6"-1073,7 4-477,0-4 1,-2 6 0,-1 1-9,-2 4 0,0-1 0,5 5-168,0 3 0,0-4 1,0 2-1,0 1-48,0 2 0,-5 2 0,1 0 1,0-1 48,3 1 1,1 0-1,0-1 43,0 1 0,0 0 0,0 0 2,0-1 1,5 1 138,-1 0-118,8-7 1,-10 5 0,4-5 72,1 0-45,-6-1 0,7-2 0,-3 1 212,5 2-26,3-4-174,2 2 1,-5-6 0,-1 0 19,3 0 1,-4 0-1,2 0 1,1 0-13,2 0 1,0-2 0,-1-1 0,-2-3 14,1-2 1,-3 4 0,0-2-6,-1-1 0,4-1 65,-1-7-103,-3 1 1,1 4-75,-3 0 72,-4 0 1,6 0-1,-7 1-43,0-3 1,0-1 0,0-2 0,-2 1 0,-3-1 49,-4 0 0,0 1-169,0-1 1,0 0 0,-2 2 0,1 2-284,-1 1 1,-2 7-105,-2-2 0,0-2 46,1 2 0,-1 0 0,0 5 94,1 0 1,4 0 0,2 2-1,-1 1-253,1 2 1,0 2 27,-2-2 592,-3-4 0,5 12 0,-7-4 0,1 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7:01.636"/>
    </inkml:context>
    <inkml:brush xml:id="br0">
      <inkml:brushProperty name="width" value="0.08571" units="cm"/>
      <inkml:brushProperty name="height" value="0.08571" units="cm"/>
      <inkml:brushProperty name="color" value="#004F8B"/>
    </inkml:brush>
  </inkml:definitions>
  <inkml:trace contextRef="#ctx0" brushRef="#br0">15 470 7187,'-7'-8'1374,"6"0"-375,-4 3-63,3 4-95,2-6-511,0 7 0,2 0-375,3 0 1,3 0 0,7 0 186,-1 0 0,6-5 1,0 0-88,-3 2 1,5 1-1,-3 2 1,-1 0 0,-1-1-176,-3-4 1,1 3 0,0-3 0,-1 4-13,1 1 1,-5 0-158,0 0 1,-1 0-217,6 0 0,-5 0-365,0 0 264,-7 0-455,4 0 0,-6 0 1061,4 0 0,-3 0 0,4 0 0</inkml:trace>
  <inkml:trace contextRef="#ctx0" brushRef="#br0" timeOffset="376">88 221 11208,'0'14'112,"5"6"1,2-1 0,-1-1-1,1 0-120,-4 2 0,4 3 0,-2 5 0,0-2 170,1-2 1,-3-4-166,7 4 1,-7-6-1,2 2 1,-1-4 32,0-1 1,-2 0 0,3-1 0,-2-1 0,0-1-8,2-2-88,0-7 0,-5 10-636,0-3 1,7-2 2,3 2 1,-2-7-1,2 2 1,1-3 697,2-2 0,8 0 0,2 0 0</inkml:trace>
  <inkml:trace contextRef="#ctx0" brushRef="#br0" timeOffset="1421">720 74 6500,'-9'0'1496,"-1"0"-1120,7 0 1,-6 6-269,5 4 0,0-2 0,-4 2 0,0 1 103,0 2 1,3 4-1,-3 1 1,0 1-160,-1-1 1,4 3-1,-3 1 1,0-1-1,2 0 37,-1-3 1,2 3 0,5-1-76,0-2 1,-5 3-1,0-1 1,2-2-4,1-2 1,2-1 0,0-1 0,0 1-16,0 0 1,2 0-1,1-1 10,2 1 1,5 0-1,-3-1 1,1 1 12,3 0 0,-3-5-10,2-1 1,-2-4-1,4 3-8,-2-1 1,-1 3 0,6-5 21,0-2 1,-1-1-21,1-2 0,0 0 1,0 0-18,-1 0 0,1-2 0,0-1 13,-1-2 1,1-5-1,-2 3 1,-1-1-4,-3-3 0,1 3 0,5-2 0,0-2 43,-1-1 0,-1-1 0,-1-1 1,-4 0 45,-2 1 0,4-1 0,-5 0 0,-2 0 90,-1 1 1,3-1 0,0-1 0,-2-2-78,-1-2 1,-2 1 0,0 2 0,0-1 0,-2-1 31,-3 1 1,4 1-1,-6 3 1,2-1-22,0 0 0,-1 1 0,2-1-100,0 0 0,-3 5 0,4 1 0,-4-1-8,-1 2 1,5-5 0,-4 4 0,2 0 0,-1 0 39,-2 3 0,3-6-14,-5 3 1,5-3-1,-3 1 1,0 3-200,0 1 95,4 2 0,-4 0 1,5-1-23,-2-2 0,-6 4-283,1-1 1,2-1 41,-2 1 0,3 0 0,-6 5 0,-5 0-565,-3 0 0,1 5 369,-4 0 0,1 6 225,-1-1 0,1-2 0,5 0 0,-2 1 4,2-1 1,7 0 0,3 3 306,1-1 0,-4 0 0,2 5 0</inkml:trace>
  <inkml:trace contextRef="#ctx0" brushRef="#br0" timeOffset="1939">676 338 8386,'-9'0'-8,"-1"0"0,-2 0 79,-1 0 1,3 0 982,1 0-316,5 0-491,-2 0 1,6 2 0,2 1-22,2 2 0,5 0 1,5-5-1,1 0-35,0 0 1,-1 0 0,1 0 0,0 0-25,-1 0 1,1 0-1,1 0 2,4 0 1,-4 0-1,4 0-254,-4 0 0,4 0 1,0-2-1,-2-1-664,-2-2 1,-6 0 0,-1 5 208,3 0 1,1 0 0,2 2 539,-1 3 0,1-4 0,0 6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7:05.755"/>
    </inkml:context>
    <inkml:brush xml:id="br0">
      <inkml:brushProperty name="width" value="0.08571" units="cm"/>
      <inkml:brushProperty name="height" value="0.08571" units="cm"/>
      <inkml:brushProperty name="color" value="#004F8B"/>
    </inkml:brush>
  </inkml:definitions>
  <inkml:trace contextRef="#ctx0" brushRef="#br0">0 148 6855,'0'-9'5742,"0"3"-4184,0 6-1159,0 0 1,0 6-1,2 4-491,3 3 0,-3 2 0,3 0 17,-4-1 1,4 1 0,0 0-1,-2-1 1,-1 1-415,-2 0 346,0 0 1,0-1 0,1-1-395,4-3 0,-3 3-11,3-3 1,-3-2-1,-2 2-2393,0 1 1363,6-4 1578,-4 6 0,11-11 0,-5 4 0</inkml:trace>
  <inkml:trace contextRef="#ctx0" brushRef="#br0" timeOffset="590">250 118 8152,'0'-8'4268,"-6"1"-3444,4 7-453,-4 0 1,7 0-428,4 0 1,-2 5-1,7 2 1,0 1 81,-2 3 0,5 1 0,-3-1 0,3-1 68,2 2 0,0-1 0,-1 0 0,1-1-73,0 2 0,-1-4 1,1 0-1,-2 0 0,-1-1-187,-3-1 0,-4 4-75,5-5 1,-2 1 0,4-2-263,-3 1 1,-4 0 0,3-4-344,-1 4 1,0-3 20,-3 3 1,0-4-1355,6-1 2179,-1 0 0,-1 0 0,-1 0 0</inkml:trace>
  <inkml:trace contextRef="#ctx0" brushRef="#br0" timeOffset="924">471 1 8321,'-2'9'340,"-1"1"1,-4 0-110,-1-2 0,0 5 1,-3-3-149,1 3 1,0 7-1,-5-1 1,2-1-1,2 0-36,1 2 0,0-4 1,-4 4 41,-1-4 0,5-1 0,0-2 0,0-2 0,1-1-216,-1 1 0,7-2 0,-4-1-294,0-2 1,6 1-876,-4-2 608,3 3 1,2 2 687,0 0 0,-6-7 0,-2 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27:08.969"/>
    </inkml:context>
    <inkml:brush xml:id="br0">
      <inkml:brushProperty name="width" value="0.08571" units="cm"/>
      <inkml:brushProperty name="height" value="0.08571" units="cm"/>
      <inkml:brushProperty name="color" value="#004F8B"/>
    </inkml:brush>
  </inkml:definitions>
  <inkml:trace contextRef="#ctx0" brushRef="#br0">74 59 8182,'-10'0'-1020,"2"-1"1084,1-4 0,1 3 0,3-5 769,-2 1 0,-5 3-227,5-7 1,-1 7 42,1-2 1,3 1 1563,-3 0-1075,3 2-763,2-5-471,0 7 1,0 2-1,2 3 1,1 6-73,2 7 1,7 0-1,-2 7 1,3 1 71,1 2 0,1 1 0,0 2-89,-1 3 1,-4-1 0,0 5-1,0-1 1,0-1 67,-1 0 0,-5 3 0,1-4 0,-2-3 49,2-1 0,-4-1 0,4-1 137,-3 0 0,-2-4 0,-2-2 1,-1 0-1,-4-2 124,-1 0 1,3-1 0,-3-6 0,2 1-135,2 0 0,-2-5 1,1-1-344,2 3 0,-4-4-1456,2 2-1391,0-7 3131,5 4 0,-6-1 0,-2 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5:39.516"/>
    </inkml:context>
    <inkml:brush xml:id="br0">
      <inkml:brushProperty name="width" value="0.08571" units="cm"/>
      <inkml:brushProperty name="height" value="0.08571" units="cm"/>
      <inkml:brushProperty name="color" value="#004F8B"/>
    </inkml:brush>
  </inkml:definitions>
  <inkml:trace contextRef="#ctx0" brushRef="#br0">250 190 8148,'-5'-15'312,"-2"0"1,1 1 0,-2-1 0,1 0 0,1 0 2181,2 1-2344,-4 6 0,7 9 0,-4 12 0,3 7 53,2 3 1,5 1 0,2 6-254,1-1-17,-5 0 0,10 6 31,-3-1 1,-2 2 0,2-3 0,0 3 2,-2 1 0,3-4 0,-4 3 0,1-4 135,3-2 1,-2 2 0,-1-7 0,0 1 129,0-1 0,-3-3 0,3-4 0,-1 2-19,-4-2 1,-1-2 0,-2-1 304,0 0 1,0-1-321,0 1 1,-7-2-1,-3-1 1,-3-4-175,-2-2 1,-1-1-1,-2-3 1,-1 1-114,1 2 1,1 0 0,1-7 0,-2-1 29,-2-2 1,-1-5-1,3 4 1,-1-2-1,1-2-451,1 2 1,3-4 0,0 6-832,5-2 1,-4 4 75,3-1 1,2-1 360,-2 1 1,7 2 903,-2 8 0,3 3 0,2 6 0</inkml:trace>
  <inkml:trace contextRef="#ctx0" brushRef="#br0" timeOffset="696">838 57 8182,'-2'-13'0,"-1"2"448,-2 1 115,0 7 0,4-5 270,-4 3 0,1 3-515,-5-3 1,5 10 0,-2 5 0,1 3 47,0 2 0,-5 1 0,5 4 1,0 4-180,-1 4 0,-1 1 0,-4 2-59,1 4 0,5 1 0,-3 3 1,0-3-73,0 0 0,4-4 0,0 6 1,2-2-85,2-4 0,0-1 0,0-1 0,0-1-122,0 1 204,0-1 1,5-6-46,0-4 1,6 3-1,-3-3 1,2-1 0,-2-1 17,-1-3 1,4 1 0,-1 0-228,3-1 1,0-4 0,-1-2-438,-3-1 1,-4 3 0,5-5-898,2-2 1,1-1 806,1-2 1,1 0 0,0 0 726,-1 0 0,1 0 0,0 0 0</inkml:trace>
  <inkml:trace contextRef="#ctx0" brushRef="#br0" timeOffset="1393">1235 307 7425,'-15'-6'1027,"5"4"290,0-3-762,7 4 0,-10 1-379,3 0 1,2 1-1,0 4 1,0 5-45,0 3 1,3 7-1,-3 1 1,-1 2-9,1 3 0,3-3 0,-3 3 0,0 3 0,1 4-144,1-1 1,1-2 0,5-4 127,0-1 80,0-8 22,0 5 1,0-3 0,2 1-54,3-2 0,3-2 0,6-3-32,1-3 1,0 2-1,0-8 1,1 0 86,3-3 0,-1-1 0,7 0-73,1 0 0,-3-1-32,1-4 1,-1-3-1,3-7-100,-1 0 1,-2-4 0,1-1-1,-4 2 98,-4 2 0,-1 1 1,-2 0-1,-2-1 0,-2-2 2,-3-2 1,-1-1 0,-5 2-149,0-6 1,0-1 0,0 0 0,-2 1-129,-2-1 1,-10 3 0,-7 0-1,-2 2-589,-3 3 530,-2 2 1,-1 1 0,0 2-268,-1 3 0,1 2 1,-1 5-1,1-2-117,0 2 0,1 6 0,3 4 0,6 1-2,2 3 1,3 2-1,-1 4 1,2 1-164,3 1 1,-1 1 776,6-6 0,-7 8 0,4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5:41.783"/>
    </inkml:context>
    <inkml:brush xml:id="br0">
      <inkml:brushProperty name="width" value="0.08571" units="cm"/>
      <inkml:brushProperty name="height" value="0.08571" units="cm"/>
      <inkml:brushProperty name="color" value="#004F8B"/>
    </inkml:brush>
  </inkml:definitions>
  <inkml:trace contextRef="#ctx0" brushRef="#br0">21 616 8439,'-9'0'634,"-1"0"0,8 0 0,2 0-395,8 0 0,5 0 0,2 2 0,0 1-17,-1 2 1,6 1-1,0-2 1,-1 1 38,2-2 1,-3-1-1,7-2-143,1 0 1,-3 0-1,0 0 1,-2 0-135,-3 0 0,3-5 0,-1 0 0,-4 0-674,-4-2 491,1 6 1,-5-6-1,5 5-1077,-3-2-152,3 2 1,-10-5 1427,7 7 0,-7 0 0,4 0 0</inkml:trace>
  <inkml:trace contextRef="#ctx0" brushRef="#br0" timeOffset="2468">653 43 8231,'-1'-13'687,"-2"1"565,-2 3-1176,0 5 0,5-1 127,0 10 1,5 0-1,1 8 1,2 4 0,4-1 44,1 0 1,2 5 0,-2 4 0,-2 3 0,-1 1-159,1 1 0,-3-1 0,2 0 0,0 2-139,-2 4 1,0-4-1,-4 3 53,1-3 1,-1 3 0,-4 1 0,0-3-25,0-1 1,0 0 0,0 2-1,0 1 45,0-1 0,-1-2 0,-2-2 0,-4 1 134,-1-1 0,0 1 1,-4-1-1,4-1-73,2-4 0,-4 2 0,3-6 0,1 0-98,-1 1 1,-3-5 0,4 2-1,-1-5-50,1-3 1,-1-2 0,4 4-1942,-2-3-407,0-5 1199,5 2 1,7-7 1210,2-4 0,5-4 0,0-5 0</inkml:trace>
  <inkml:trace contextRef="#ctx0" brushRef="#br0" timeOffset="3056">1124 734 8822,'-8'0'3194,"1"0"-3052,7 0 1,2 0 95,3 0 1,3 0-101,6 0 1,3-5 0,1 0-32,1 2 0,6 1 0,-6 2 0,1 0 63,1 0 1,-4 0 0,4 0 0,-2 0-90,1 0 1,0 0-1,-6 0 1,1 0-137,0 0 0,-1 0 0,1 0-13,0 0 1,0 0-1,-1 0 55,1 0 1,-5 0-320,0 0 131,-1 0 0,1 0-638,0 0-20,-7 0 1,4-2-2024,-7-3 2882,0 4 0,-13-12 0,-4 5 0</inkml:trace>
  <inkml:trace contextRef="#ctx0" brushRef="#br0" timeOffset="3430">1138 454 8678,'-8'0'2009,"2"0"0,17 0-1820,4 0 0,0-4 1,-2-1-1,3 1 0,0 3 94,1 1 0,2 0 0,1 0 0,-1 0-7,3 0 0,1 0 0,6 0 0,-1 0-10,-4 0 0,2 0 0,-4 0 0,0 0-69,5 0 1,0 0 0,1 0 0,-2 0-23,-1 0 1,-2 0 0,1 0-1,-4-2-231,-4-3 1,-1 4 0,-1-4-2133,1 3 378,0 2 0,-9 0-2201,-6 0 4011,-6 0 0,-15 0 0,-2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5:48.123"/>
    </inkml:context>
    <inkml:brush xml:id="br0">
      <inkml:brushProperty name="width" value="0.08571" units="cm"/>
      <inkml:brushProperty name="height" value="0.08571" units="cm"/>
      <inkml:brushProperty name="color" value="#004F8B"/>
    </inkml:brush>
  </inkml:definitions>
  <inkml:trace contextRef="#ctx0" brushRef="#br0">248 366 10841,'13'-6'990,"-3"-4"0,-3-3 1,-7-2-700,0 0 1,0 6 0,0-1 0,0-2 118,0-1 0,0-1 1,0-1-143,0 0 0,-5-1 1,-2-2-1,1-2 1,-2 1 83,-1-3 1,1 1 0,-3-3-697,1 4 329,7-3 1,-9 12-322,7-4 0,-1 10-104,1 0 0,3 10 0,-4 7 359,-1 6 1,6 4 0,-4 8-1,3-1 1,2 2 347,0 4 0,2-3-134,3 7 1,-4-6-1,6 1 1,-2-3-1,1-3 62,2-3 0,-4 2 1,1-4-1,-2 0 1,0-2-57,2 1 0,0-6 1,-5 4-1,2-6-124,2-4 1,-2 3 0,3-3-41,-3 3-692,-2 2 0,4-1-2027,1 1-391,0-7 206,-5-1 2929,0-7 0,0-7 0,0-1 0</inkml:trace>
  <inkml:trace contextRef="#ctx0" brushRef="#br0" timeOffset="362">43 675 8207,'-10'8'9,"0"-3"676,7-3 1,-6-2 1138,5 0-1309,2 0 0,-3 0-190,10 0 1,3 0-1,7 0-30,0 0 0,4 4 1,2 1-1,1-1-44,-1-3 1,5-1-1,-3 0 1,1 0 26,1 0 0,-1 0 0,6 0 0,-3 0-103,-2 0 0,3 0 0,-4 0 1,2 0 7,-1 0 0,1 0 0,-6 0 0,-2-1-57,-2-4 1,-1 3 0,-1-3-228,1 4 1,-5 1 365,0 0-2784,-7 0-29,3 0 0,-17 4 2548,-4 1 0,-3 7 0,4-4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5:49.837"/>
    </inkml:context>
    <inkml:brush xml:id="br0">
      <inkml:brushProperty name="width" value="0.08571" units="cm"/>
      <inkml:brushProperty name="height" value="0.08571" units="cm"/>
      <inkml:brushProperty name="color" value="#004F8B"/>
    </inkml:brush>
  </inkml:definitions>
  <inkml:trace contextRef="#ctx0" brushRef="#br0">603 236 7345,'-10'-5'-224,"0"0"1207,7-6 1028,-3 9-273,6-5-1023,0 7-520,0 0 0,0 7 1,0 3-1,0 3-75,0 2 1,0-1 0,0 3-1,0 0-234,0 3 0,5 0 0,-1-6 130,0 1 0,-3 0 0,-1-1 0,2 0 84,3-5 0,-3 4 1,4-3 18,1 3 1,-6 2 78,4 0 64,3-7-30,-6-2 0,6-7-224,-3-4 0,-2 2 1,7-7-1,0-2-85,-2-1 1,5-1 0,-5-3 0,2-1 0,0-1-401,1 1 1,2 0 299,2-2 1,0 5 0,-2-1-1,-2 6 1,-3 2 60,-1 0 0,4 5 0,-1-2-29,3 3 0,-3 2 0,0 0 1,1 0 82,2 0 1,-3 5 0,0 2 0,0 1 133,-2 3 1,3 2-1,-4 4 1,1 1 33,4 1 0,-6 1 0,1-7 1,-3-2 142,1-1 1,2 0-1,-4 5-135,2-1 0,2 1 0,-4 0-327,2-1 1,0-4-534,-5 0 0,5-5-284,-1 5 0,8-7 497,-2 2 0,-2-4 533,2-1 0,-1 7 0,6 1 0</inkml:trace>
  <inkml:trace contextRef="#ctx0" brushRef="#br0" timeOffset="1324">30 89 8240,'-10'-2'698,"0"-3"-623,7 4 35,-4-6 0,14 2 1,4 0-1,6 2 783,2 1-778,1 2 0,0 0 0,1 0 0,0 0 70,0 0 1,5 0-1,-1 0 1,3 0-64,1 0 1,5-4 0,1-1-44,-3 1 1,4 3 0,0 1 0,0 0 0,2 0 44,-1 0 0,-3-5 0,4 0 0,-2 2-176,-3 1 0,-2 0 0,-2-1 27,0-2 0,6 0 0,-1 5 1,-3 0-1,-3 0-23,-4 0 0,1-5 106,4 1 0,-4-1 0,-1 5 0,1 0-32,-2 0 0,3 0 0,-5 0 0,0 0 0,0 0 43,-3 0 1,4 0-1,-3 0 1,-1 0 34,-1 0 1,-3 0 0,1 0 0,0 0 70,-1 0 0,-4 0 0,0 0-15,1 0 0,2 0-20,2 0 22,-7 0-12,-1 0-444,-7 0-615,0 0 205,6 0-884,-4 0-136,5 0 1193,-7 0 0,0 1 0,-2 3-294,-3 0 825,3 8 0,-11-4 0,5 7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5:55.906"/>
    </inkml:context>
    <inkml:brush xml:id="br0">
      <inkml:brushProperty name="width" value="0.08571" units="cm"/>
      <inkml:brushProperty name="height" value="0.08571" units="cm"/>
      <inkml:brushProperty name="color" value="#004F8B"/>
    </inkml:brush>
  </inkml:definitions>
  <inkml:trace contextRef="#ctx0" brushRef="#br0">176 74 8321,'-13'-1'0,"2"-4"823,1-5 202,7 3 932,-10-6-150,11 5-746,-4 0-1327,6 1 1,0 9 399,0 3 1,0 3 0,0 7 0,0-1-82,0 1 1,5 0-1,-1 0 1,0 1-95,-3 4 1,4-9-1,0 4 1,-2-2 108,-1 0 0,3 1 0,0 1 1,-2 0 0,-1-5 1,-1-2-154,4-2 0,-3 1-131,3-2-312,-4-4 37,-1 6 394,0-7 735,0 0-771,7 0 0,-4-7 0,5-2 1,1-4-1,-1-2-49,3 0 1,-3 0 0,2 1 0,0-1-49,-2 0 0,5-4 0,-3-1 0,3 1-187,2-3 0,-1 8 349,1-1 0,-5 0 0,0 7 0,-1-2 0,1 2 919,0 2-618,-7 1 1,6 5-167,-5 0 1,3 1-1,4 3 1,-2 2-1,-1 2 191,0 4 0,0 1-185,2 1 1,1-2 0,-4 1 0,1 3 0,2 2 0,0 4 240,-1 2 0,-5-1 0,1 0 0,-2 0-122,2-1 1,-4-2-1,4 3 1,-3 0 20,-2 0 0,2-7-210,2-1 0,-2-1 1,3-4-1,-2 2 0,0-1-325,2-1 1,2-7-872,-2 2 0,3-3-2526,7-2 3718,-1 0 0,1 0 0,0 0 0</inkml:trace>
  <inkml:trace contextRef="#ctx0" brushRef="#br0" timeOffset="2782">132 706 8327,'-9'0'-96,"-1"0"1,-2 0-62,-1 0 1,3 0 603,1 0 0,4 0 315,-5 0 689,7 0-362,-4 0-857,7 0-56,0 0 0,7-5 1,2 0-1,5 2 62,0 2 0,1 1 0,1-2 0,4-1 1,4-2 9,4 1 0,2 1 0,1 0 0,1-2-92,2 2 1,6-4 0,-4 2 0,0 2-105,-1 1 1,0-2 0,-6-1-1,2 1-76,4 3 1,-4 1-1,3 0 1,-3-2 122,-2-3 1,-1 4 0,-2-4 0,-1 3-1,-1 2 17,-1 0 0,-2 0-120,-6 0 0,0 0 0,-1 0 321,1 0 1,0-5 20,-1 0-375,1 0-669,-7 5-712,-1 0-1347,-7 0 423,0 0 918,-7 0 1424,-1 7 0,-7 1 0,1 7 0</inkml:trace>
  <inkml:trace contextRef="#ctx0" brushRef="#br0" timeOffset="3638">88 809 7747,'-14'0'0,"0"-2"-710,5-2 0,-4 2 1197,3-3 0,2 3 914,-2 2 827,7-6-664,-4 4-576,7-4-631,0 6 1,2 0 0,3 0-165,4 0 0,4 0 0,2 1 0,0 3 17,0 1 0,1 4 1,2-2-1,1-1-7,-1 1 1,4-1 0,-1-2 0,0 1-67,0-2 0,4 3 0,-4 1 0,0-1-41,0 1 0,1-2 1,-4-3-1,1 1-26,-1 2 1,3 1-1,-1-2 1,-2 0-144,-2 0 0,-3-1 1,-1 0-75,-2 2 1,-1 2 91,6-2 1,-5-4 21,0 4 30,-7-3 20,10-2-30,-11 0 226,4 0-90,-6 0-6892,0 0 6055,0 6 1,-5-2-114,0 5 0,-4-4 827,4 5 0,-7 0 0,4 5 0</inkml:trace>
  <inkml:trace contextRef="#ctx0" brushRef="#br0" timeOffset="4186">544 971 8932,'-10'0'345,"0"0"1,5 0 0,-3 1 0,0 3-154,0 1 0,-2 6 0,-5-1 0,1 1-93,-1-1 0,0 3 1,1-3-1,-1 3-27,0 2 0,-4-1 0,-1 1-2,2 0 0,2 0 1,1-1-1,0-1-29,1-3 1,-1 2-1,0-6 1,1 1 0,0 1-1,3-2 81,1 1 1,5 3-108,-4-5 0,4-1-76,-5-4 6,7 0 0,-6 0 62,4 0-111,4 7 1,-7-5-641,3 2 202,3-2-1541,-4-2 1028,6 0 0,1 0 1055,4 0 0,-2 0 0,7 0 0,0 0 0,5 0 0</inkml:trace>
  <inkml:trace contextRef="#ctx0" brushRef="#br0" timeOffset="5376">265 1294 6463,'0'-8'0,"0"2"0,-2 6 0,-3 0 0,2-5 0,-7 0 0,7 0 0,-5 5 0,4-2 0,-1-3 0,1 4 0,4-6 0,-7 7 0,4 0 0,-7 0 0,5 0 0,-3 2 0,1 3 0,2-4 0,5 6 0,0-7 0,0 1 0,0 4 0,-1-3-136,-4 3 0,2-3-26,-7-2 1,5 0 664,-5 0-212,7 0 1,-4 1 44,7 4 1,-1-3 41,-4 3 1,2-4 138,-7-1 1,5 0 865,-5 0 82,7 0-892,-10 0 0,9 0 317,-5 0-291,5 0-577,-2 0-453,6 0 97,0 0 0,6 0 1,4 0-1,3 0 432,2 0 1,5 0 0,-1 0 0,-1 0-96,-2 0 0,6 0 0,1 0 1,1 0 131,0 0 1,1 0 0,6 0 0,2-1 6,1-4 0,2 3 1,-3-3-1,3 4 53,1 1 0,-4-5 0,1 0 0,-3 1-115,-2 3 0,-1 1 1,-2 0-1,-3-2-38,-2-3 1,4 4-1,-4-4 1,0 3-28,1 2 1,-3 0 0,-4 0-1,0 0-72,-1 0 0,1 0 0,0 0 85,-1 0 0,-4 2 1,0 1-1,1 2 54,3-2 1,-5 0-30,1 2 1,-5-3 86,5 3 1,0-3-61,4-2 1,-4 0 0,0 0 34,1 0-137,-4 0 1,1 0 22,-3 0 0,-2 0-218,7 0-267,-7 0-301,4 0-294,-7 0-697,0 0 0,-2 4 0,-1 3 1776,-2 1 0,-19 2 0,-1 5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05.943"/>
    </inkml:context>
    <inkml:brush xml:id="br0">
      <inkml:brushProperty name="width" value="0.08571" units="cm"/>
      <inkml:brushProperty name="height" value="0.08571" units="cm"/>
      <inkml:brushProperty name="color" value="#004F8B"/>
    </inkml:brush>
  </inkml:definitions>
  <inkml:trace contextRef="#ctx0" brushRef="#br0">45 190 7360,'0'-15'0,"0"0"-449,0 0 0,0 1 1525,0-1 660,0 7-280,0-5-229,0 11-228,0-11-921,0 12 0,-2-6 0,-1 9 13,-2 3 1,0 3-1,5 6-32,0 1 0,0 1 0,0 4 1,-2 3-1,-1 1-161,-2 1 1,-1-1 0,2 4 0,-1-3-19,2-6 1,2 2 188,1-1 0,0 0 0,0-6 0,0 1-121,0 0 0,0-1 1,0 1-1,0 0 14,0 0 1,4-6-1,3 0 15,1-3 0,-3 4 0,3-4 0,0 1 1,0 1 163,4 0 1,1-4-1,2 0 0,-1-2 1,1 3-68,0 0 0,-5 0 0,-1-5-32,3 0-201,1 0-134,2 0 0,-6 0-576,1 0-186,-7 0 1,6 0 112,-4 0 1,3 0 941,6 0 0,-5-7 0,-3-1 0</inkml:trace>
  <inkml:trace contextRef="#ctx0" brushRef="#br0" timeOffset="443">339 381 8252,'-7'8'807,"-3"-3"18,4-4 471,-1-1-29,7 0-539,0 0 0,7 0-708,3 0 1,-2 0 0,1 0-41,3 0 0,1 0 0,2 0-67,-1 0 0,-1-1 1,-1-3-1,-2 0-200,1 0 1,-3 3 0,2-1-548,2-3 1,-4 3 308,1-2 0,-4 2 1,4 0-465,-3-3 989,-1 4 0,2-12 0,1 5 0</inkml:trace>
  <inkml:trace contextRef="#ctx0" brushRef="#br0" timeOffset="750">339 219 8202,'-7'-8'511,"5"0"3368,-2 3-2106,2 3-1156,2-4-480,0 6 1,2-2-1,2-1-68,6-2 0,3 0 0,2 5-104,0 0 0,-1-5 0,1 0-158,0 2 0,-1 0 0,1-1-174,0-1 1,-5 0-1,-1 5-162,3 0 0,-4 0 1,2 0-2070,1 0 0,2 0 2598,2 0 0,-7 7 0,-1 1 0</inkml:trace>
  <inkml:trace contextRef="#ctx0" brushRef="#br0" timeOffset="1560">897 248 14122,'0'-14'286,"0"-1"0,5 5 1,0 0-1,-2-1-68,-1-2 0,-2-3 1,0-2-1,0-2 1,0 2 63,0 2 0,0-1 1,0-1 125,0-1-1781,0-1 1014,0 12 1,0 3-1,0 10 97,0 5 1,0 9 0,0 6 0,0 3 20,0 1 1,0 0-1,0 1 1,0-1 420,0 1 1,0-6-1,0-1-94,0-2 0,0 4 0,0-4 0,0 0 0,0 0 67,0-3 1,0-1-1,0-3-80,0 1 0,0 0 1,0 0-377,0-1-1281,0 1-956,6 0 1360,-4-1 1,11-5 1179,-3-5 0,-4-2 0,1-2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08.936"/>
    </inkml:context>
    <inkml:brush xml:id="br0">
      <inkml:brushProperty name="width" value="0.08571" units="cm"/>
      <inkml:brushProperty name="height" value="0.08571" units="cm"/>
      <inkml:brushProperty name="color" value="#004F8B"/>
    </inkml:brush>
  </inkml:definitions>
  <inkml:trace contextRef="#ctx0" brushRef="#br0">44 45 5873,'8'-2'3582,"-3"-3"-2352,-3 4 302,-2-6-350,0 7-265,0 0 5,-7 0-517,6 0-2372,-6-6 1752,7 4-695,0-11 514,0 11 1205,0-4-13,0 6-54,0 0-1327,-6 0 0,4 2 0,-4 2 585,-1 6 0,-1 3 0,-7 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09.811"/>
    </inkml:context>
    <inkml:brush xml:id="br0">
      <inkml:brushProperty name="width" value="0.08571" units="cm"/>
      <inkml:brushProperty name="height" value="0.08571" units="cm"/>
      <inkml:brushProperty name="color" value="#004F8B"/>
    </inkml:brush>
  </inkml:definitions>
  <inkml:trace contextRef="#ctx0" brushRef="#br0">30 15 6461,'-8'0'3520,"0"0"-1968,3 0-775,3 0-289,-4 0-329,6 0 1,1 0 0,4 0 0,5 0 49,3 0 0,2 0 0,0 0 0,-1 0 0,1 0 59,0 0 0,-1-1 1,1-2-1,0-2-78,-1 1 1,1 3 0,0 1-28,0 0 1,-1 0-231,1 0 1,0 0-248,-1 0-1351,-5 0-1014,4 0-505,-12 0 3184,6 0 0,-7 0 0,0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13.863"/>
    </inkml:context>
    <inkml:brush xml:id="br0">
      <inkml:brushProperty name="width" value="0.08571" units="cm"/>
      <inkml:brushProperty name="height" value="0.08571" units="cm"/>
      <inkml:brushProperty name="color" value="#004F8B"/>
    </inkml:brush>
  </inkml:definitions>
  <inkml:trace contextRef="#ctx0" brushRef="#br0">236 0 7482,'-8'0'-5,"0"0"880,3 0-302,3 0 1,-6 0-156,3 0 1,2 2-66,-7 3 0,7-2 1,-4 7-163,1 1 1,4-2 0,-5-1 0,2 0 51,1 0 0,-1 2 0,3 3 0,-1-2-94,-2-1 1,-2 0 0,4 6-1,-3 2-26,-3 2 1,4 4 0,-3-4-99,2-2 1,-4 3-1,5 0 1,0 1-1,0 1 1,-1-1-4,-2 5 0,4-5 1,-2 3-13,-1 1 1,4 2-1,-5 1 1,1 1 0,4-1-53,1 0 1,-2 1-1,-1-1 1,1 2 32,3 4 1,1-3-1,0 6 1,0-2-20,0-4 1,0-1 0,0-1-1,0-2 126,0-4 0,5 2 1,1-5 16,2 2 1,0-5 0,4 2-1,-2-2 84,1 1 1,-3-7-1,2 3 1,0-2-22,-2 0 0,5 1 0,-3 1-86,3 0 0,-3-5 1,0-2-1,-1 0-46,0 0 0,-1-5 1,-5 4-1,4-2-375,1 0 43,-5 0-1763,3-5-327,-6 0 1697,0 0 0,0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19.468"/>
    </inkml:context>
    <inkml:brush xml:id="br0">
      <inkml:brushProperty name="width" value="0.08571" units="cm"/>
      <inkml:brushProperty name="height" value="0.08571" units="cm"/>
      <inkml:brushProperty name="color" value="#004F8B"/>
    </inkml:brush>
  </inkml:definitions>
  <inkml:trace contextRef="#ctx0" brushRef="#br0">44 207 8339,'0'-15'-1304,"0"0"1057,0 1 1,-1-1 0,-3 0 1130,-1 0-623,0 1 1,4-1-1,-2 0 1,-2 1 318,1-1 0,3 5 1360,1 0-349,-7 1-1004,6 0-596,-6 3 0,7 7 0,2 4 0,1 7 83,2 6 0,1 0 1,-2 8-1,2 3 183,2 4 0,-3 3 0,3-3 0,-1 2 39,-4 3 0,4 1 0,-2 4-69,-2-4 0,-1-2 0,-2-4-108,0 1 0,1 1 1,2-8-1,2 0 1,-1-5 16,-3 0 1,1-3 0,1-4 0,2 0-1,-2-1-552,-1 1 0,0-5-344,2 0 707,-2-7 1,6 4 0,-4-9-180,0-3 1,8-3-1,-4-7 114,0 0 1,5-1-144,-3-4 1,-2-1-381,2-3 1,0-4-37,5 3 1,-1-2 397,1-3 1,0 3 0,-1 0 0,-1 5-91,-3 0 0,3-2 337,-3 4 0,3 1 1,2 4 30,0 0 0,-6 5 0,1 2 446,2 2 0,-1 7 0,0 9 1,-2 3 16,-3 2 1,4 5-270,-5-1 1,1 6 0,-2-4 0,2 0 0,1 2 43,-1 0 0,-1 0 1,-5 3-1,0-3 1,2 0-39,3-1 0,-4-2 1,4 3-1,-3-2-81,-2-3 0,1 0 0,3 0-111,1 2 0,1-1 1,-3-4 6,2 0 1,5-6-482,-5 1-3,6-7 0,-2 9 111,5-7 307,-5 0 1,-1 0 0,-3 0-3992,4-2 4043,-2-2 0,-1 6 0,-6 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24.038"/>
    </inkml:context>
    <inkml:brush xml:id="br0">
      <inkml:brushProperty name="width" value="0.08571" units="cm"/>
      <inkml:brushProperty name="height" value="0.08571" units="cm"/>
      <inkml:brushProperty name="color" value="#004F8B"/>
    </inkml:brush>
  </inkml:definitions>
  <inkml:trace contextRef="#ctx0" brushRef="#br0">177 45 5772,'0'-9'2017,"0"3"-1510,0-1 243,0 6-285,-6-6 1,3 7 173,-7 0 0,5 0 150,-5 0-605,7 0 0,-9 2 1,6 3-36,-2 5 0,3-2 0,-3 2 1,-1 1-1,3 2 0,-1 2 0,-2-1 0,4 1 0,0 0-16,-2 0 1,6-1 0,-6 1-77,0 0 1,6-1-1,-4 1 1,3 0 97,2-1 0,-1 1 0,-3 0-164,0 0 1,-1-1 13,5 1 1,0-5 0,0 0 82,0 1 1,0 2-8,0 2 0,0-1 1,0 1-1,0 0-5,0 0 0,0-1 0,0 1-58,0 0 1,0-1 0,0 1 0,0 0-60,0-1 1,1-1 0,3-1 0,0-2-25,0 1 0,2 2 56,-1 2 1,5 0 0,-4-2-16,3-4 0,-4 5 20,4-5 1,1-1 0,5 1-1,0-3-59,-1-3 0,1-1 31,0-2 1,-1 0-1,1 0 16,0 0 0,-1 0 1,1 0-1,0 0 0,0 0 0,-1-2 0,1-1 98,0-2 1,-1-6 0,1 1 160,0-3 0,-6 3-165,1 0 0,0 1-68,5-6 0,-7 5 0,-2 2 0,-1 0 47,0 0 0,5-2 0,-5-5-26,-2 0 0,4 1 0,-2-1 0,-2 0-2,-1 1 0,-2-1 0,0 0 0,0 1 11,0-1 1,0 0-1,0-1 1,0-2-20,0-2 0,0 1 0,0 4 0,0 0 1,-2 1-52,-3-1 0,3 0 0,-4-1 0,1-2 29,0-2 1,-5 1 0,5 4-32,2 0 1,0 2 0,0 0 0,-4 0-102,-1-3 0,5-2 0,-4 5 107,1 3 0,2-3-19,-6 3 1,7 2 0,-3 0 0,-1 1-64,-3 4 1,-3-4 0,-1 2 0,-1 2-388,0 2 0,1 1 1,-1 0 109,0 0 0,-4 1 0,-1 2 0,0 4-118,-1 1 1,3 0 0,-5 4-55,2-2 1,1-2 246,6 2 1,4 1-166,0-6 0,5 5 0,-3-4 1,2 2 474,2 4 0,-4 1 0,0 2 0</inkml:trace>
  <inkml:trace contextRef="#ctx0" brushRef="#br0" timeOffset="610">133 324 8248,'-14'0'566,"-1"0"1,2-2 1142,3-3-249,-3 4-765,11-6-6,-4 7 94,6 0-735,0 0 157,6 7 0,2-6 0,9 4-19,2-3 0,-1 0 1,5 1-1,0 2 1,-2-2 32,1-1 0,2-2 1,-3 0-1,0 0-49,1 0 1,-3 0 0,-4 0 35,0 0 0,-1 0-252,1 0-193,-7 0-1097,-1 0-2229,-7 0 133,6 0 2150,-4 0 1,6 0 1281,-3 0 0,-3 6 0,4 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34.187"/>
    </inkml:context>
    <inkml:brush xml:id="br0">
      <inkml:brushProperty name="width" value="0.08571" units="cm"/>
      <inkml:brushProperty name="height" value="0.08571" units="cm"/>
      <inkml:brushProperty name="color" value="#004F8B"/>
    </inkml:brush>
  </inkml:definitions>
  <inkml:trace contextRef="#ctx0" brushRef="#br0">133 15 7774,'0'-8'3745,"0"1"-3307,0 7 0,-2 0 761,-3 0-752,3 0 1,-6 0-124,3 0-235,4 7 0,-11 1 0,6 5 1,-1-1 15,1-3 0,-1 1 1,4 5-1,-4 0 0,1 1 4,-1 4 0,-3-4 0,6 5 0,-1-1-224,-2-1 1,6 6 0,-6-4 0,2 0 0,0 2 30,2 0 1,1 0 61,2 1 1,0 3 0,0-6 0,0 0-1,0 0-24,0-3 1,0 3 0,0-1-1,0-2 91,0-2 16,0 6 1,0-6 0,2 3 0,1-2 141,2-2 0,2-1-123,-2 1 0,1-5 0,5 0 0,-1 1-6,2 2 1,-4-3-1,2 0 1,1-1 41,2 0 1,-3 2 0,0-4-141,1 1 1,-3-5-648,2 2-702,-7-3-1227,4-2-255,-7 6 2855,6-4 0,3 11 0,5-5 0</inkml:trace>
  <inkml:trace contextRef="#ctx0" brushRef="#br0" timeOffset="2718">382 339 6460,'-9'-5'803,"-1"0"1,7-7 0,-4 2 297,1-3 1,4 4 1030,-3-1 20,3 7-531,2-4-1734,0 7 260,0 0 0,7 2 0,3 3 1,3 3-18,1 0 1,1 5-1,1-3 1,2 3-1,2 2-257,-2-1 1,0 1-1,0 0 65,2-1 0,1 1 0,-3 0 1,1-1-1,-1 1 40,-1 0 1,-3-5-1,1-2 1,0 0-24,-1 0 0,-4-3 1,0 3-1,0 0-29,-2 1 1,3-5 0,-4 5-54,1-3 0,0 1-293,2-2 0,-2-4-616,-3 4 1,-3-2-948,3 2-152,3-3 683,-7 4-291,6-6 1743,-7 0 0,-7 0 0,-1 0 0</inkml:trace>
  <inkml:trace contextRef="#ctx0" brushRef="#br0" timeOffset="3185">721 192 6192,'-9'0'1120,"3"0"-803,-1 0 0,-1 4-126,-7 1 0,6 7-25,-1-2 0,2 3 0,-4 3 0,2 2 0,-1 2 85,-2-3 1,-2 5 0,1-1 0,-1 0-93,0 0 0,0 4 0,2-5 0,2-1 0,1 1-165,-1-1 1,-1 1-1,1-5 1,3-1-214,1 1 1,-3 0 163,5-1 1,-1-1 0,3-1-1,-2-2-261,1 1 1,1-3-225,-2 2 0,4-5-593,-4 5 558,3-7 193,2 10 0,0-10 382,0 7 0,0 0 0,0 5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38.614"/>
    </inkml:context>
    <inkml:brush xml:id="br0">
      <inkml:brushProperty name="width" value="0.08571" units="cm"/>
      <inkml:brushProperty name="height" value="0.08571" units="cm"/>
      <inkml:brushProperty name="color" value="#004F8B"/>
    </inkml:brush>
  </inkml:definitions>
  <inkml:trace contextRef="#ctx0" brushRef="#br0">30 104 6287,'0'-9'1926,"0"3"-347,0-1-34,0 6-413,0-6-469,0 7-526,0 0-45,0 7 0,0 1 0,0 7-115,0-1 1,-5 3 0,0 1-1,2 1 2,1-1 1,1 0 0,-3 0-1,0 2 43,0-2 0,3-2 1,1-1-1,0-1-38,0 1 0,0 0 0,0 0 0,0-1 42,0 1 0,5 0 0,-1-1 33,0 1 1,2-5 0,1 0 32,1 1 1,-3-3-82,5 2 0,-7-5 1,3 3-260,1-1 0,-4 2-385,7-4 1,-5 0-1249,5-5 942,-7 0 1,10 5 938,-3 0 0,3 0 0,2-5 0</inkml:trace>
  <inkml:trace contextRef="#ctx0" brushRef="#br0" timeOffset="565">309 251 7765,'-8'-7'-992,"0"5"3253,3-2-2111,3 2 0,-4 4 53,6 2 0,0 0 0,0 6 0,-2 1-101,-3 2 0,4-3 0,-4 0 1,3 1-107,2 2 1,0 2-1,0 0-14,0-1 77,0-6 0,0 5 0,2-4 46,3-1 1,-2 3-1,5-4-2,-1 1 0,-1-5 0,-3 4 0,4-2 45,1 0 0,-3-1 0,5-4 166,1 0 1,-3 5-73,2 0 1,0 0-188,5-5 0,-5 0 0,-1 0-641,3 0-364,-6 0-587,7-6 767,-4-3-38,-1 1 0,0-3 0,-5 4 808,2-1 0,-7-2 0,-6-4 0</inkml:trace>
  <inkml:trace contextRef="#ctx0" brushRef="#br0" timeOffset="861">265 162 7962,'0'-9'3596,"0"-1"-3656,0 7-307,0-4-1638,0 7 0,2 0 2005,3 0 0,3 7 0,7 1 0</inkml:trace>
  <inkml:trace contextRef="#ctx0" brushRef="#br0" timeOffset="1439">471 15 9481,'0'-8'765,"7"2"-633,2 6 1,-1 5 0,1 1 0,-1 2 85,0 4-364,-5-6 1,10 9 0,-3-2-115,3 5 204,-5 2 0,5-4 29,-3 4 1,-2-4 0,1 4 0,-1-3 71,0 3 1,-3-4 0,3 4 0,-2-2 0,-2 0-41,-3 2 0,4-1 0,0-4 163,-2 0 0,-1-1-1,-2 1 0,0 0 61,0-1 0,-5 1-175,0 0 0,-5-1-685,6 1 0,-3-7 102,2-3 1,2-3 0,-5-1 529,1 4 0,-4-3 0,3 5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45.815"/>
    </inkml:context>
    <inkml:brush xml:id="br0">
      <inkml:brushProperty name="width" value="0.08571" units="cm"/>
      <inkml:brushProperty name="height" value="0.08571" units="cm"/>
      <inkml:brushProperty name="color" value="#004F8B"/>
    </inkml:brush>
  </inkml:definitions>
  <inkml:trace contextRef="#ctx0" brushRef="#br0">236 235 6207,'-9'0'0,"3"0"0,6-6 0,0 4 0,0-6 0,0 3 0,-7 3 0,6-4-113,-6 6-225,7 0 339,-6-7-2,4 6 46,-4-12-41,6 11 1,-2-5 90,-3 7 0,3-1-87,-3-4-20,4 3 35,1-4-42,0 6 0,0-2-37,0-3 0,-2 4-46,-3-4 74,4 3 48,-6 2-20,7-6 0,-1 4-7,-4-3 0,3 2 16,-3-2 0,2 2-3,-2-7 1,3 5-7,-3-5 1,2 7-1,0-4 0,-2 1 0,-2 2 0,3-5 72,2 5 1,-6-7 221,3 6 0,2-1 78,-7 1 1,5 3 0,-3-5 780,1 1-643,2 4 0,5-6 871,0 3 705,0 4-1047,-6-6 400,4 7-828,-4 0-1051,6 0 1,1 2 0,2 3 146,2 4 1,7 4 278,-2 2 0,-2 0 1,2 0-1,-1-1 13,0 1 1,2 5-1,-5-1 1,1-1 19,0-2 0,2 4 0,-2 0 0,-1-1 0,1 1 119,-4-1 0,4 3 1,-2-4-43,-2 1 1,-1 2-1,-1-3-63,4 2 1,-3 1 0,3-3 0,-4 2 11,-1-2 0,0 3 1,0 0-1,0 0 0,0 2 1,0 0 0,-5-5 0,0 3 0,1-1 0,-1 0 24,0-2 0,-5-2 0,3-1 0,1 1 5,-1 4 1,-2-4 0,2 3 0,-1-2 44,-4-2 1,4-6-1,-2 1-89,-1 2 1,3-1 0,-2 0 0,0-1 0,0 0-294,1-2-93,5 5 201,-9-11 1,10 9-222,-7-6 1,7 2-1341,-2-2-109,3-4 1,2 7 1823,0-3 0,0-3 0,0 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49.199"/>
    </inkml:context>
    <inkml:brush xml:id="br0">
      <inkml:brushProperty name="width" value="0.08571" units="cm"/>
      <inkml:brushProperty name="height" value="0.08571" units="cm"/>
      <inkml:brushProperty name="color" value="#004F8B"/>
    </inkml:brush>
  </inkml:definitions>
  <inkml:trace contextRef="#ctx0" brushRef="#br0">44 45 8268,'-9'0'-761,"-1"0"1464,-2 0 0,6-2 746,1-3-164,3 3-400,2-4-455,0 6-371,0 0 1,7 0-1,4 0 70,7 0 1,-1 0 0,2 0 0,-1 0 51,2 0 0,-4-2 1,5-1-1,-1-2 4,0 2 0,1 1 0,-3 2 0,1 0-32,-1 0 0,-1 0 0,-3 0 0,1-2 25,0-2 0,-1 2 0,1-3-38,0 3 1,-5 2 0,-1 0-184,3 0 0,-4 0 19,2 0 0,-5 0-105,4 0 1,-4 0-596,5 0-1801,-7 0-1387,4 0 2743,-7 0 0,0 2 1169,0 3 0,0 3 0,0 7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51.947"/>
    </inkml:context>
    <inkml:brush xml:id="br0">
      <inkml:brushProperty name="width" value="0.08571" units="cm"/>
      <inkml:brushProperty name="height" value="0.08571" units="cm"/>
      <inkml:brushProperty name="color" value="#004F8B"/>
    </inkml:brush>
  </inkml:definitions>
  <inkml:trace contextRef="#ctx0" brushRef="#br0">15 177 8827,'0'-15'847,"0"0"1,-5 6 1032,0-1-76,0 7-1430,5-4-308,0 7 19,0 0 1,7 5 0,1 1 0,2 1-83,0 0 0,0 4 0,4-1 0,1 3 13,0 2 1,-1-2 0,1-2 0,0-1-19,-1 1 1,1 2-1,0 2 1,0-2-58,-1-3 1,1 3 0,0-3 0,-1 1-189,1-1 0,0 3 0,-1-5 0,0 2-368,-5 0 0,-1-5 100,-3 5 0,2-6 1,4 5-583,-1-3 0,-5 4 21,5-5 0,-7 1 1076,2-1 0,-3-3 0,4 4 0,2-6 0</inkml:trace>
  <inkml:trace contextRef="#ctx0" brushRef="#br0" timeOffset="465">559 0 10086,'-2'15'179,"-1"0"0,-2 1 139,2 4 1,-5-2-1,-2 6 1,-3 2-1,-2 2-48,1 2 0,-1 1 0,0 3-240,0 5 1,-6 4 0,-3 1 0,-2 0 42,1 0 1,-3 5-1,4 0 1,-4-3 18,-1-6 0,4 1 1,2-7-1,2-1-13,3-2 0,2-3 1,1-2-1,2-3 1,2-2-128,1-3 1,5 0 0,-3 0-1,1 2-63,4-2 1,0-2 0,-1-1 54,-1-1 0,1-4 0,2 0 1,-1 1-425,-2 2 1,0-3-1175,5 0-964,0 0 2618,0-2 0,-7-1 0,-1-7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6:56.010"/>
    </inkml:context>
    <inkml:brush xml:id="br0">
      <inkml:brushProperty name="width" value="0.08571" units="cm"/>
      <inkml:brushProperty name="height" value="0.08571" units="cm"/>
      <inkml:brushProperty name="color" value="#004F8B"/>
    </inkml:brush>
  </inkml:definitions>
  <inkml:trace contextRef="#ctx0" brushRef="#br0">89 132 7900,'8'-6'765,"-1"-2"100,-7 0 100,0 1-194,0 7-309,0 0 1,-2 7-265,-3 2 1,2 4-1,-5 4-185,1 2 0,-4-1 1,2 7-1,0 1 1,-1 0 50,-2-1 0,6 2 1,-1-4-1,2 2-119,1-1 0,-1-4 0,5 3 0,0-2 86,0-3 0,0 3 0,0-1 0,0-2 8,0-2 1,5-1-1,1-1 1,1 1 46,-1 0 1,4 0 0,-4-2 0,1-2 37,0-1 0,2-5 0,-2 3 0,-1 0 47,1 0 1,4-3-215,-1 5-1091,-3-7 554,6 4 1,-10-7-464,7 0 0,-5 0 0,5 0 0,1 0 1043,2 0 0,2-7 0,-1-1 0</inkml:trace>
  <inkml:trace contextRef="#ctx0" brushRef="#br0" timeOffset="607">368 265 8290,'-8'-7'1195,"1"6"-1425,7-6 1,0 9 369,0 3 0,-5 3 0,1 6 0,-1 1 0,0 0 79,0 0 1,-2 1 0,4 2-160,-2 1 1,0 1 0,5-5 0,0-1 0,0 1-10,0 0 1,0 0-24,0-1 1,0 1 0,0 0 32,0-1 1,5-4 0,2-2 0,-1 0 8,1 1 0,4-6 0,-3 3 1,2-1 6,0 0 0,-5 0 0,3-3 1,0 1 57,0 2 1,-3 0 0,5-5-28,2 0 0,-4 0-110,1 0-167,1 0 0,0 0-2200,0 0 1473,-7 0 1,4-2 895,-7-3 0,0-3 0,0-7 0</inkml:trace>
  <inkml:trace contextRef="#ctx0" brushRef="#br0" timeOffset="914">353 132 8711,'-8'-6'1852,"0"4"-175,3-3-531,4 4-589,-6 1-2726,7 0-2043,0 0 4212,7 0 0,1 0 0,6 0 0</inkml:trace>
  <inkml:trace contextRef="#ctx0" brushRef="#br0" timeOffset="1577">589 15 6543,'6'-8'1856,"-4"1"-979,4 7-788,-6 0 0,2 0 0,1 2 0,4 3 38,1 4 0,-3 3 0,3-1 1,0-1 33,0 2 1,0 6 0,4 1-51,-2-1-100,-1 5 1,1-5-1,-2 5 1,1 0 64,-1 0 1,-5 1 0,4 4-1,-3-2 94,1-2 1,0-4-221,-5 5 1,0-7 0,0 1 0,0-3-1,0-1 103,0 0 0,0 0 0,0-1-29,0 1 0,0-5-381,0 0 0,-6-1 127,-4 6 0,-3-2 1,-2-1-1,0-4-55,1-2 1,-1 4-1,0-3 1,1-1-240,-1 1 1,0 2 0,2-2 523,3 1 0,-3-5 0,5 4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7:00.854"/>
    </inkml:context>
    <inkml:brush xml:id="br0">
      <inkml:brushProperty name="width" value="0.08571" units="cm"/>
      <inkml:brushProperty name="height" value="0.08571" units="cm"/>
      <inkml:brushProperty name="color" value="#004F8B"/>
    </inkml:brush>
  </inkml:definitions>
  <inkml:trace contextRef="#ctx0" brushRef="#br0">59 1 8382,'-8'0'-85,"-5"0"1084,3 0 276,4 0-311,-1 0-759,7 0 166,0 0-243,0 6 1,5-3 0,1 7 0,1 2-42,0 1 1,4 3 0,-1 2 0,1 3 0,1 2-32,-3 3 0,1 2 0,3 3 0,-1 2-15,-2 1 1,-2 5-1,3-5 36,-1-1 0,-5 3 0,3-2 1,-1-1-227,-4-2 1,3-2-1,-1 1 185,-1-1 0,-3 1-21,-1-1 0,5 0 0,0 1 0,-2 1 47,-1 3 1,-2-3 0,0 3-51,0-2 1,-2-3 0,-1 0 0,-2 1-11,2-1 1,-4 1 0,1-1 0,-1-1 12,1-4 0,-1-1 0,4-5 1,-4 2 140,-1-2-141,5 4 1,-9-5 0,6 2 37,-2-2-31,4-3 1,-7 1-20,6 0 1,-6-1 0,3 1 83,-1 0-296,-4 0 1,12-6-193,-4 1 0,2-7-355,-2 2 209,3-3 66,-5-2 1,6 0-1,-2 2-342,-2 3 1,-2-4-187,2 4 1009,4 3 0,-12-6 0,4 4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7:04.279"/>
    </inkml:context>
    <inkml:brush xml:id="br0">
      <inkml:brushProperty name="width" value="0.08571" units="cm"/>
      <inkml:brushProperty name="height" value="0.08571" units="cm"/>
      <inkml:brushProperty name="color" value="#004F8B"/>
    </inkml:brush>
  </inkml:definitions>
  <inkml:trace contextRef="#ctx0" brushRef="#br0">1 59 12102,'6'-8'178,"2"-5"0,7 9 0,0-4 0,-1 2-131,1 3 1,0-4-186,-1 2 22,1 0 1,0 5-438,0 0 0,-6 0 281,1 0 1,-5 2 102,5 3 0,-7-2 0,2 7 100,-3 1 0,-2 2 1,0 4-1,0 1 97,0 1 0,0 1 0,-2-4 1,-1 2-1,-4 2 168,-1-2 1,5-2 0,-4-3-83,1-3 0,4 3 0,-3-3 106,4 3-161,-6 1-93,5 1 73,-4 0 0,6-5-10,0-1 1,0-4 0,1 4 283,4-3 1,4 4-41,5-5 1,1 5 0,0-6 0,-1 0 105,1-3 0,5-1 0,1 0 0,0 0 31,0 0-369,5 0 0,-8 0 1,5 0 110,-1 0 0,-3 0 0,-4-1 0,0-3-449,-1 0 1,-4-1-1,0 5-294,1 0 0,-3 0-1760,2 0-566,-7 0 1891,4 0 1,-5 0 1025,3 0 0,-4 0 0,6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7:35.258"/>
    </inkml:context>
    <inkml:brush xml:id="br0">
      <inkml:brushProperty name="width" value="0.08571" units="cm"/>
      <inkml:brushProperty name="height" value="0.08571" units="cm"/>
      <inkml:brushProperty name="color" value="#004F8B"/>
    </inkml:brush>
  </inkml:definitions>
  <inkml:trace contextRef="#ctx0" brushRef="#br0">30 118 8056,'0'9'12,"0"1"1,0-5 184,0 5 1,0-5-26,0 5 0,0-5 2,0 4 0,0-4 95,0 5 0,0 0-97,0 5 1,0-6-1,0 1 50,0 2 0,0 1-119,0 1 1,0 1-9,0 0 1,0-1 0,0 1 1,0 0 1,0-5 0,0-1-25,0 3 0,5 1 0,0 2 1,-2-1-39,-1 1 0,-2-5 0,0 0 0,0 1-29,0 2 0,0 2 1,0 0-1,0-1-16,0 1 1,0 0 0,0-1 0,0 1-5,0 0 0,0-4 1,0 2 32,0 4 1,0 1 0,0-4 0,0 1-7,0 0 1,0-1 0,0 1-1,0 0-3,0-1 0,0 6 129,0 0-134,0-1 1,-2-4 0,-1 0 0,-2-1-13,2 1 0,1 0 0,2-1 6,0 1 1,0 0 0,0 0 0,0-1 20,0 1 0,0-5 0,0 0 0,0 1 2,0 2 1,0 2 0,0-1 0,0 1 8,0 0 1,-5 0 0,0-1-1,2 1-26,2 0 1,1-1-1,0 1 1,0 0-15,0-1 1,0 1 0,0 0 9,0-1 0,0 1 1,0 0 31,0 0 0,-5-1 0,0 1 1,1 0 17,3-1 1,1 1 0,0 0 0,0-1-34,0 1 1,0 0 0,0 0 0,0-1-21,0 1 1,0-5 0,0 0-1,0 1-89,0 2 1,0 2-1,0-1 95,0 1 0,0-5 1,0 0-1,0 1-10,0 2 1,0 2 0,0 0 0,0-1 0,0 1 1,0 0-1,0-1 1,0 1-40,0 0 1,0 0-1,0-1 1,0 1-21,0 0 0,0-1 0,0 1 49,0 0 1,0-5 0,0-1 12,0 3 0,0 1 0,0 2 0,0-1 58,0 1 0,0 0 1,0-1-1,0 1-38,0 0 0,0-1-18,0 1 0,0-5 10,0 0 1,0 0 0,0 4-1,0 1-27,0 0 0,1-1 0,3 1 0,1 0-6,-2-1 0,-1 1 0,-2 0 0,0 0 42,0-1 0,0 1 0,0 0 0,0-1-17,0 1 0,0 0 0,0-1 15,0 1 1,0 0 0,0 0-1,0-1 1,0 3 63,0 2 0,0-3 0,0 4-75,0-4 1,0-1 0,0 0 0,0 1-11,0 4 0,4-4 1,1 4-1,-1-4 6,-3-1 1,-1 1-1,0 2 1,0 2-8,0-2 0,5 3 1,0-2-1,-2 1 1,1 0-13,0-1 0,-2 2 0,3-3 15,-3 2 0,-1 0 1,3-4-1,0 4 1,0 4 1,2-3 0,-1 0 0,0-1 0,0 0-29,0-2 1,1 3 0,-2-2 0,1-1 1,1 0 0,-3 0 0,4 2 6,1-2 0,-3 3 0,3-1 0,0-2 16,0-2 0,-3 4 0,3 1 0,1 0 5,-1 0 1,-3 4-1,3-4 1,0 0-2,0 1 0,-3-1 0,3-3 0,-1 1-5,-4-1 0,4 4 0,-1-3 0,1 1 5,-1 1 0,4-3 1,-5 5-1,0-2 22,1-3 0,-2 3 0,4 0 0,-2 1 17,-2-1 1,2 3 0,1-2 0,-1-1-29,1 0 1,-1 4 0,-3-4-1,2 0-21,-1 0 0,2 4 1,1-4-1,-1 0 0,1 1 1,3 2-1,-6-3 1,1 0 7,2 1 1,-4-1-1,5-3 1,1 3 34,-1 2 1,-5 0-1,3 3 1,-1-1 16,0 1 0,5 0 0,-5 0 0,0-3-23,1-2 1,-2 4 0,4-4-1,-2 0-68,-2 0 0,2-1 1,1-6-1,-1 3-5,1 2 1,-1-2-1,-2 2 1,2-2 39,2-3 0,-3 6 1,3 0-1,-1-2 1,-2-2-6,1-1 0,-2 1-7,5 4 1,-4-1 0,3 4 0,1-7 7,-1-3 1,-5 4 0,4-6 0,-3 5 0,1 4 0,5 0 0,-5-6 0,0 1-17,2 0 0,-4-1 1,5 1-1,-2 0 37,-2 0 1,2-1 0,1 1 0,-1 0-8,1-1 0,3 1 0,-4 1 0,1 2 69,-1 2 1,4 6 0,-3-3 0,-1 1 99,1 1-153,4-7 1,-8 8-1,6-5 8,-3 2 1,4 0 0,-4 2 0,1-4-41,-1 0 0,4-5 1,-5 4-1,0-4 1,0-1-20,0 0 1,5-1-1,-4 1 30,2 0 0,-3-1 0,3 1 0,1 0 1,-3 0 62,1-1 0,2 1 0,-2-2-59,1-3 1,-3 3-1,3-3 1,0 1 7,1-1 1,-5 3 0,6-3 4,2 3 0,-4 2 0,0-1 0,0-1 12,0-3 0,-3 3 1,3-3 25,-1 3-39,4 2 1,-4-1-20,3 1 0,3 0 0,-3 0 11,3-1 1,-4-1-1,0-1 1,-1-2-14,0 1 1,-3-3-1,5 2 19,1 1 1,-3 1-15,2-2 1,-2 3 0,4-4 6,-3 5 0,0-5 0,2 1 1,-3 2 1,-1 1 1,4-4 0,-3 1 0,2 2-6,0 1 1,0 1 0,3 1-5,-3 0 1,3-2 0,-4-2-7,5-1 1,-5 0 9,1 5 0,0-6-3,5 1 0,-6 0 0,1 3 0,2-2 1,1-1-1,1 0 0,1-2 1,0 5-1,0-5-8,-1 1 1,1 4 0,0-5 0,-2 2-17,-4-1 0,5 0 0,-5 2-6,4-1 1,2-5-1,-2 5 1,-1-1 8,-3 0 1,1 2 0,3-4 0,-1-1 18,-2 1 1,-1-1 0,6-1 0,0 3 16,-1 0 0,-4 4 0,0-6-4,1 2 1,-2-3 0,0 4-7,3-3 0,-4 4 1,2-5-1,1 0-2,2 1 1,2-3-1,0 6 1,-1-3 0,1 1 0,0-4-5,-1 2 1,1 0 0,0-4-1,0 3 0,-1 1 0,-4-1 1,0-2-1,1 1 1,2 2 0,2 0 0,-2-3 0,-1 1-27,-3 2 1,1 1 0,5-2-37,0 1 1,-1 0 0,1-4-7,0 4 38,-1-3 38,1 4 0,0-6 1,-1 0-11,1 0 0,0 0 1,0 0 2,-1 0 1,1 0 10,0 0 1,-1 5-10,1 0 0,0 2 14,-1-3 0,1-2 1,-2 5 25,-3-1 1,3-4 57,-3 3-83,3-4 1,2-1 16,-1 0 0,-4 5-36,0 0 0,0 0 0,4-5 0,1 0 0,-2 2 0,-1 1 1,-3 2 0,-4 0 0,5-5-15,2 0 0,1 0-8,1 0 1,1 0 0,0 0 17,-1 0 0,-4 0 0,0 0 6,1 0 1,-2 0 0,0 0-1,3 0 0,-4 0 1,2 0-9,1 0 1,-3 0 0,2 0-34,2 0 1,-4 0 0,2-2 8,1-3 1,-3 4-1,2-4 20,1 3 1,-2 2-1,0 0 1,3 0 24,1 0 0,-3-5-12,0 0 1,-1 0-1,6 5 2,0 0 0,-5 0 0,-1 0 3,3 0 1,1-1-5,2-4 0,-2 2 0,-2-6 0,-1 3 1,1 3 0,-3-4 0,2 2 1,-5-1-1,5 2-1,1-1 0,2-6-13,2 1 0,-5 4 0,0-1 0,0 1-26,-2-4 1,0 2-1,-3-1 1,3 1 6,0 0 1,4 3-1,-6-3 1,1 0 19,-1 0 1,4 3 0,-4-3 0,1 0 49,0-1 0,4 4 0,-1-3-21,3 2 0,-3-4 0,-1 3 2,3-1 1,-4 5-1,0-4 1,0 3-18,1-1 1,-5-5 0,6 3-7,2-1 0,-4 3 0,2-3-4,1 2 1,-3-1 0,2 4-1,1-2 0,-2-2 0,0 4-25,3-2 1,-4-5 0,0 4-19,-1-2 1,2 3 0,-2-3 31,1 1 1,0-4 0,4 1 2,-2-3 0,-6 3-29,6 0 1,0 0 16,5-4 0,-5 4 0,-2 0 1,-2-1 0,4 2 0,-3 0 20,1-3 1,-3 1 0,3-1 0,-2 3-12,-2-3 1,2-1 0,-1-2 0,0 2-2,2 4 0,-6-5 1,6 5 4,-1-4 1,-4-2 0,4 2 0,-1 1 8,0 3 1,2-1 0,-4-5 35,2 0-38,0 7 0,-4-5 0,3 3 2,1-3 0,1 4 0,-3-1 19,2-2-31,0-1 1,0-1-1,0-1 0,2 2 0,-4 1 0,2 3 35,-2-3 0,-1 4 0,-1 0 0,2 0 6,2-1 0,0 5 1,-5-6 48,0-2 0,5-1 0,0-1-26,-2-1 1,-1 5-1,0 0 1,1-1-15,2-2 0,0-2 1,-4 2-1,3 2-22,0 1 1,1 0-20,-5-5 0,2 2 1,1 2-1,2 1 22,-2-2 1,-1 4 0,0-1-23,3-3 0,-4 4 0,4-2 13,-3-1 1,-2-2 0,0-2 17,0 0 1,1 2-1,3 2 1,1 1-12,-2-1 1,-2 2-1,-1 0-3,0-3 1,2-1-1,1-2-8,2 1 1,0 4-1,-5 0-7,0-1 0,2 2 21,3 0-3,-4-1 0,6 0 0,-7 0 24,0-1 1,0-2 0,1 0 0,3 1 26,1 2 1,0 1-1,-5-6-6,0 0 0,1 5 1,2 1-42,2-3 1,0 4 0,-5-2 12,0-1 0,5-2 1,0-2 4,-2 0 0,1 6 1,-1-1-1,2-2 35,-2-1 1,-1-1 0,-1-1 18,4 0-38,-3 7-90,4-5 1,-6 5 66,0-7 1,5 5 0,0 0-21,-2-1 1,-1 3 0,-2-2 0,2-1-31,3-2 0,-4-2 1,4 0-1,-3 0 13,-2 1 0,5-1 37,0 0 0,1 1 0,-3-1 1,2 0 1,0 5-1,-5 1-8,0-3 0,2 4 1,1-2 18,2-1 0,0-2 1,-5-2-1,1 0 0,4 1-15,-3-1 1,5 0 0,-7 1 21,0-1 1,4 0-46,1 0 1,0 1-1,-5-1 1,2 2 0,1 2 28,2 1-76,0 0 78,-5-5 1,0 1 0,0-1 47,0 0 0,5 5-46,0 1-47,0-1 0,-5-5 0,0 0 22,0 1 1,5-1 0,-1 0 0,0 1 14,-3-1 0,-1 0 0,2 1 1,1-1 1,2 0 0,0 0-39,-5 1 24,0-1 0,0 0 9,0 1 1,0-1 0,2 0 0,1 1-1,2-1 13,-2 0 1,-1 0 0,-2 1 0,0-1-27,0 0 1,1 1-1,3-1-15,1 0 0,-1 1 0,-4-1 1,0 0 36,0 0 0,5 1 1,0-1-24,-1 0 1,-1 1-1,0-1 1,2 0 0,-2 1 97,-1-1 0,3 5 0,0 0 0,-2-1-77,-1-2 0,-1-2 0,2 0 1,2 1-1,-1-1 0,-3 0-35,-1 1 1,2 4-1,1 0 1,2-1-44,-2-3 58,-1 0 1,-2-1 0,2 0-28,2 1 35,-2 5 0,5-4-1,-7 4 1,0-4-4,0-2 0,5 5 0,-1 0 0,0-1 6,-3-2 0,1 0 0,1 1 1,2 2-6,-2-1 0,-1-2 0,0 0 0,1 1 101,2 3 1,0-1 0,-5-5 0,0 0-71,0 1 1,0 4-83,0 0 0,0 0 57,0-4 1,1-3 0,3-1-1,1-1 10,-2 1 0,-2 1 1,-1 3 7,0-1 0,2 0 0,1-1 45,2-4 1,0 7-2,-5-6 1,0 6-1,0-7 1,2 4 103,3 1 1,-4 0-1,4 1-130,-3-1 0,-2 0 1,1 1-1,3-1-28,1 0 0,0 1 0,-5-1 0,0 0 33,0 0 1,1 1 0,2-3-1,2-1-87,-1-1 1,-3-1 0,-1 6-1,2 0 61,3 5 0,-4-9 1,4 3-16,-3-1 0,-2-1 1,0 3-1,0-1-14,0 0 1,0 1 0,0-1 11,0 0 1,5 0 0,0 1 0,-2-1 15,-1 0 1,-2 1 0,0-1 0,0 0 35,0 1 0,0-1 0,0 0 1,1 0-66,4 1 1,-3-1 0,3 0 0,-4-1 16,-1-4 1,0 4 0,0-4-1,0 4-13,0 1 0,0 1 0,0-1-20,0 0 42,7-6 1,-5 5-1,2-5 24,-2-1 1,-2 11 0,0-4 0,0 2 24,0 0 0,0-2 0,0 1 1,0-1-7,0 0 0,0 1 0,0-1 1,0 0-64,0 0 1,0 1 44,0-1 0,0-1-66,0-4 0,0 4 0,0-4 0,0 4 18,0 1 1,0-1 0,0-2-24,0-2 0,0-1 1,2 3-1,1-2 1,2 1-13,-2-2 1,0 4 0,1-4 0,1 1 34,-2 1 0,-2-2 1,-1 3-1,0-2 26,0 2 1,2-3-1,1 0 1,2-1-1,-2 1 1,-1 2-1,-2-1 1,0 0 91,0 2 0,0 2 1,0 0-13,0-4-87,0 4 1,0-5 0,0 6 0,0 0 14,0 1 0,0-1 0,0 0 0,0 0-45,0 1 0,0-1 0,0 0 0,0 1-14,0-1 0,0-1 0,0-2 16,0-2 1,0-1 0,0 3 0,0-2-172,0 2 170,0-5 1,-5 7 9,0-4 1,0 4 0,5 1 0,0 1 0,0-1 15,0 0 0,0 1 11,0-1 1,0 0-21,0 1 0,0-1 1,0 0-1,0 0-16,0 1 1,0 4-1,0 0 6,0-1 1,0-2 0,0-2 120,0 0 0,-4 1-82,-1-1 1,0 5-1,5 0 1,-2-1 28,-3-2 1,4-2-1,-4 0-16,3 1 0,-3-1-10,0 0 1,0 5-8,5 1 0,0-1 0,-1-5 0,-3 0-11,0 1 0,-1-1 0,5 0 42,0 1 1,0-1 241,0 0-93,0 7-204,0-5 1,0 10-1,0-7-41,0-1 0,0 2 41,0 0 1,0-1 0,0-5 21,0 0 1,0 6 0,0-1 190,0-2 1,0-1-134,0-1 1,0 4 141,0 0 18,0 7 0,0-5 103,0 3-246,0 3 0,-2-9 31,-3 6-266,3 0 232,-4 5-93,6 0-320,0 0 121,0-7-656,0 6-413,0-6 324,0 7-2337,0 0 0,2 5 1432,2 0 0,0 6 1833,6-1 0,-1 10 0,6 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8:09.177"/>
    </inkml:context>
    <inkml:brush xml:id="br0">
      <inkml:brushProperty name="width" value="0.06" units="cm"/>
      <inkml:brushProperty name="height" value="0.06" units="cm"/>
      <inkml:brushProperty name="color" value="#AB008B"/>
    </inkml:brush>
  </inkml:definitions>
  <inkml:trace contextRef="#ctx0" brushRef="#br0">309 192 7747,'0'8'511,"0"-2"-48,0-6 0,0 2 25,0 3 0,0-2-9,0 7 1,0-5-240,0 5 1,-5-6 0,-1 5-1,-3-1-9,-2 0 0,3-3-167,-2 5 1,0-5 0,-4 3 18,-1-2 1,2 1 0,1-4 0,3 2-3,-3-2 0,-1-1 0,-2-2-55,1 0 1,-1-2-1,0-3-142,1-4 0,4 0 1,0 0 65,-1-3 1,2-1 0,0-2 63,-3 1 0,6 4 0,-1 0-43,1-1 0,4-2 0,-3-2-71,3 0 0,2 0 0,0 1 0,2 1 1,1 1-151,2 2 0,7 2 0,-4-3 151,0 1 1,5 5 0,-3-5-32,3-1 1,2 3 0,-1 0 138,1 1 1,-5 1-47,0 1 1,-1 3 107,6-3 0,0 3 1,-1 2-31,1 0 1,0 2 0,0 3-16,-1 5 1,-4-2 0,0 2 51,1 1 1,-4 2 0,-1 0-1,-1-1 135,0-2 1,0-1-1,-5 6 358,0 0-389,0-1 0,0 1 0,0 0 4,0 0 1,0-1 0,-2-1-56,-2-3 0,0 3 0,-6-3 0,-1 3 52,-2 2 0,-2-1 0,1 1-196,-1 0 1,0-2-1,-1-2 1,-2-1 0,-2 0-242,2-2 1,2 4 0,1-8-220,1 0 1,-1-3 0,2-2-467,3-4 939,-3-3 0,11-20 0,-4-3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8:13.637"/>
    </inkml:context>
    <inkml:brush xml:id="br0">
      <inkml:brushProperty name="width" value="0.06" units="cm"/>
      <inkml:brushProperty name="height" value="0.06" units="cm"/>
      <inkml:brushProperty name="color" value="#AB008B"/>
    </inkml:brush>
  </inkml:definitions>
  <inkml:trace contextRef="#ctx0" brushRef="#br0">177 30 7834,'-13'2'0,"2"1"0,1 4 279,-2 1-35,-1 2 1,-1 4 0,1 1 727,3 0-752,-3-1 0,6 6 0,-4 0-5,1-2 0,5-2 0,-3 0 1,1 2 18,4 2 0,-3-1 0,1-4 0,1 0-80,3-1 0,1 1 0,0 0 0,0 0-32,0-1 0,1-1 0,3-1 0,2-4-36,2-2 1,-3 1 0,5-4 0,1 2 45,3-2 1,0-1 0,1-2-64,0 0 0,4 0 1,1-2-1,-1-1 0,1-3 25,0-3 1,1 0 0,-3-6 0,1 0-108,-1 1 0,-1-1 1,-3-1-1,1-2-38,0-2 0,-1 0 0,1 4 0,-2-2 41,-3-2 0,1 1 1,-6 3-1,-1-2-16,-3-2 0,-1 0 1,0 6-1,0-1 17,0 0 1,-6 1 0,-6-1 0,-4 0-200,-4 1 1,-6 5 0,3 4 0,-1 4-140,-1 1 0,1 1 1,-5 4-1,1 4-36,3-1 0,4 5 1,6-3-1,1 3-161,-1 1 0,2-4 1,1 0-133,3 1 1,5-3-636,-1 2 1311,10-6 0,10 9 0,8-5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8:17.669"/>
    </inkml:context>
    <inkml:brush xml:id="br0">
      <inkml:brushProperty name="width" value="0.06" units="cm"/>
      <inkml:brushProperty name="height" value="0.06" units="cm"/>
      <inkml:brushProperty name="color" value="#AB008B"/>
    </inkml:brush>
  </inkml:definitions>
  <inkml:trace contextRef="#ctx0" brushRef="#br0">74 255 7675,'7'-8'-1662,"-6"0"1564,4 3 2014,-3 3-128,-2-11 39,0 5-951,0 0-724,0 1-173,0 7 0,-5 7 0,-2 3-152,-1 3 1,3 1-1,-5 1 1,1 0-59,0 0 0,1-1 0,5 1-148,-2 0 1,0-6-1,5 1 379,0 2 0,-6 1 0,-3 1 0</inkml:trace>
  <inkml:trace contextRef="#ctx0" brushRef="#br0" timeOffset="663">280 681 8031,'-2'-14'97,"-1"-1"1,-4 2 859,-1 3 392,5 4-1164,-4 6 0,7 1 1,0 4-1,0 5-14,0 3 1,0 3-1,0 4 1,0 4-1,0 4 1,0 2 0,0-1-1,0 0-319,0 1 0,0-1 0,0 1 0,0-3-274,0-2 0,0-2 0,2-7 0,1 0-50,2-3 1,2-1-51,-2 3 0,-2-7 0,7-3 522,1-4 0,2-1 0,2 0 0</inkml:trace>
  <inkml:trace contextRef="#ctx0" brushRef="#br0" timeOffset="1016">192 740 7077,'-9'-15'-528,"-2"1"1,6-1 1088,2 0 1,1 1 0,4-1 0,1 0 113,2 1 0,6 1 1,-1 1-1,3 2-394,2-1 1,1 3-1,2 0 13,2 1-191,6 2 0,-8 5 0,5 0-56,-2 0 1,0 0 0,-3 0 0,2 2-1,-2 1 1,-3 4 76,-6 1 0,4-3 0,-4 4-153,-1 3 0,0 1 0,-5 2 231,2-1 0,0-4 0,-7 0 0,-3 1-89,-4 2 1,0 2 0,0-2 0,-3-1 12,-1-3 0,-6 1 1,-1 3-1,2-1-281,2-3 1,1-4 0,0 4-1684,1-3 401,-1-1 0,5-5-973,0 0 2410,14 0 0,-3 0 0,14 0 0</inkml:trace>
  <inkml:trace contextRef="#ctx0" brushRef="#br0" timeOffset="1463">780 182 8252,'0'-30'107,"0"1"0,0 1 0,0 2 0,-2 5 1442,-3 4 0,3-1-1185,-3 9 0,-1 5 0,1 9 0,2 12-148,1 4 1,2 11-1,0-1 1,0 4-79,0 1 1,0 8 0,2-3 0,1-1-29,2 3 1,0-5 0,-4-1-1,3-1-162,1-3 1,0 3 0,-5-2 0,0-1-175,0-2 1,0-4 0,0-1 0,0-3-308,0-1 1,0 2 0,0-4 0,-2-2-475,-3-2 1,3-1 0,-4-2-172,-1-3 0,4-4 1178,-7-6 0,0-6 0,-4-3 0</inkml:trace>
  <inkml:trace contextRef="#ctx0" brushRef="#br0" timeOffset="1809">633 681 8252,'0'-14'1689,"0"-1"1,0 5-1300,0 0 0,1 7-225,4-2 0,3 4 1,7 1-1,0 0-21,-1 0 1,6 0 0,0 0 0,-2 0-125,-2 0 1,3 0 0,3 0 0,-1 0-823,0 0 0,-1 0 0,-6 0 0,3 0 125,2 0 677,-2 0 0,4 0 0,-6 0 0</inkml:trace>
  <inkml:trace contextRef="#ctx0" brushRef="#br0" timeOffset="2114">1088 505 7788,'0'-15'-40,"-1"2"1329,-4 3 227,3 4-1032,-4 6 1,6 6-1,0 4-304,0 3 1,0 7-1,0 1 1,0 2-71,0 3 1,-5-3-1,0 1 1,1 3-369,3 0 1,1-2 0,0-2-1,0-2 73,0-3 1,0-2-1752,0-1-825,0 0 2761,0-7 0,6-8 0,3-8 0</inkml:trace>
  <inkml:trace contextRef="#ctx0" brushRef="#br0" timeOffset="2301">1044 461 8348,'-10'-15'898,"1"1"1,5 4-4,-1 0 387,-3 0-1023,7-5 1,-6 6-542,7-1 1,2 2 0,3-2-721,4 5 1,4 3 0,2 2 1001,0 0 0,0-6 0,-1-2 0</inkml:trace>
  <inkml:trace contextRef="#ctx0" brushRef="#br0" timeOffset="3516">1294 461 9649,'0'15'140,"0"-1"1,0 1 0,2 1-1,1 2-40,2 2 1,1-1 0,-2-4 0,1 0-31,-2 0 0,3-1 1,-1 1-1,-2 0 59,-1-1 1,-2 1 0,0 0-3,0-1 0,0 1-121,0 0 0,0 0-52,0-1 15,0-6-128,0-1 0,2-7 44,3 0 328,-4 0-32,6 0-164,-7 0 0,0-2-117,0-3 1,0-3-16,0-6 1,0-1-1,0 0 48,0 0 1,0 1 0,0-1 0,0 0-16,0 1 0,5-1 1,0 0-1,0 1 30,1-1 1,-3 0 0,7 0 0,0 1 47,-2-1 0,4 5 1,-6 2-1,2 2 15,4 2 0,-4-2 1,2 1-11,1 2 1,2 1-1,2 4-3,-1 3 1,1 1 0,0 5-1,0-1 4,-1 2 0,-4 1 0,-2 1 0,-1 1-33,-4 0 0,4 0 0,-3-1 0,1-1 67,2-3 0,-5 3 160,2-3 1,-2 3-79,-2 2 340,0-7-495,0-2 0,0-17 0,2-4-119,3-1 1,-2 0-1,7-1 1,1-1 17,2-1 0,2-1 0,0 5 234,-1 1 1,-4 6 0,0 3 111,1 3 0,2 4-52,2 3 1,-5 3-1,-2 6 1,-1 1-15,-4 0 1,-2 0 0,-1-1 0,2 1-89,3 0 1,-3 1-1,3 2-260,-4 2 0,-1-1 0,0-4-667,0 0 1,2-1 109,3 1 0,-2-7 1,5-1 762,-1-1 0,4-4 0,-3 4 0</inkml:trace>
  <inkml:trace contextRef="#ctx0" brushRef="#br0" timeOffset="4055">2235 755 8061,'0'10'468,"0"-1"1,-2-4 0,-3 5-171,-5 2 1,2-4-1,-2 2-53,-1 1 1,0-3-1,-1 0 1,2-1 48,-1-4 0,-2 4 1,-2-2-95,0-2 1,1-2-1,-1-1-94,0 0 1,1 0 0,-1-1 4,0-4 0,7-3 1,2-7-1,1 0-421,0 1 0,0-6 0,5-1 0,1-2-61,4-3 0,4-2 0,5 0 0,1 4 228,0 4 1,-1-1 0,1 3 0,-2 3 101,-3 4 0,3 8 1,-3-2-1,3 3 50,2 2 1,-6 0-1,0 2 1,-1 3 330,0 4 1,0 6 0,3 3-13,-1 2 0,-6-1 0,0-2 1,-2 1 68,-2 1 1,0 2 0,-2-3-328,-2 2 1,0 1 0,-6-3-1,-1 2 1,-2-2-127,-2-2 0,1-1 1,-1-1-1,0 0-670,0-5 0,1 3 0,1-6 0,1 1-1714,2-1 2440,1-1 0,-6-5 0,0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8:24.002"/>
    </inkml:context>
    <inkml:brush xml:id="br0">
      <inkml:brushProperty name="width" value="0.06" units="cm"/>
      <inkml:brushProperty name="height" value="0.06" units="cm"/>
      <inkml:brushProperty name="color" value="#AB008B"/>
    </inkml:brush>
  </inkml:definitions>
  <inkml:trace contextRef="#ctx0" brushRef="#br0">338 543 7892,'0'-10'309,"0"0"0,0 5 210,0-5 0,0 6-233,0-6 0,0 5 1,0-5-64,0-1 0,0 2 0,-1 1 0,-2 0 21,-2 0 1,0 3-1,3-3 1,-1 0-13,-2 0 0,-5 3 0,4-4 0,-3 1 0,-2 0 0,-2 5 0,-2-4 2,1 1 1,-1 4-1,0-3-198,0 4 0,1 7 1,-1 4-1,2 3-166,3 2 0,-8 1 0,4 4 0,-1 3-13,3-1 1,-1 6-1,4-3 1,-5 2 102,0 3 0,4-1 0,2 1 0,1-3 46,4-2 0,1 1 1,2-6-1,0-2-2,0-2 1,2-1 0,1-1 0,4-1-1,1-3 0,-3-2 1,5-4-1,1 1-55,2-2 1,4-2 0,0-1-1,5 0-173,1 0 1,-4-1 0,4-2-1,0-4-20,0-1 1,-5-2 0,3-5-1,-1 2 132,-1 3 0,1-3 1,-6 4-1,1-4 116,0-2 0,-5 0 0,-2 0 0,0-1-19,0-3 1,-3 2 0,3-2 0,-1 2 123,-4 3 0,-1-1-5,-2 0 149,0 0-241,0 7 0,1 3 95,4 10 1,-3 3 0,4 7-25,1 0 1,-5 1-1,4 2 1,-1 2-72,0-2 0,5 5 0,-4 1 0,1 4-73,-1 1 0,4-4 0,-3-1 0,-1 2-150,1 2 0,-1-5 0,-3-2 314,2 0 1,0 1-1,-5 2 134,0-4 0,0-4-213,0-1 1,-5 0 0,-1-2 0,-1-2 11,1-1 1,-6-7 0,3 4-1,-5-2 40,0-1 1,-1 1-1,0-3-89,1 3 0,-3-4 0,-1 4 1,-1-3-8,1-2 0,0 0 0,0 0 1,-2-2-65,2-3 0,2 2-492,1-7-666,7 7 1,3-3-1,10 6 1242,5 0 0,10-7 0,2-1 0</inkml:trace>
  <inkml:trace contextRef="#ctx0" brushRef="#br0" timeOffset="400">721 293 8188,'-2'-13'256,"-3"3"0,2-1 212,-7 6 1,7 6-1,-2 11 1,3 6-363,2 6 0,0 4 1,0 0-1,2-1 80,3 3 0,-2-4 0,5 7 0,-1-6-58,-4-2 0,4-1 0,-1 6 0,1-2-132,-1-4 1,1 4 0,-4-5 0,2 1-172,-2 1 0,0-7 0,1 1 0,1-2-405,-2-3 0,3 1 1,1-2-170,1-3 0,-3-4 1,5-6 748,1 0 0,2 0 0,2 0 0</inkml:trace>
  <inkml:trace contextRef="#ctx0" brushRef="#br0" timeOffset="930">1206 690 8188,'0'14'-223,"0"-4"255,0 0 0,0-5 0,0 5 400,0 1 1,0-3 122,0 2 1,0 0-219,0 5 0,-5-6 0,-2 1 0,-1 0 1,-3-2 0,-2 4 0,-2-7 0,2-1 100,3 3 0,-3-5-301,3 2 1,-3-2-1,0-4-254,3-2 1,-1-5 0,4-5 0,1-1-79,-1 0 1,2-1 0,5-2 0,0-3-143,0-2 1,0 3 0,2-3 0,1 2-17,2 3 0,7 2 1,-3 1-1,4 2 192,2 3 0,1-1 1,2 6-1,2 2 76,-2 1 0,-7 2 1,-1 0-1,2 0 37,1 0 0,-3 2 0,-1 3 298,3 4 1,-4 5 0,0 0 0,0 1-63,0 0 0,-4 4 0,1 1 0,-4-2 89,-1-2 0,0-1-1,0 0 1,0-1 57,0 1 1,-5-5 0,-1 0 0,-2 1-273,-4 2 0,1-3 1,-1 0-1,3-1-411,-3 0 1,4-1-1,-2-5-889,-1 2 0,3 0 1238,-2-5 0,0-7 0,-5-1 0</inkml:trace>
  <inkml:trace contextRef="#ctx0" brushRef="#br0" timeOffset="1692">1412 263 8143,'0'-14'508,"0"-1"1,-2 7-217,-3 3 0,3 5 1,-1 5-83,6 5 0,-1 9 0,5 6 0,-3 3 175,1 1 1,5 0-1,-5 2 1,-2 2 40,-1 1 0,3-1 1,0-7-190,-2-1 0,-1-2 0,-2 1 0,0-4 0,0-4 123,0-1 0,-2-2 0,-1-2 286,-2-1-533,0-7 1,7 4-517,2-7 1,5-5 0,7-2 0,2 1 109,1-1 1,3-3 0,-4 6 0,1 0-22,-1 3 1,3 1-1,-1 0 1,-2 0 127,-2 0 0,-1 5 0,0 1 0,-2 2 194,-3 4 0,1-4 0,-4 2 296,1 1 0,-5 2 0,2 2-157,-3 0 0,-2-6 0,0 1 226,0 2 1,-2-4 0,-3 2-318,-5 1 0,-3-5 0,-2 1 0,1-2-318,-1 0 1,5 0 0,0-5 0,-1 0-385,-2 0 1,-2-2 0,1-1-106,-1-2 1,5-7 0,2 3-579,1-4 0,2 3 1329,5 0 0,7 0 0,1-4 0</inkml:trace>
  <inkml:trace contextRef="#ctx0" brushRef="#br0" timeOffset="2400">2132 660 8300,'-5'-9'-396,"0"-1"0,-2 2 0,4-4 0,-3 4 1003,-3 1 1,5-2 0,-5 2 0,1 1 296,0-1 0,3 1-450,-5 1 1,1 3-279,-6-3 0,2 5 0,1 5 0,3 5-190,-3 3 0,1 2 1,-1 1-1,2 2-7,-1 1 0,3 8 1,0-5-1,0 3 31,-1-1 0,6-6 1,-2 2-1,4-4 18,1-1 0,0 0 1,0-1-53,0 1 1,0-5 0,1-2 80,4-1 0,3-2 0,7-5-32,0 0 1,-1 0 0,1 0 0,0-2-182,-1-3 0,1 2 0,0-7 119,0-2 0,-1-1 0,-1-1 21,-3-1 0,2 0 1,-8 1-1,0-1-62,-3 0 0,-1 5 144,0 1-9,0-1-739,0 2 0,2 1 1,1 9 509,2 3 1,5-2 0,-4 5 0,1 0 119,0 0 0,4-3 1,-1 3-40,3-1 1,-3 3 0,-1-5-1,1 0-94,-2 1 0,5-4 1,-3 3-1,3-4-319,2-1 1,1 0 0,2-1 503,2-4 0,0-10 0,-6-8 0</inkml:trace>
  <inkml:trace contextRef="#ctx0" brushRef="#br0" timeOffset="2680">2455 293 6957,'-6'-39'0,"-3"1"0,0 1 0,-1 1 554,-2 0 1,1 3-1,0 9 1,2 4 385,3 4 0,-1 7-965,2 5 1,4 17-1,-4 11 1,3 12-6,2 6 0,5 16 1,0 4-1,-2 5 124,-1 1 1,3-6-1,0 4 1,-2-4 32,-1-3 1,-2-1-1,0-12 1,0-5-89,0-4 0,0 1 1,0-7-1,0-5 1,1-3-1,3-5-656,0-2 1,3-3-148,-2-3 1,-2 2 763,7-7 0,6 6 0,7-3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8:38.679"/>
    </inkml:context>
    <inkml:brush xml:id="br0">
      <inkml:brushProperty name="width" value="0.06" units="cm"/>
      <inkml:brushProperty name="height" value="0.06" units="cm"/>
      <inkml:brushProperty name="color" value="#AB008B"/>
    </inkml:brush>
  </inkml:definitions>
  <inkml:trace contextRef="#ctx0" brushRef="#br0">177 147 8393,'-2'8'256,"-3"-3"0,2-3 692,-7-2-676,0 0-124,-5 0 1,1 0-161,-1 0 0,5 0 218,0 0-316,1-7 0,-4-1 0,3-7 21,5 1 0,3-1 81,2 0 1,0 5-1,2 2 46,3 2 0,3 1 0,5 3-4,-3-3 1,3 4 0,-3-4 12,3 3 0,1 2 139,1 0 1,-2 7 92,-3 2 1,1 5-75,-6 0 0,0-4 1,-6 0-61,-4 1 0,1-3 0,-5 2-133,-3 2 1,-1-4 0,-2 0-40,1-1 0,4-3 0,0-4-187,-1 0 0,-2 0 71,-2 0 1,2-6 0,3-4-1,4-3-176,-1-2 0,5 1 1,-3-1 31,4 0 1,2 2 0,3 2 213,1 1 117,0 7 1,-1-5-1,3 4-16,1-1 0,-3 0 1,5 5-45,1 0 1,2 0 726,2 0-429,-7 0 1,4 2 143,-7 3 0,-1-2 510,-4 7-653,7-7 0,-5 5 1,1-4-40,-6 1 0,-6 0-127,-5-5 1,-1 0-400,0 0 0,6-2-141,-1-3 0,6-3 658,0-7-165,2 7 0,4 1 121,2 7 0,3 2 8,3 3 0,1-2-117,-6 7 1,2-7-182,-2 2 119,-4-3 1,6-1 52,-7 4 1,-5-1 0,-2 4-124,-1-2 0,-2-1-280,-4-5 0,-1 0 1,0-1 70,1-4 1,4 1 0,2-5-29,1-3 0,2-1 0,5-2 182,0 1 263,0 6 0,7 1-92,2 7 1,5 0-1,0 0 1,-1 2 214,-3 3 1,3-2 0,-3 7 0,3-1 387,2 0 1,-5-1-341,-1-3 1,-4-4-1,3 6-136,-1-1 1,-1-4 0,-2 5-109,1-1 1,0-3-1,-7 6 1,-1-1-678,-2 0 0,-7-3 0,3 3 0,-3 0-1348,2 0 1,-3 0 1939,3 2 0,-3 3 0,-1-5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9:10.615"/>
    </inkml:context>
    <inkml:brush xml:id="br0">
      <inkml:brushProperty name="width" value="0.06" units="cm"/>
      <inkml:brushProperty name="height" value="0.06" units="cm"/>
      <inkml:brushProperty name="color" value="#AB008B"/>
    </inkml:brush>
  </inkml:definitions>
  <inkml:trace contextRef="#ctx0" brushRef="#br0">412 103 7796,'5'-10'-874,"0"1"0,0 4 873,-5-5 0,0 5 414,0-5 658,0 7-146,0-10 153,0 5 330,0 0-156,0-6 206,0 13-182,0-6-933,0 7-397,0 0 1,0 7 94,0 3 1,-2-4 49,-3-1 20,4 3 0,-6 0 0,7 7 0,0 0 29,0-1 0,0-4 0,0 0-88,0 1 0,-5-2 0,0 0 0,2 3-29,1 1 0,2-3 1,0 0-86,0 1 1,0 2 0,0 2 114,0-1 1,0 1-12,0 0 1,0 0-1,0-1 1,0 1 73,0 0 1,0-6 0,0 1 268,0 2-269,0 1 0,0-3 0,0-1 89,0 3 1,0-4-117,0 2 1,0-5 0,0 4 51,0 3 0,0 1-72,0 2 0,0-1-37,0 1 1,0 0 0,0-1 27,0 1 0,0-5 1,0 0 61,0 1 0,0 2 1,0 2-73,0 0 1,0-1 0,0 1-56,0 0 0,0-1 0,0 1-36,0 0 1,0 0 0,0-1 47,0 1 0,0 0 1,0-1 8,0 1 0,0 0 1,0-1-1,0 1 2,0 0 1,0 0-1,0-1 1,0 1 10,0 0 0,0-1 0,0 1 0,-1-2 21,-4-3 0,3 3 0,-3-3 1,4 4-1,-1 4 209,-3 2 0,-1 6 0,-6-1-185,2 2 1,1 3-1,-4-1 1,1-1 2,2-4 1,5 3 0,-3-6 0,0 0 0,2 0-76,-1-3 0,2-1 1,4-3-1,-3 1-227,-1 0 41,0-1 1,5 1-57,0 0 1,-4-5 136,-1-1 0,0-4-117,5 5 129,0-7 186,0 4-60,0-7-2818,0 0 2904,0-7-166,0 6-176,0-6 351,0 1-217,0 4-41,0-5 246,0 1-210,0 4-39,0-4-23,0-1 121,0 6 0,1-6 0,3 5-36,1-2 1,-1 0 20,-4-6 0,0 6 0,0-6 53,0-2 0,5 4 0,0-2 19,-1-1 1,-3 3-5,-1-2 0,0 5-33,0-5 1,5 5 12,0-4 0,0-1 0,-5-5 0,0 0 0,0-1-52,0-4 1,0 4-1,0-5 1,-2 1-55,-3 1 0,4-7 0,-6 1 63,1-3 1,4 5-1,-3 2 1,3 2 200,2-1 1,-4 0 0,-3 6 197,-1-1 1,3 0-188,-5 1 0,7 4 1,-4 2-1,2-1 61,1 1 0,-3 3 36,2-4-375,3 5-395,-4-2 158,6 6 0,0 6 455,0 4 1,0 0-108,0 5 0,0-4 1,0 9-1,0-4 12,0-1 1,0 4 0,0 3 0,0 0-23,0 5 1,0-5-1,0 3-19,0 1 1,0 2-1,0 0 1,0-2-1,0-2-46,0 2 1,0-3 135,0 2 0,0-6-61,0 6 1,0-7-1,0 1 89,0-2 1,0-3 0,0 1 24,0 0 136,0-1 1,0-4 57,0 0-389,0-7 19,0 4-58,0-7 197,0 0-42,0-7 1,5 4 0,1-5 0,1 0 47,-1 0 1,6 3 13,-2-5 1,-2 2-1,2-4 1,1 2-44,2-1 1,3-2 0,2-2 0,2 1 0,0-1 29,1 0 0,-3-1 1,6-2-1,1-3 1,-1-1 210,1 1-195,-7-5 1,8 10 0,-6-4 0,-1 4 0,1 1 0,-1 0 62,-1 1 0,-1 1 0,-3 1 1,-1 2-78,-3-1 1,3 4 0,-5 1 0,2 1-161,0 0 114,-7 0-71,4 5 286,-7 0-1598,0 0 1,-2 5 566,-3 0 0,2 0 0,-5-3 0,0 1 0,1 3-4855,1 3 5629,1-6 0,-8 10 0,-4-5 0</inkml:trace>
  <inkml:trace contextRef="#ctx0" brushRef="#br0" timeOffset="2218">339 1661 7419,'-10'-1'647,"0"-4"-36,7 3 0,-5-4 645,3 6-213,3 0-565,-4 0 0,6 1 0,0 4-204,0 5 0,0 3 1,0 2-1,0-1-117,0 1 0,0 0 0,0 1 0,-2 2-1,-3 2 0,3-1 0,-3-2-143,4 2 1,1-2 0,-2 2-1,-1-3-1,-2-1 1,0 5 0,5-1 0,0-1-13,0-1 0,0-1 0,0 2 0,0 2 37,0-2 1,0-2 0,0-1-1,0-1-1,0 1 0,0 0 0,0-1 0,0 1 37,0 0 0,0-1 1,0 1-45,0 0-34,0 0 1,0-1 0,0 1-16,0 0 0,0-1 0,0 1 0,0 0 32,0-1 0,0 3 0,0 1 0,0 1 0,0-1 39,0-1 1,0-3 0,0 3 39,0 2 0,-1-7-66,-4 2 1,3-2 0,-3 3 0,3-1 0,1 1 38,-4 0 1,3-1 0,-3 1 11,4 0 0,-4-1 0,0 1 0,2 0-88,1 0 1,-3-1 0,0 1-47,2 0 1,1-1 24,2 1 55,0-7-54,-6 5 1,4-5 0,-3 7-34,4 0 0,1-5 10,0-1 109,0 1 1,-2 3 0,-1-1 133,-2-3 0,0-4 0,5 5 15,0 2 1,0-4-56,0 2 1,0-6-322,0 6 0,0-5-53,0 5 1,0-5 217,0 5 1,0-5 128,0 4-29,0-5 252,0 2-16,0-6-158,0 0 1,-2-5-224,-3 0 1,4-6 16,-4 1 1,3-3 0,2-2-59,0 1 0,-5-1 1,0 0 58,2 1 1,2-1 0,-1 0 0,-1 0 0,-2 1-4,1-1 1,-2 0-1,1 1 225,2-1 0,0 0-21,-2 1 1,1-1-1,-4 0-66,2 1 0,-1-1 0,4 0 1,-4 2-22,-1 3 0,0-3 0,-2 3 0,4-3 26,-1-1 1,4 4-1,-5 0-38,1-1 0,1 4 1,2 1-206,-1-1 206,1 5-271,4-4 54,0 6-486,0 0 0,0 6 0,1 4 0,2 3 0,4 2 782,1 0 0,-5-1 0,4 1 0,-2 1-170,0 4 1,1-4-1,-2 4 1,0-4-129,0-1 0,-1 0 0,0-1 153,2 1 1,0 0 0,-3-1-1,1 1 1,2 0-98,-2-1 130,-1 1 1,3 0-1,0 0 1,-2-1 0,0-1 100,2-3 0,-3 3 0,3-3 134,-4 3 1,1-5-94,3-3 241,-4 3-300,6-6 0,-7 3 0,0-10-149,0-5 0,1 2 0,3-2 56,1-1 0,4-2-96,-4-2 0,7 5 108,-2 0 0,-2 1-152,2-6 1,-1-5 89,6 1 0,0-1 0,-1 5 1,1-1 19,0-4 1,0 4 0,-1-3 1,1 2 48,-7 3 0,5-1 1,-3 0-1,3 0 92,2 1 1,1-6-1,2 1-73,2 1 1,-1-2 0,-4 4 0,-2 3 128,-3-1 0,1 6 220,-6-1-331,7 5 39,-11-9-639,6 12-359,-7-6-1583,0 7 556,0 0 0,-2 5-1634,-3 0 3538,4 6 0,-13-3 0,6 7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39:14.987"/>
    </inkml:context>
    <inkml:brush xml:id="br0">
      <inkml:brushProperty name="width" value="0.06" units="cm"/>
      <inkml:brushProperty name="height" value="0.06" units="cm"/>
      <inkml:brushProperty name="color" value="#AB008B"/>
    </inkml:brush>
  </inkml:definitions>
  <inkml:trace contextRef="#ctx0" brushRef="#br0">1397 74 7824,'0'-15'-47,"0"1"1,-5 4 567,0 0 0,-4 5 576,4-5-354,0 7-288,5-3 314,0 6-62,0 0 1,-5 6 0,0 4-520,2 3 1,1 2 0,2-1 0,0 1-198,0 0 1,0 0-1,0 1 1,0 2 99,0 1 1,-1 6-1,-3-4 1,-1 0-103,2 1 0,1 4 0,2-3 0,-1 1-72,-4 1 0,3-7 0,-3 1 0,4-2 178,1-3 1,0 1-1,0 0 1,-2-1 127,-3 1 1,4 5 0,-4-1-151,3-1 0,-3 3 0,0-1 1,0-2-1,0 0 25,1 2 1,-1-4-1,5 3 1,0-2-83,0-2 0,-5-1 0,0 1 0,2 0-59,1-1 1,2 1 0,0 0-1,0-1-18,0 1 0,0 0 0,0 0 0,0-1 49,0 1 0,0 5 0,0-1 0,0-1 86,0-2 0,-2-1 0,-1 0 1,-2 0 445,2-1-390,1 1 0,1 0 1,-3-1-55,-1 1 1,-1 0 0,3-1-38,-2 1 0,-2 0 0,4-1 0,-2 1 0,2 0 10,1 0 1,-3-6 0,0 1-153,2 2 1,0-4-1,0 2 21,-2 1 0,0 2 0,3 0 1,-1-1 90,-2-3 1,0-4-1,3 5-1,-2 2 1,2-4 0,-3 1 0,2 3 5,-2 1 0,3-3 0,-4-2 9,-1-2-12,6 6 0,-6-9 22,7 7-200,0-7 1,0 5 248,0-3 384,0-3-220,0 4 62,0-6-30,0 0-233,0-6-85,0 4 1,-2-6 0,-1 3 0,-2-5 6,2-3 1,1 4 0,2-1 0,-1-2 0,-3-1-162,-1-1 1,1-6 0,4-1-51,0-2 0,-5 0 1,0-3-1,2 3 133,1 2 0,2 0 1,0 3 158,0-2 0,0 0 0,0 6 39,0-1 1,0 0 0,0 1 81,0-1-3,0 7 151,-7-5-281,6 5 0,-6-7-23,7 0 0,0 5 1,0 1 40,0-3 1,-1 6-131,-4 1 148,3-4-153,-5 8 0,6-6 77,-4 7 1,3 7 0,-3 3 20,4 3 0,1-3 1,0-1-1,0 3-13,0 1 1,0 2 0,0-1 0,0 1-10,0 0 50,0-1 0,5-2 1,0 1 95,-2 3 0,0 7-104,2-3 1,-3-1-7,3-4 0,-2 0-90,2-1 1,-4 1 0,4 0 0,-3-1 0,0 1 7,2 0 1,-2-1-1,3 1 1,-2 0-80,2 0 1,-3-6 0,3 1 52,-4 2 1,4-4-1,0 2-14,-2 1-42,-1 2 1,3-3-87,0 0 211,0-7-124,-5 10 53,0-11 247,0 4 279,0-6-268,0 0 0,5-1 0,1-3-84,2-1 0,-3-6 0,5 1-18,1-3 1,2 2 0,2-2-1,0-4-28,0 1 1,-1-2-1,3 0 1,1-2 16,1 2 1,1 2 0,-6 0-1,3-2 1,1-2 68,1 2 0,1 2 1,-5 3-1,-1 1-15,1 3 0,0-1 1,-1-5-113,1 0 0,0 1 0,0-1 180,-1 0-229,-6 7 0,1 2 170,-5 6-410,-2 0 0,3 0-355,-10 0 1,2 5-1,-5 1-288,1 2 1,1-3-1800,1 5 0,3-5 2723,-3 5 0,-3-7 0,0 3 0</inkml:trace>
  <inkml:trace contextRef="#ctx0" brushRef="#br0" timeOffset="2032">971 1691 7754,'0'-15'1002,"0"1"-92,0 5-465,0 3 1,0 8-20,0 2 0,0 0 0,0 6-83,0 1 0,0-3 0,0 2 0,0 1-101,0 2 0,0-3 0,0 0-55,0 1-96,0-4 0,-5 6 0,0-3 0,2 3 102,1 2 0,2-1 0,0 1 0,-1 0-235,-4-1 1,3 3-1,-3 1 1,2 1 44,-2-1 0,3 4 0,-2-3 1,2 1-48,2 1 1,-5-5 0,0 6 0,2-3 53,1 1 1,-3-1 0,0-4 0,2 0 21,1-1 0,2 1 1,0 0-1,-1-2 0,-4-3 1,3 3 0,-3-3 0,4 3 23,1 1 1,0 1 0,0 0 125,0-1-153,-7 1 1,6 0-1,-4 0-30,3-1 1,0-1-1,-1-1 1,-2-2-1,0 1 44,-1 2 0,4 2 0,-4-1 35,-1 1 0,6 0 0,-4 0 19,3-1 0,-3 1 0,0 0 1,2-1 1,0-4 0,-1 0-36,-1 1 0,1-2 0,2-1-50,-3-2 1,2 6-98,-7-3 0,5 3 0,-3-1 6,1-1 0,-2 0 0,2 3-14,-1-3 1,3 3 0,-3-3 31,1 3 1,1-4 130,1 1 10,3-6 0,-4 4 26,6-3-23,0-4 217,0 6-274,0-7 1021,0 0-984,0-7 1,0 4 0,-2-7-149,-3-1 0,4-2 0,-4-2 0,1 0-147,-1 1 1,4-1-1,-6-1 1,2-2-35,1-2 1,-6-4 0,3 2 144,-1-1 1,3 4 0,-3-4 0,0 2 87,0 3 1,4 1 303,-1 3 68,4-1-483,1 7-514,0 1 328,0 7 1,0 2 276,0 3 0,1-2 1,3 7-1,1 1 215,-2 2 1,0 2 0,0 0 0,2 0 0,-1-1 1,-3 1 0,1 0 0,1 1-82,2 4 0,0-4 1,-3 3-1,1-1-79,2 2 0,0-4 0,-4 4 0,3-4-127,0-1 0,1 5 0,-3-1 42,3-1 1,-4-2-1,4-1 100,-3 0 1,-2-5 407,0-1-258,0-5 0,0 4 38,0-3-140,0-4-167,0 6 28,0-7 1,0-2-15,0-3 0,0 2 0,0-7 21,0-1 0,5 3 0,0-2 0,0-1 62,1-3 0,-3 5 1,7-1-1,0-2 74,-2-1 1,5 0 0,-3 2 0,3 1 3,2-1 1,0-4 0,1-3 0,2-2 65,1 2 0,1 2 1,-5 1-1,-1 1 60,1-1 0,0 2 0,0 2 0,-1 1-46,1-2 1,0 1-1,-2-1 1,-2 4-57,-1 2 1,0-6 13,4 2 0,-4 2-959,0-1-505,-7 5 189,4-2 0,-7 4-3436,0-3 4598,0 4 0,6 1 0,3 8 0</inkml:trace>
  <inkml:trace contextRef="#ctx0" brushRef="#br0" timeOffset="3778">515 2999 10705,'-5'10'343,"1"0"1,-6 0 0,3 3-1,-1-2-243,-3-1 0,2 0 1,0 4-1,-3 1-71,-1 0 0,-2 0 0,-1 1 0,-2 2 48,-1 1 0,-1 1 0,4-5 0,-2-1-23,-2 1 1,0 0-1,6 0 1,-1-1-51,0 1 0,1 0 1,-1-1-93,0 1 1,1-7 0,0-1 76,5-1 1,-4-4-11,3 3 0,3-2 0,1 0-217,-1 2 0,4 0 203,-7-5 41,7 7 62,-10-6 0,11 7 0,-4-4 103,-1 1 333,5 0 22,-4-5-762,6 0 3301,0 0-2959,0-7 0,0 4-124,0-7 1,2 2 0,1-4 53,2 3 1,0 4 0,-5-5 0,0-2-192,0-1 1,5-1 0,-1-1-7,0 0 0,2-1 0,-1-2 0,-2-2 13,-1 2 1,-2 0 69,0-1 1,0 1 0,0-5 0,0 0 0,0 2-26,0 0 1,0-5-1,0 1 1,0-1-1,0 1 16,0 6 0,0 2 0,0 3 251,0-1 0,0 5-58,0 0-27,0 7 0,0-2 0,0 10-18,0 5 1,0 3 0,0 2 0,0-1-112,0 1 1,0 0-1,0 1 1,0 2-53,0 2 1,0 1-1,0-3 77,0 2 0,0 4 1,0-3-1,0 1 0,0 0 14,0 1 1,-2-5 0,-1 3 0,-2-1 53,2 0 1,-4-1 0,3-4 0,0 0 8,3-1 1,-4 1-45,0 0 1,0-1 0,3 0-13,-3-5 0,4-1 1,-4-3 49,3 5 1,-3-2 61,0 2 0,1-5 0,2 3-26,-3-1-116,3-2 1,-4-4 31,6 4 50,0-3 24,0 4 0,0-4 0,1 1 151,4 2 0,-1 0 0,5-5 0,3 0 70,1 0 0,3-2 0,2-1 0,2-2 38,-2 2 0,3-4 0,0 3 0,0-1-46,1-2 0,-1 4 0,-3-5 0,2 1 436,-3 4-605,6-5 1,-6 6-1,2-4 3,-2-1 0,-3 5 0,1-3 0,0 4 13,-1 1 0,-4 0 0,0 0 131,1 0 1,3 0-81,0 0 1,-4 0-79,0 0 0,-5-2-21,5-3 0,-6 4-1189,6-4-960,-7 3-1001,4 2 629,-7 0 1074,0 0 1,0-6 0,0-3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03.744"/>
    </inkml:context>
    <inkml:brush xml:id="br0">
      <inkml:brushProperty name="width" value="0.08" units="cm"/>
      <inkml:brushProperty name="height" value="0.08" units="cm"/>
      <inkml:brushProperty name="color" value="#004F8B"/>
    </inkml:brush>
  </inkml:definitions>
  <inkml:trace contextRef="#ctx0" brushRef="#br0">45 30 20431,'8'-7'2023,"-2"6"-1756,-6-6-1763,0 1 612,0 4 299,0-4 128,0 6 655,0 0-381,-6 0-887,4 0 540,-4 0 723,6 0 0,0 1-128,0 4 0,0-2-37,0 7 1,0 0-7,0 5 1,0-6-233,0 1 1,0 0 45,0 5 1,0-5 0,0-1-90,0 3 0,0-4 12,0 2 1,0 0 28,0 4 0,0 1 268,0 0 1,0-1 26,0 1 0,-2 0 0,-1-1 37,-2 1 1,0 0 0,5 0 0,0-1-94,0 1 0,0-5 0,-2 0 81,-3 1 1,4 2-1,-4 2 32,3-1 0,2 1-148,0 0 0,-1 0 140,-4-1 1,3 1-73,-3 0 0,4-1 0,1 1-59,0 0 1,0-5 0,0-1-104,0 3 1,0 1 0,0 2 177,0-1-183,0 1 0,0-5 0,0 0 23,0 1 0,0 2 0,0 2 91,0-1 1,0 1 0,0 0 0,1 0-215,4-1 0,-3 1 0,3 0 98,-4-1 1,-1 1-1,0 0 1,2-2-10,3-3 0,-4 3 1,6-4-54,-1 5 0,-2-1 1,4-2-1,-2-1-79,-2 1 0,2-3 0,-1 2-469,-2 2 377,6 1 0,-8 1 159,4 1 0,2 0 0,-1 0-90,2-1 0,-3 1 67,5 0 1,-2-1 0,4-1 87,-3-3 1,-4 2 0,4-6 0,-1 1 118,0-1 0,-5 1 0,4-4 48,-1 2 0,2 5 0,5-4 77,-3 2 1,3-4 0,-5 2-129,1 1 1,4-6 177,-4 4 1,5 2 123,0-2 1,1 0 76,0-5 0,-6 0 0,1 0-7,2 0 0,-4 0 0,2 0 94,1 0 1,2 0-187,2 0 1,0 0 0,-1 0-3,1 0 1,-5-5 0,0-2 532,1-1 0,2-2-600,2-4 0,-2-1 0,-2 2 0,-3 1 74,-1 3 1,3 4 0,-4-5 19,2-2-233,-4-1 0,7 4 0,-6-1-80,-2-2 0,4-1 1,-2-1-45,-2-1 1,0 0 0,1 0-38,0 1 1,1-1 0,-3 0-389,3 1 1,-4-1 90,4 0 1,2 1 75,-2-1 0,0 0 64,-5 0 1,0 1-1,1 1-408,4 3 569,-3-3 0,4 10 706,-6-7-813,0 0 1,5 0 304,0 0 0,0 5-3,-5-4 1,2 5 123,3-1 649,-4 4-87,6 1-800,-7 0-1792,0 0 2388,0 6-770,0-4 1,0 6-109,0-3 39,0-3 0,0 6-197,0-3 0,0-2 0,0 7 0,0-5 88,0 5 293,0-1 0,0 1 0,-2-2 0,-1 0 152,-2 1 1,0-4 101,5 4 0,0-4-176,0 5 0,-5 0 145,0 5 0,0-6 1,5 1-93,0 2 0,-4-4 1,-1 2 113,1 1 1,3 2-69,1 2-18,-7-1 0,6-4-188,-4 0 1,3 0 18,2 5 0,0-6 0,-2-1 0,-1 1 316,-2-1 1,0-3-295,5 5 0,0-1-100,0 6 1,0 0-93,0-1 1,0 1 157,0 0 1,0 0-55,0-1 0,0 1 25,0 0 0,0-1 1,0 1 79,0 0 1,0-5-133,0-1 0,0-4 1,0 5 49,0 1 1,0-2 0,0 0 89,0 3 1,0-4 0,0 2-5,0 1 0,0-3 0,0 2 19,0 2 0,0-4 1,0 2 18,0 1 0,0-3-27,0 2 1,5 0-478,0 4 399,0 1 1,-5 0-1,0 0 52,0-1 0,0-4 0,0 0-41,0 1 0,2 1 1,1-1-239,2-1 1,0 0 113,-5 4 0,1 1 64,4 0 1,-3-5 0,4-1-38,1 3 0,-5-4 0,2 2 233,-2 1 0,0-3 0,1 2-137,2 2 0,1 1 20,-1 1 0,-3 1 1,3 0-1,-2-2 0,0-2-29,2-1 1,2-5 68,-2 5 1,-2 0-24,7 4 0,-5-1 0,3-1-50,-2-2 0,4-1 0,-3 6 136,1 0 0,-3-5 1,3-1-99,-1 3 0,4 1 0,-3 2 13,0-1 1,4-4 0,-6 0-30,2 1 1,-3-2-1,5-1 75,2-2 1,-4 4 0,0-3-56,-2 1 0,6 0 107,-2 2 1,3 1 125,1-6 1,1 0-1,-2-3-3,-3 2 0,3-2 0,-3 3-33,3-3 1,-3-2 0,-1 0 66,3 0 0,-4 5-103,2-1 0,0 1 192,4-5 0,-4 0 104,0 0 1,0 0-41,4 0 0,-4-5 244,0 1-509,0-1 0,0 0-38,-1 0 1,-4 0-1,5 5 0,-5 0 1,3-2 313,-1-3 1,4-3-227,-1-6 0,-2 0 0,2 3-41,1 1 1,-4 5 0,-1-3-23,1 2 1,-4-4-165,7 5 0,-7-2-288,2 3 298,3 2 1,-4-5 193,5 7 1,-4-5 0,4-1-108,-3-2 1,4 3 163,-5-5 1,1 7 90,-1-2-300,-3 3-425,4 2 329,-6 0-198,0 0 116,0-6 0,7 2 422,3-5-28,-4 5-98,7-9 1,-11 10-322,3-7-266,-4 7 419,-1-4-24,0 7-13,0 0-59,0 7 1,0-4-249,0 7-91,0-7 382,0 4 1,0-5-152,0 2 7,0-2 274,0 5 1,0-6-98,0 4 1,0-2 99,0 7-32,0 0 0,0 5-23,0-1 1,0-4-6,0 0 1,0-5 22,0 5 1,0-5 4,0 4 0,0-4 55,0 5 1,0-5 35,0 5 0,0-5 0,0 4 7,0 3 0,0-4-131,0 2 1,0 0 41,0 4 1,0 1 0,-1-2 61,-4-3 0,3-2 0,-3-3 73,4 5 1,1-2 0,0 2-56,0 1 1,0-3 0,0 2-1,0 2 1,0-4 4,0 2 0,0-1-31,0 6 1,0 0 0,0-1 37,0 1 1,-2-2-1,-1-1 1,-2-3 127,2 3 0,1 1-196,2 2 0,0-1-129,0 1 0,0 0 119,0-1 1,0-4-1,0 0 200,0 1-187,0-4 0,0 1 9,0-3 0,2 3-177,3 7 46,-4 0 0,6-6 0,-7 1 125,0 2 1,1 1 0,3 1-45,1 1 0,-1-5 0,-2-2 1,1 0-11,2 0 0,0-3 0,-3 3 0,1 1-63,2-1 0,1-3-64,-1 5 0,-1-1 122,5 6 0,-5 0 0,2-2 1,-1-2-107,0-1 1,2-2 0,-4 4 68,2-3 1,5 1-9,-6 5 1,6 0 0,-5-1 109,-2 1 1,4-5-1,-1 0 1,3 1 1,-4 0 0,3 1 0,-2-2 110,-2 1 1,2-3 0,1 2-100,1 2 0,-3-1 1,3 0-1,0-2-45,0-3 1,-3 4 0,3-4 0,0 1-17,1-1 1,-5 6 0,6-4 10,2 0 0,-6 0 0,1-4 0,-2 2 12,0 2 0,6-3-5,-1 5 1,3-5 54,2 5 0,-6-7 1,1 2-1,0-2 10,-2 2 1,0-3-1,-3 3 6,5-4 0,1 1 0,1 1 1,-2 2 0,-1 2-3,6-2 1,-5-4-1,0 4-8,1-3 1,-3-2 0,2 0 54,2 0 1,-4 0-1,2 0 63,1 0 1,-3 0 0,2 0 0,0-2 0,-2-3 0,5 4-106,-3-4 0,-2 3 0,0 0-87,-1-3 0,4 4 62,-1-4 0,-2 3 60,2 2 1,-2-1 0,3-3 80,-1-1 0,-7-1 0,4 3-36,0-2 0,-1-7-63,4 3-58,3 2 1,-7-1-148,4 3 1,-2 3 105,-3-3 0,-1 4 16,5 1-142,-5 0-26,2 0 0,-4 0-39,3 0 213,-4 0-134,6 0-48,-7 0 240,0 0 0,5 1-241,0 4 138,0-3 1,-5 6 32,0-3 1,0-2-28,0 7 0,0-5-2,0 5 0,0-5 33,0 4 1,-2-5 0,-1 2 0,-2 1 23,2 3 1,1-2-49,2 2 0,-2-1 1,-1 6 34,-2 0 1,-1-5-1,2-1 99,-1 3 0,-1 1-45,1 2 0,3-1-6,-3 1 0,2-2 0,0-2 39,-2-1 0,0 0-76,5 5 0,0-1-103,0 1 1,0 0 71,0 0 0,0-6 0,0 1-11,0 2 1,0-4 0,0 2-2,0 1 1,0-3-18,0 2 0,0 0 48,0 4 1,0 1 0,0 0-10,0 0 0,0-6 0,0 1 4,0 2 0,0-4 0,0 2 23,0 1 1,0 2-1,0 2 1,0-1-10,0 1 0,2-5-64,3 0 0,-4 0 28,4 4 0,-3-4 8,-2 0 1,5 0 0,0 4 18,-2 1 1,3 0 0,-1-1-7,-1 1 1,2 0 0,-1 0-35,-2-1 0,1 1 0,-1 0-6,2-1 1,0 1 0,-4 0 37,4-1 1,-3 1-1,3 0 1,-4 0-5,-1-1 1,5-4-1,0 0 1,-2 1-34,-1 2 0,3-3 0,0 0-28,-2 1 1,4 2-1,-2 2 46,-2 0 1,3 0 0,-1-1 27,-2 1 1,4-5-1,-2 0 59,-2 1 0,0 0 0,1 1-50,1-2 1,1-2-1,-3 3 1,2-1-14,-1 1 1,-1-2 0,0 0-1,2 3 1,5 1 3,-5 2 0,4-6 0,-2 1 7,1 2 1,-5-4-1,4 0-6,0-1 1,-1 4 0,5-3-7,-1 0 0,-6 0 1,2-4-1,-1 2-14,0 2 0,6-3-19,-1 5 0,-2-5 36,2 5 0,-2-5 0,4 3 103,-3-2 1,-4-1-63,5-5 1,-5 0-1,3 2 1,0 1 0,1 2 0,-5 0-56,6-5 0,0 0-77,5 0 0,-5 5 82,-1 0 0,-4 0 14,5-5 0,0 0 31,5 0 1,-6 0-1,1 0 83,2 0 1,-4 0-47,2 0 0,-2-7 1,3-1-40,-1 0 1,-5 0-1,5 4-27,1 0 0,-3-6 0,0 3 2,-1-1 0,4-2 1,-2-4-1,0-1-37,1 0 1,-5 5 0,3 1 28,-1-3 1,3 4-1,-4 0 17,2 1 0,-4 1 0,2 2-10,1 0 0,-4-6-23,7 5 1,-7-2 0,3 4-17,1-2 0,-5-1 1,4 2 32,1-1 1,-4-4 0,5 2 47,-1-1 0,-2 3 10,-5-5 1,4 5-14,1-4 0,0 4 0,-3-4-30,3 3-21,-4 1-10,6 5-206,-7 0-240,0 0 508,0 7-47,0-6 1,0 7-13,0-3 10,0-3 1,0 6-6,0-3 27,0-3 0,0 6 71,0-3 0,0-2-34,0 7 1,0-5-49,0 4 1,0-4-34,0 5 1,0-5 24,0 5 0,0 0 39,0 4 1,0-4-1,0 0-10,0 1 0,-2-2-20,-3 0 1,4 1-16,-4 5 1,3-5-20,2-1 1,0 1 45,0 5 1,0-5 0,0 0 13,0 1 1,0-3 0,0 2-23,0 1 1,0-3-10,0 2 1,0 0-6,0 5 0,0-1 10,0 1 1,5 0 6,0 0 1,0-1-12,-5 1 1,2 0 0,1-1-5,2 1 1,0-5 0,-5 0 4,0 1 0,0 2 0,0 2 0,5 0 22,-1-1 1,1 1 0,-5 0-15,0-1 1,2-4 0,1 0-21,2 1 1,0 2-4,-5 2 0,0 0 7,0 0 1,5-1 0,0 1 0,0 0-2,-5-1 0,1-4 0,3 0 0,1 1 6,-2 2 0,-2-3 0,1-2 0,1 1-2,2-1 1,0-3 0,-3 3 0,1 0-36,2 0 1,0-3 22,-5 5 0,5 0 35,0 4 1,4-4 0,-4 0-3,-1 1 1,2-2-102,-1 0 84,0 1 1,0 0 0,1 0-3,3 1 0,-6-3 0,3 1-22,1-3 1,-5 1-1,4-4 1,-1 3 34,0 3 1,1-1 0,-1 3-7,5-1 0,-2-5-6,2 5 1,-2-5-1,4 3-1,-3-2 1,-4 4-1,4-3-9,-3 1 1,5-5 0,-1 2 1,-2 1 15,2-1 1,0 0 0,3-3 21,-3 3 1,3-4-7,-3 4 1,-2-3 0,2-2-17,1 0 0,-3 5 0,2 0 11,2-2 0,-4-1 0,2-2 3,1 0 1,-3 0-1,2 0-13,1 0 0,-2 0 0,0 0-12,3 0 14,-6 0 0,7 0-57,-3 0 0,3 0 41,2 0 1,-5 0-1,0 0 7,1 0 0,-3 0 0,0-2 51,-1-3 1,-1 3 0,-1-2 0,5 2-15,3 2 0,-3-2 0,0-1-83,1-2 1,2 0 14,2 5 1,-2-1 0,-2-3 12,-1-1 1,0-1-8,5 1 1,-2 2 0,-2-5 200,-1 1 0,-5 2-138,5 5 1,-5-5-18,4 0 1,-4-4 14,5 4 1,-2-2-162,2 2 1,2 2 76,-8-7 1,3 7 101,-2-2-73,-4 3-102,6 2 13,-7 0-626,0 0 793,0 7-40,0-5 1,0 6-26,0-3 0,0-2 15,0 7 1,0-5 25,0 4 0,0-4-10,0 5 0,0-5-19,0 5 1,0-5 1,0 4 0,0-4 16,0 5 0,0-5 0,-2 3 13,-3-1 1,4-1-17,-4-1 1,3-2-29,2 7 1,0-5 2,0 5 1,0-5 4,0 5 1,0-5 41,0 4-33,0 1 0,0 5-21,0 0 13,0-7 0,2-2 0,1-4-3,2 3 0,0-2-6,-5 7 2,0-7 0,0 5 52,0-3 0,0-2 54,0 7 0,0-5-61,0 5 1,0 0-72,0 4 1,0-4-31,0 0 39,0 0 1,0 5 8,0-1 1,0-4 13,0 0 0,5 0 3,0 4 1,0-4 26,-5 0 1,0-5-1,0 5-33,0 1 0,0 2-2,0 2 1,0 0-8,0-1 0,1-4 28,4 0 0,-3 0 11,3 4 0,-4-4-24,-1 0 0,2-5-3,3 5 1,-3-5-11,2 4 1,-2 1-35,-2 5 0,0-5 0,2-2 35,3-2 0,-4 1 0,4-2 1,-3 3 21,-2 7 0,1-6 0,3 1-28,1 2 1,-1-4-1,-2 0-34,3-1 1,-3 4 103,3-1 1,1 3-61,-1 2 0,2-6 0,-4 1 20,2 2 1,4-4-1,-4 1 1,0 1-17,2-2 1,-4 6-5,7-5 0,-5 3 0,3-1 0,-2-1-13,-2 1 1,2-2 0,1-1 0,-1 0-2,1 0 1,-1-3-1,-1 5-18,5 1 0,-2 2-7,2 2 1,0 0 27,5-1 0,-2 1 18,-4 0-14,5-7 0,-11 3 1,5-4-1,0-1 4,0 1 0,-4 0 0,2-4 20,1 2 0,1 6-16,6-1 1,-4-4-1,-2 1-3,-1 0 1,3-4 0,-4 5 3,2-2 0,-3 4 1,5-3 16,2 1 1,-4-3-13,2 5 1,-2-5 0,3 4-9,-1 3 1,-5-4-21,5 2 24,-7-7 0,8 5 1,-4-5-1,1 2 0,-3 2 34,5-2 0,-5-4 1,3 6 38,-2 0-61,6-6 1,-6 7-1,6-4-7,-2 0 1,-6 1-6,6-5 1,-6 2 0,2 1 0,1 2 1,-4 0-19,7-5 1,-5 0 12,4 0-2,-5 7 4,9-6 1,-10 6-28,7-7 0,-2 1 0,3 3 1,-1 1 0,-5-1 0,3-2 37,-1 3 0,-1-3 1,-1 3 15,5-4 1,-2-1 3,2 0 0,-5 2 14,5 3 0,-1-4 25,6 4 0,-5-3-37,0-2 1,0 1-22,4 4 0,-4-3 13,0 3 0,-5-3-51,5-2 1,-6 0 23,6 0 1,-5 0 0,5 0 1,-5 0 13,5 0-1,-7 0-12,10 0 1,-10 0 15,7 0-27,-7 0 1,5 0-24,-3 0 0,-1 0-56,5 0 146,-5 0 0,4-2 77,-3-3 0,-2 3-137,7-3 0,-7 2-173,2-2 22,3 4 131,0-6 1,2 7 14,0 0 0,-5-1 56,5-4 0,-5 3 221,4-3 0,-5 2-231,0-2 1,3 2-56,-2-7 1,1 7 0,-2-4 1,1 1 0,0 2-4,-5-6 1,4 6 2,1-6 14,7 0 0,-9-3-6,7 3 0,-5-1-19,5 6 1,-6-7 16,6 3 0,-5 0 0,3 0 44,-1-3 0,-1 6 1,-2-1 13,1 1 1,1 2-32,-1-6 1,-2 6-10,7-6 0,-5 2-10,5-2 1,-7-3 0,4 5-10,-1-1 1,-4-4 9,3 4 0,1 0 13,-1 0 1,5 4-1,-5-5 5,-2-2 0,0 6 1,1-1-14,0 1 0,1 3 0,-3-6-3,3 3 0,-4-6-3,4 3 1,2 0 0,-2 0 1,0 4 0,-4-3 1,4 1 1,-3 1 0,4 1-13,1-5 0,-5 2 0,4 0-32,1 1 1,-4-4 0,5 1 37,-1-3 0,-1 3 0,-3 0 13,2-1 0,5 2 0,-5 0-10,-2-3 0,4 4 0,-1 0 1,1 0-3,-1 0 0,-1 3 1,-3-3 2,3 1 1,-2-3 0,5 4-2,-1-2 0,3-2 44,-5-5 0,4 5 16,-4 0 0,2 6-24,-2-6 0,-4 0-29,4-5 1,2 5 0,-2 1-42,-2-3 0,0 6 0,0-1 44,2 1 1,0 2 13,-5-5 0,2 4-29,3-5 1,-4 5 4,4-5 1,-1 0-2,0-4 0,-2 4 0,3 0-35,-3-1 0,-2-2 0,1-1 27,4 5 0,-3 0 0,3 5 18,-4-6 1,-1 2 35,0-2 1,5 5-52,0-5 0,0 5 1,-5-5-30,0-1 0,2 4 0,1 1-15,2-1 65,0-1 0,-5-2 42,0 1-13,0 5-59,0-2 23,0 6 0,0-2 0,1-1 6,4-2 80,-3 0 41,4-1-153,-6 4 19,0-5-28,0 7-131,0 0 178,0-6 0,0 3-5,0-7 1,0 5 29,0-5-76,0 7 23,0-10 0,0 10-47,0-7-67,0 6 115,0-2 0,0 4 8,0-3 37,0 4-187,0-6 69,0 7-618,0 0 601,0 7 255,0-6-91,0 6 0,0-5-41,0 2 0,0 0-35,0 6 1,-1-7 13,-4 2 0,3-2-39,-3 2 29,4-3 7,1 11-11,0-12-29,0 12 38,0-11 1,0 6 4,0-3 1,0-3 1,0 4 0,5-4 46,-1 3 52,1-4 1,-3 6-15,3-7-79,-3 0 0,9 1 1,-4 3-92,1 1 148,-5 0 1,10-5 97,-3 0 1,-2 0-118,2 0 1,-5 0 0,3-2-34,-2-3 0,1 3 23,-2-3 0,-2 4-124,7 1 1,-5 0 67,5 0 0,-1-2 17,6-3 1,0 4 12,-1-4 0,-4 3 0,-2 0-4,-1-2 1,4 2-7,-1-3 1,-2 3 0,2 2 45,2 0 0,-4-1 31,2-4 0,-1 3 1,6-3-70,-7 4 0,4-1 0,-6-1 4,2-2 1,-3 0 0,5 3-8,2-2 1,-4 2 0,1-3 0,1 2-18,-2-2 0,6 3 0,-5-3-76,4 4 1,2-4 99,0 0 1,-1-5 0,1 4-18,0-3 1,-5 4-1,-1-3 46,3 2 0,-1-1 0,1 4-11,-2-2 1,-1-5-52,6 5 1,-2-1 0,-1 3 0,-3-2-8,3 1 1,-6 1-1,1 0-29,-1-2 1,3-5-1,4 4 52,-4-3 1,0 6-1,-6-3 1,3 1 54,3 0 0,-5-5 0,6 4-32,2-3 1,-6 4 0,1-3 71,-1 2 1,1-6 5,3 3 1,3-5-60,-4 0 1,0 1 0,-1 1 0,-2 2-47,-2-1 1,-1 3 0,0-2 4,2-1 0,2 2 1,-4 0-6,2-3 0,1 1 1,-2-1-6,0 3 1,1 4 30,-5-5 1,0 0-14,0-5 0,2 7 1,1 2-1,2-1 7,-2-3 0,-1 2 34,-2-2 0,2 1 6,3-6 1,-4 5-77,4 0 0,-3 0-1,-2-4 0,5 4 1,0 0 20,-2-1 1,-2 3 0,-1-2-26,0-2 0,2-1 0,1-1 31,2-1 0,0 0-17,-5 0 1,2 1 0,1-1-2,2 0 0,0 6 0,-5-1 16,0-2 0,1-1 32,4-1 1,-3-1 0,3 0-14,-3 0 1,-2 1 0,0-1 6,0 0 1,0 1 6,0-1 0,0 5 1,0 0-8,0-1 0,0-2 4,0-2 1,0 0-29,0 1 0,0-1 1,0 0-22,0 1 1,-5-1 0,0 0-1,1 1 11,3-1 1,1 5 0,-2 0 0,-1-1-8,-2-2 0,0 3 0,5 0 13,0-1 1,-1-1 2,-4 3 1,3 0-76,-3 4 27,3 4 46,2-6 79,0 7-902,0 0 847,7 0 6,-5 0-15,4 0 1,-6 2 31,0 3-18,0-4-50,0 6 136,0-7 90,0 0-189,0 7-34,0-6 0,0 7-52,0-3 91,0-3 69,0 4 1,0-4-15,0 3-59,0-3 1,0 6 53,0-3-123,0-4 0,0 7 19,0-3 0,0-1 95,0 5 1,0-4-28,0 5 0,5-5-27,0 5 0,0 0-28,-5 4 1,0-4-22,0 0 1,1-5-26,4 5 64,-3-1 0,5 6 9,-7 0 0,4-5 35,1-1 0,0-4-8,-5 5 0,2-7 24,3 2-48,-4 3 0,8-4-21,-5 5 1,0-5 0,4 2 6,-2 1 1,1-4 8,-2 7 0,-2-7 97,7 2 1,-5-3 43,5-2 0,-1 0-62,6 0 1,-5 0-9,0 0 0,-5 0 13,4 0 1,-4 0-83,5 0 1,0 0 0,5 0-50,-1 0 1,-4 0 0,0 0 44,1 0 1,2-2 0,2-1-8,0-2 0,-5 0 0,-1 3 0,3-3 1,1 2 0,2-5 15,-1 1 1,1-2 0,0 2 32,-1-1 1,-4 3 18,0-5-54,0 7 0,0-8 0,-1 4-2,3-1 1,-4 5 0,2-4-7,1 1 0,-3 2 18,2-6 1,-5 6-1,3-6 27,-1-2 0,3 4 0,-4 0 1,1 0 2,-1 0 0,1 3 1,-4-5-1,4 0 31,1 2 1,-3-3-34,4 6 1,-4-7-85,5 2 1,-7 2 0,4 0 22,-1 2 0,-4-1 58,3 2 0,1-3 23,-1-7 1,0 6-1,-3 0-15,3 3 0,-4-6 0,4 3-37,-3-4 1,0 3 0,3 0 0,-4 0-56,4-5 0,-3 6 0,-2-1 8,0-2 0,0 4 1,0-2 35,0-1 1,1 0-1,3-1 1,0 2 22,0-1 0,-3 3 1,-1-2-23,0-2 1,0 4 0,0-1-2,0-3 1,0 4 0,0-2-21,0-1 0,0 3 0,2-1 1,1 1-43,2 0 1,0-2 66,-5-4 0,2 0 0,1 3-4,2 1 1,0 5 0,-4-3 0,3 0 1,1 0 1,-1 3-1,-2-3 25,3 1 1,-3-4 12,3 1 0,1-3-10,-1-2 0,0 1 0,-5-1 0,0 0 0,0 0-29,0 1 0,0-1 1,0 0-1,0 1-15,0-1 1,0 5 0,0 0 8,0-1 1,0-2-1,0-2-4,0 0 1,0 6-1,0-1 33,0-2 0,0 4 0,0-2-26,0-1 1,0-2-53,0-2 0,0 1-38,0-1 80,0 0 1,0 5 0,0 1 0,0-3-16,0-1 1,0 3 0,0 0-1,0-1 4,0-2 1,0-2-1,0 1 1,0-1-9,0 0 1,0 0-1,0 1 1,0-1-12,0 0 0,0 1 0,-2-1 1,-1 0 53,-2 1 0,0 4 0,5 0 64,0-1 1,0-3 197,0 0-206,0 6-42,0 1-109,0 7 51,0-6 0,-1-1 28,-4-3 0,3 2 8,-3 3 1,3 2-189,2-7 5,0 7 170,0-10 1,-1 11 60,-4-3-24,3 4 0,-4-1 89,6-3-82,0 3-32,0-4-171,0 6-1727,0 0 2075,0 6-50,0-4-128,0 5 0,0-6-9,0 4-123,0-3-19,0 4 87,0-6-22,0 0 70,0 7-55,0-6 1,0 8-6,0-4 0,1-4 29,4 4 1,-3-2 35,3 2 1,-4-2-17,-1 7 0,2-6 0,1 2-40,2 1 0,0-4-19,-5 7 1,2-5 29,3 4 1,-4-4 91,4 5 1,-1-7 0,-1 4-23,2-1 1,1-2 27,-1 5-80,-3-5 1,6 4-2,-3-3 0,-2-2-32,7 7 19,-7-7 1,9 5 27,-8-3 0,3-3 0,-4 4 42,2 1 0,2-5 4,-2 2 1,-2-2 78,7-2 0,-5 0-35,4 0 1,-4 0-27,5 0 0,-7-2 0,4-1-44,-1-2 0,-2 0-10,5 5 0,1-5 4,5 1 1,-5-1 0,-2 3 0,0-1 13,0-2 159,-4 0-159,2-2 1,1 4-1,2-5 1,3 0-9,-2 0 0,3 4 0,-5-2 0,2 1 0,-1 0 0,-4-1 0,5 2 0,2-1 1,1-4 0,0 2 15,-3-1 1,3 5 0,-5-4 45,0 1 1,5 2-52,-3-6 0,-2 6 0,2-6 36,1-2 0,-3 4 48,2-2 0,-5 5-43,5-4 1,-5 1-1,3-4 3,-2 2 0,4 5 114,-5-4-137,0 5 0,-5-4 1,2 5 14,3-2 0,-2-5-93,7 5 0,-7-6 0,3 3 34,1 0 0,-5-1 1,4 4 26,1-4 0,-6 0 0,6 1 1,-2 0 18,0 0 1,0 3-1,-4-5-6,4-1 1,-3 3 0,4-2 11,1-2 1,-6 4-1,6-1-29,-1-3 1,-4 4 0,3-2-13,-3-1 0,3 3 33,-1-2 0,3 0 0,-4-5 4,2 1 0,0-1 1,-3 2-1,1 1-21,2 3 0,0-1 1,-5-5-11,0 0 1,5 6 0,0-1-1,-2-2 1,-2-1-5,-1-1 1,0-1-1,2 0 1,1 0-3,2 1 1,0-1 0,-5 0 39,0 1 0,0-1 0,2 0 0,1 1 39,2-1 0,0 0 0,-5 0-67,0 1 0,0-1 1,0 0-37,0 1 0,0-1 1,0 0-1,0 1 0,0-1 11,0 0 0,0 0 0,0 1-9,0-1 1,0 0-1,0 1 1,0-1-1,0 0 49,0 1 1,0-1-1,0 0 1,0 0 10,0 1 0,0-1 1,0 0-1,0 1-7,0-1 0,0 0 0,0 1 1,0-1-6,0 0 0,0 0 1,0 1-1,0-1-73,0 0 86,0 1 0,0-1 0,0 0 19,0 1 1,0 4 0,0 0-1,0-1 26,0-3 0,0 0 0,0-1 42,0 0 0,0 1 0,-2-1-75,-3 0 0,4 1 1,-4-1-14,3 0 1,1 0 0,-3 1 0,-1-1-84,2 0 0,1 1 0,2-1-11,0 0 1,-1 1-1,-2-1 46,-2 0 0,0 0 0,5 1 69,0-1 1,0 5 0,-2 2 0,-1 0-9,-2 0-64,0 5-51,5-11-80,0 13-39,0-6 101,0 7-1928,0 0 1,7 0 2287,2 0 0,-2 2 1,-1 1-285,1 2 0,-4 0 0,5-3-38,-1 3 1,-1-4 0,-2 6 0,2-2-17,2-1 0,-3 6 16,5-5 1,-5 5-1,3-3 17,-1 1 1,3-3 0,-4 3 31,2-2 0,-3 4 0,3-3-9,-1 1 1,3-3-1,-4 3-21,2-2 1,-4 1 0,2-4-13,1 2 1,-4 0-126,7-5 182,-7 0 1,10 5 69,-3 0 0,-2 0 59,2-5-137,0 0 0,-1 0 54,1 0 0,-5 0 65,5 0 1,0 0-98,4 0 1,-4 0-1,0 0 0,0 0-4,5 0 0,-1-5-8,1 0 1,-2-2-1,-2 4 41,-1-2 1,-2-1 0,4 2 98,-2-1 1,-5-1 96,4 1-216,1-3 1,0 0 14,0 3 1,-5-2 16,4 2-129,-5-6 306,9 9-217,-12-11 1,8 12 0,-6-6 51,2 1 1,5 2 0,-4-4-28,2 2 1,-3-4 0,3 3-35,-1-1 1,3-2-1,-4-3 36,2 3 1,-3-3 0,3 4 113,-1-5 1,-1 5-101,-1-1 1,-1 2 0,4-4 49,-2 2 0,1 1-55,-2-6 1,-4 0 0,4 1-65,-3-1 0,3 5 1,0 0-1,-2-1-13,-1-2 1,-1 3 0,2 0 47,2-1 1,0-2-1,-3-2-54,3 0 0,-4 1 1,4-1 5,-3 0 1,-2 5 0,0 1 60,0-3 0,2 1 0,1-1-8,2 3 1,0-1 0,-5-5-48,0 0 1,0 1 0,0-1 0,1 0-15,4 1 0,-3-1 1,3 0-1,-4 0-10,-1 1 1,0-1-1,2 2 1,1 2 76,2 1 1,0 0 24,-5-5 0,0 1-52,0-1 0,0 0 0,0 0-18,0 1 1,0 4-1,2 2 1,1 0-31,2-1 1,0 0 0,-5-6 33,0 0 1,0 1-70,0-1 1,1 0-1,3 0 1,1 1 45,-2-1 1,-2 0 0,-1 1 0,0-1-49,0 0 0,0 1 0,0-1 10,0 0 0,0 0 0,0 1 43,0-1 0,0 5-38,0 0 0,0 6 51,0-6 1,0 0-56,0-5 0,0 5-52,0 1-42,0 5-147,0-2-176,0 6-5812,0 0 5700,0 6 0,0 3 0,0 5 576,0 1 0,-6 6 0,-2 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24.509"/>
    </inkml:context>
    <inkml:brush xml:id="br0">
      <inkml:brushProperty name="width" value="0.06" units="cm"/>
      <inkml:brushProperty name="height" value="0.06" units="cm"/>
      <inkml:brushProperty name="color" value="#AB008B"/>
    </inkml:brush>
  </inkml:definitions>
  <inkml:trace contextRef="#ctx0" brushRef="#br0">206 221 7630,'0'8'-589,"0"0"828,0-3 373,0-3-406,0 4 1,-2-6 0,-1 2 98,-2 3 1,-1-3-44,1 3 1,1 1-191,-5-1 1,-1 0-72,-5-5 0,5 0 0,0 0 44,-1 0 1,3 0 0,0-2-65,1-3 1,-3 2 0,4-5-1,-1 0-31,1 0 1,1 3-1,5-5 1,0-2-43,0-1 1,0-1 0,0-1 69,0 0 0,1 1 1,3-1-9,1 0 0,1 5 0,-1 1 34,5-3 1,-2 6 0,0-1 0,0 2-4,1 0 0,-5 0 1,6 5 51,2 0 1,-4 0 19,2 0 0,-5 2 1,3 3 15,-2 5 0,1-2 0,-4 2-22,2 1 1,1 1 0,-2-1 83,1-1 0,0 0 112,-5 4-207,0 1 1,0-5-1,0 0 35,0 1 1,0-3 0,-2 0-9,-3-1 1,2 3-1,-7-5-165,-1-2 0,-3 3 0,0-1-163,-1-1 1,0-3 0,1-1 56,-1 0 1,0-1 0,1-3-15,-1-1 0,5-6 0,0 1 0,0-3-49,2-2 1,-3-4-1,6-2 1,2-1 143,1 1 1,2 1 0,0 6 0,0-1 239,0 0 0,2 6 1,3-1-206,4-2 0,0 4 0,0 0 208,3 1 1,1 3 0,2 4 0,-1 0-32,1 0 0,0 0 0,-1 1 51,1 4 0,0-2 0,-2 7 1,-2 0 95,-1-2 1,-2 5 0,4-3-1,-4 3-54,-2 2 0,-1-1 0,-5 1 0,0 0 105,0 0 1,0-1 0,0 1-45,0 0 1,-6-1-200,-4 1 0,-2 0 0,1-2-78,1-3 0,0-2 1,-4-5-1,-1 2 1,0-2 30,1-1 0,4-2 0,0 0 1,-1 0-115,-2 0 1,3-7-1,0-1 1,0-2-202,2 1 0,-3-3 0,6-6 0,1-1-26,3 1 1,1-4-1,1 3 1,4 1 165,5 1 0,3 8 0,2 0 0,0 1 143,-1 0 1,1 5 0,0-2 0,-1 3 334,1 2 1,0 0-1,-1 2 744,1 3-752,0 3 1,-5 7-1,-2-1-46,-2 1 1,-1 0 0,-5 0 0,0-1 413,0 1 1,0 0 0,-1-1-386,-4 1 0,1-5 0,-5-2 0,-1 0-273,2 0 0,-5-3 1,3 3-1,-3-1-94,-2-4 1,0-1 0,1-2 0,-1 0 58,0 0 0,1-2 1,0-3-1,3-3-332,1 0 0,2-5 0,-3 3 1,2-3-504,3-2 1,1 1-1,5-1 509,0 0 1,0 5-1,2 2 205,3 2 1,3-4-1,6 3 1,1 1-1,0-1-24,0 4 0,-1 1 0,-1 1 0,-1-2 423,-2-2 1,-1 0-1,6 6 154,0 4 0,-5-1-73,-1 5 0,-4 0 1,3 2 15,-1-1 1,-2-5-123,-5 4 1,-7 0-272,-2 0 1,-5-2 0,0-7-79,-1 0 0,0 0 0,2-2-55,3-3 0,-1 2 0,6-7-396,2-1 109,1-2 0,4 0 531,3 3 1,-4 5 0,6 8 391,-1 2 1,-4 7-642,3-3 1,2 0-127,-3 0 1,3 0 298,-2 0 0,-3 4 0,4-4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29.705"/>
    </inkml:context>
    <inkml:brush xml:id="br0">
      <inkml:brushProperty name="width" value="0.06" units="cm"/>
      <inkml:brushProperty name="height" value="0.06" units="cm"/>
      <inkml:brushProperty name="color" value="#AB008B"/>
    </inkml:brush>
  </inkml:definitions>
  <inkml:trace contextRef="#ctx0" brushRef="#br0">412 124 9047,'-8'2'535,"3"3"0,2 3 0,-1 7-407,-1-1 1,-4 1 0,4 0 0,1-1-106,3 1 0,-4-5 0,0 0 0,0 0-302,-1-2 1,4 5-320,-3-3 1,3 3 597,2 1 0,0 1 0,0 0 0</inkml:trace>
  <inkml:trace contextRef="#ctx0" brushRef="#br0" timeOffset="799">103 404 8107,'-6'8'-98,"2"3"0,-4-4 1,0 1 245,0 3 0,0 2 1,-4 2-5,3 0 0,4 1 0,-4 2 0,1 2 42,0-2 0,5 3 0,-2 0 1,3 0-79,2 0 0,0-1 0,0-5 1,0-1 60,0 1 1,0 0 0,2 0-33,3-1 1,3-4 0,8 0-99,4 1 0,-4-4 0,4-2 0,-4-4 11,-1-1 0,5 0 0,1-1 0,0-3 17,0 0 0,4-8 0,-6 2 1,1-3 7,1-1 1,-5-1-1,6 0 1,-3 0-62,1 1 0,-1-1 0,-5 0 0,-3 1 43,-1-1 1,-7 0 0,4 1-1,-3-1-61,1 0 0,-1 1 1,-9 0-1,-5 3-174,-3 1 1,-8 2 0,-2-3 0,-2 1-88,1-2 1,1 6 0,-3 1 0,3 3-40,2 2 1,-5 0 0,3 0 0,0 0 59,3 0 0,4 5 0,1 2 0,1 1-39,-1 3 1,5 1 0,2-1-1,1-1-427,4 1 710,1 3 0,2 0 0,0 1 0</inkml:trace>
  <inkml:trace contextRef="#ctx0" brushRef="#br0" timeOffset="1409">632 521 8213,'-5'-10'1007,"1"1"-786,-1 5 0,0-1 0,0 10 0,2 5-79,1 3 0,2 3 0,0 2 0,0 4-26,0 1 0,0 1 1,2 5-1,1-1-168,2-3 0,1 2 1,-2-4-1,0 0-220,0-3 1,-1-4-1,0-1 1,2-1-63,-2 1 0,4 0 1,0-2-93,1-3 1,-3-4-733,4-6 1158,-5 0 0,2 0 0,-6 0 0</inkml:trace>
  <inkml:trace contextRef="#ctx0" brushRef="#br0" timeOffset="1725">515 565 8213,'0'-14'6,"0"-1"0,0 5 0,1 0 1,3-1 248,1-2 0,6-2 1,-1 0-1,5 1-95,4-1 0,-3 5 0,6 2 0,-3 1-229,1 4 0,4 2 1,-2 1-1,-1 0 95,0 0 0,0 6 0,-3 4 0,2 3 0,-4 2 0,-3-1 0,-5 1 125,-1 0 1,3-1-32,-5 1 1,0 1-1,-5 2-5,0 2 0,-7 0 0,-3-4 0,-3 2-56,-2 1 0,1 1 0,-1-5 0,0-1-114,1 1 1,-1-5 0,0-2 0,2 0-51,3 0 0,-3-4-2480,4 1 2585,-5-4 0,0-7 0,-1-2 0</inkml:trace>
  <inkml:trace contextRef="#ctx0" brushRef="#br0" timeOffset="2129">985 124 8163,'-5'-29'0,"0"1"0,2 4 0,1 4 220,2 4 0,0 9-31,0 7 0,7 13 1,1 12-1,2 4 9,0 5 1,-2-1-1,3 6 1,-2 0-108,-3-1 0,4 3 0,-5-5 0,0 0-101,1 0 0,-4-2 0,3-5 0,-4 1-19,-1-1 1,5-1 0,0-2 0,-2-3-205,-1-2 0,-2-1 1,0-6-1,2 1-437,3 0 1,-4-5-1,4-1 670,-3 3 0,-2 1 0,0 2 0</inkml:trace>
  <inkml:trace contextRef="#ctx0" brushRef="#br0" timeOffset="2408">912 506 10620,'6'-8'358,"2"2"0,7 6-471,0 0 1,4 0 0,1 0 0,-2 0 49,-2 0 0,1 0 0,1 0 0,1 0-295,-1 0 0,3 0 0,-1 0 0,-2 0-351,-2 0 1,4 0 0,-1 0 708,-1 0 0,-1 0 0,-3 0 0</inkml:trace>
  <inkml:trace contextRef="#ctx0" brushRef="#br0" timeOffset="2676">1382 448 9396,'-6'14'248,"4"-4"0,-3 0 0,3 1-144,2 2 1,0 2-1,0 0 1,0 0-227,0-1 0,2 1 0,1 0-157,2-1 1,2 1-1,-4 0-239,2-1 0,5-4-1042,-5 0 1560,6 0 0,-9-2 0,4-2 0</inkml:trace>
  <inkml:trace contextRef="#ctx0" brushRef="#br0" timeOffset="2938">1309 359 8240,'-5'-14'0,"-2"-1"249,-1 0 1,5 6 0,-4 0 0,2 1 1215,0 0-875,0 5-993,5-4 0,7 7 0,3 0-2482,3 0 2885,2 0 0,-1 0 0,1 0 0</inkml:trace>
  <inkml:trace contextRef="#ctx0" brushRef="#br0" timeOffset="4097">1558 477 9118,'0'15'50,"2"-2"0,1-2 106,2-1 0,5 0 0,-5 5-92,-2-1 0,4 1 0,-2 0 1,-2-1 1,-1 1 0,-1 0 0,2-1-30,2 1 0,0 0 37,-5-1 0,2 0 0,1-3-282,2-1 162,0-7 322,-5 4-315,0-7-364,0 0 218,0-7 139,0-1 0,0-7 8,0 0 1,0 6-1,0-1 5,0-2 1,0 4-1,0-2-6,0-1 1,0-2 0,0-2-1,2 1-17,2-1 1,-2 0 0,3 1-1,-2 0-32,2 5 0,-2-4 0,7 3 56,2-3 0,1-2 92,1 0 0,1 7 0,0 3-7,0 4 1,-1 1 0,1 0-32,0 0 1,-1 6 0,1 4 27,0 3 1,-1 5-1,-1 0 1,-1-2 8,-2 2 1,-7 0 0,2-3 113,-3 0 1,2-1 305,1 1-324,0 0-198,-5-7 1,0-3-40,0-10 1,5-3 0,2-7 0,1 0-25,3 1 1,-3-6 0,2 0 0,2 1-100,1-2 0,1 6 1,1-1 206,0 4 1,-1 9 220,1-2 0,-2 10 0,-1 5 1,-4 3-28,-2 1 0,1 6 1,-4 0-1,2-2 8,-2-2 1,-1 4 0,0-1-158,3-1 1,-4-2-1,4-1-254,-3 0 0,-1-5-461,4-1 1,-2 0 132,7 0 0,-5-2 1,5-7-229,1 0 0,-2 0 764,0 0 0,1 0 0,5 0 0</inkml:trace>
  <inkml:trace contextRef="#ctx0" brushRef="#br0" timeOffset="4535">2455 418 8176,'-6'15'-1,"-4"0"1,-3-1 0,0 1 0,1 0 371,2-1 0,5 1 0,-3 0 0,2 1-57,3 4 1,1-4 0,2 4-151,0-4 1,0 0 0,0 2-1,0 2 41,0-2 0,2-8 0,1-4 0,3-1-21,2 0 0,2 0 0,5-5 0,0 0-33,-1 0 0,1-7 0,1-1 0,2-2-145,2 1 1,0-1 0,-6-5 47,1 0 1,-5 1-1,0-1 1,-1 0-1,1 1 186,0-1 1,-7 0 0,2 1-167,-3-1 1,-4 0 0,-3 0 0,-5 1-253,-3-1 0,-8 0 0,-3 2 0,-4 3-446,-2 6 0,1-3 1,-2 2-1,0 3 170,2 6 1,-4 4-1,8 7 1,-2-1-360,-3 1 1,3 5 812,2-1 0,-3 7 0,5-3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36.068"/>
    </inkml:context>
    <inkml:brush xml:id="br0">
      <inkml:brushProperty name="width" value="0.06" units="cm"/>
      <inkml:brushProperty name="height" value="0.06" units="cm"/>
      <inkml:brushProperty name="color" value="#AB008B"/>
    </inkml:brush>
  </inkml:definitions>
  <inkml:trace contextRef="#ctx0" brushRef="#br0">309 434 8075,'8'-2'-534,"-3"-3"1,-3-3 886,-2-7 0,-2 1-152,-3-1 0,3 5 1,-4 0-179,-1-1 1,4 4 0,-5 1 0,0 1 74,0 0 0,-2-5 0,-5 5 75,0 2 0,1 1 0,-1 2 0,0 0 0,1 0 0,1 2 1,1 3-13,2 5 1,0 3 0,-4 1 0,-1 1-11,0 0 0,1 4 0,1 3 1,1 1 7,2 3 0,2-3 1,-2 1-1,4 1-21,-1-3 0,6 1 0,-4-5 0,3 2-15,2-2 0,0-7 0,0-1 1,2 0-143,3-2 1,-2 3 0,7-6-102,1-1 1,2-3 0,2-1-27,0 0 1,-1 0 0,1 0 0,0-1-19,-1-4 0,1-2 1,0-4-1,0 1-8,-1-1 0,1-3 1,0 0-1,-2-1-5,-3 0 0,3 1 1,-5-1-1,0-1 62,-3-4 1,1 4-1,-1-4 1,-1 4-44,-3 1 0,-1 0 350,0 1 12,0-1-163,0 0 1,0 9-1,0 6 6,0 8 1,0 5 0,2 2 0,1-1 33,2 1 0,2 0 1,-4-1-1,3 3-17,2 2 1,1-1-1,2 5 1,-1 0 8,1 0 0,-3-3 0,1 4 0,-1 1-60,0-3 0,-5 5 0,4-8 0,-2 1-19,0 1 0,-1-5 243,-4 4 1,0-4-1,-1-3-124,-4-3 1,2 2 0,-7-8-59,-2 0 1,-1 2 0,-1-1 0,-1-2-99,0-1 1,-4-2 0,-1 0-1,2 0-277,2 0 1,-4 0 0,1 0 0,1 0-9,1 0 1,-2 0 0,-1 0-417,2 0 0,7 0-195,1 0 1,7 2 938,-2 3 0,3-4 0,2 6 0</inkml:trace>
  <inkml:trace contextRef="#ctx0" brushRef="#br0" timeOffset="389">441 96 8172,'-13'-23'-157,"2"3"0,3 4 365,1 1 1,2 9 277,5 6 0,2 11 1,3 10-1,4 2-208,4 3 1,2 7 0,-2 1 0,0 0-150,2 2 1,-8-5 0,7 5 0,-1-1-77,0-1 0,-3 0 0,0-6 0,0-2-53,-2-1 1,0-7 0,-5 3 0,2-2-80,-1 1 0,-3-5 1,-1-5-1,2-1-647,3 0-112,-4 4 1,7-12 0,-3 4-917,5-3 1754,3-9 0,2-1 0,0-7 0</inkml:trace>
  <inkml:trace contextRef="#ctx0" brushRef="#br0" timeOffset="967">1029 507 8172,'0'15'-454,"0"-5"0,0-1 1405,0 3 0,-2-4-772,-2 2 1,2-5 0,-5 3-13,1-2 0,-1 1 0,-4-4 0,1 2 24,-1-2 1,3 4 0,-2-2-1,-2-2-69,-1-1 0,-8-2 0,-2 0-89,0 0 1,2 0 0,6 0-1,1 0-109,-1 0 0,0-2 0,1-3 0,-1-5-229,0-3 0,0-3 0,2-2 0,4-3 63,4-2 0,3 3 0,2-3 0,2 1-17,3-1 1,-1 5-1,10-2 1,4 4 112,3 1 0,-2 0 1,6 1-1,-1 1 136,-1 3 1,3 2 0,-6 4 0,0 0 61,1 0 1,-5 3-1,4 2 1,-4 4 87,-1 5 1,-2-2 0,-2 2 0,-3 3 73,-1 5 0,3-2 1,-5 4-1,-2-4 7,-1-1 1,-2 5-1,0-1 1,-2-1-97,-3-2 0,2 4 0,-7 0 0,-2-2-108,-1-2 1,-1-3 0,-1-2 0,-1-1-137,-4 2 0,4-4 0,-4 0 1,4-1-275,1-4 0,2 0 0,2 0 0,1 2-1246,-2-1 1639,6-3 0,-14-7 0,4-3 0</inkml:trace>
  <inkml:trace contextRef="#ctx0" brushRef="#br0" timeOffset="1709">1338 419 7317,'-10'-15'0,"0"2"-377,-1 3 0,-4-8 0,-3 4 0,-1-4 527,1-3 1,0 3 0,0-7-1,-2 1 179,2 1 0,2-5 0,1 3 0,0-1 286,1 2 0,-1-2 1,2 6 695,3 2-1100,4 8 0,6 10 0,0 12 0,1 4-203,4 4 0,3 11 1,7-2-1,-2 2 28,-3 0 1,3-1 0,-5-1-1,0 0 87,-3 1 1,-2-6-1,1-1 1,1-2 19,-2-3 0,-2-1 0,-1-3-19,0 1 0,0-5-163,0 0 1,2-7-1,3 0 1,5-4-239,3-4 0,3-8 1,2 0-1,3-5-132,2 0 1,0-2 0,3 4 247,-1 3 0,-7 3 0,1 0 1,-1 5-1,0 3-17,2 2 0,-1 2 0,-6 3 0,-1 5 340,-2 3 1,-5 2-1,3-1 1,-2 1 4,-2 0 1,-3-1 0,-1 1 0,0 0 84,0-1 1,-1 0-1,-3-3 1,-2-1 13,-2 1 1,-2 2 0,-7 2-182,-2 0 0,3-6 0,-4 0 0,4-3-136,1-3 0,0 1 1,1-1-1,-1 2-267,0-2 1,0-1 0,1-4-150,-1-3 1,0-1 0,1-6 0,-1 2-1,2-1-326,3-2 0,4-2-669,6 1 1462,0-1 0,6 0 0,2 0 0</inkml:trace>
  <inkml:trace contextRef="#ctx0" brushRef="#br0" timeOffset="2371">1999 419 8050,'-6'15'27,"-4"-1"1,3-4-1,1-2 1,-1 0 303,-2 1 1,0-4-1,0 3 1,-3 0-217,-1 0 1,-2 0 0,1 4 0,-1-4-17,0-2 0,1 4 1,-3-5-1,-1 0-208,-1 1 1,-1-4-1,5 3 1,1-3-14,-1-2 1,0 0 0,1-2-36,-1-3 1,2-3 0,1-5 0,4 1-75,2 3 1,1-3 0,5-6 0,0-1 27,0 1 0,0 1 0,0 3 0,1-1 154,4 0 0,-1 1 0,5-1 1,3 2 65,1 3 0,0-3 1,-2 5-1,-1 0 8,2 3 1,1-2 0,1 2 0,1 2-92,0 1 0,-5 2 1,-1 0-162,3 0 1,1 0 0,2 2 33,-1 3 1,-4-3 192,0 2 0,0 5 0,4-1 0</inkml:trace>
  <inkml:trace contextRef="#ctx0" brushRef="#br0" timeOffset="2683">1896 345 8050,'-5'-9'-124,"1"-1"365,-1 7 1,5-2 46,0 10 0,0 3 0,0 8 0,0 2-87,0 2 1,0-1 0,1-4-1,3 0 8,0-1 1,6 1-1,-5 0 1,0-1-295,2 1 0,-4 0 0,5 0-260,-1-1 1,2-4 0,-2 0-492,1 1 0,-3-4-17,5-2 0,0-4 853,4-1 0,1 0 0,0 0 0</inkml:trace>
  <inkml:trace contextRef="#ctx0" brushRef="#br0" timeOffset="2992">1999 37 8096,'-10'-15'414,"1"0"0,5 9 68,0 6 0,2 13 0,2 11 0,2 6-382,2 4 0,5-1 0,5 6 0,1 0-53,0-1 0,-1-1 0,1-4 0,-2 1 68,-3-1 0,3-2 0,-5-2 1,2-1-225,0-3 1,-5 1 0,4-7 0,1-1-220,-2-1 0,4-3 0,-6-1 0,3-1-696,2-2 1,-3-5 1023,2 4 0,-7-5 0,4 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43.448"/>
    </inkml:context>
    <inkml:brush xml:id="br0">
      <inkml:brushProperty name="width" value="0.06" units="cm"/>
      <inkml:brushProperty name="height" value="0.06" units="cm"/>
      <inkml:brushProperty name="color" value="#AB008B"/>
    </inkml:brush>
  </inkml:definitions>
  <inkml:trace contextRef="#ctx0" brushRef="#br0">177 133 6609,'-8'0'2126,"1"0"-1634,7 0-534,0 0 0,-6 0 108,-4 0 0,2 0 84,-2 0-192,0 0 0,-3-2-388,3-3 1,4-3 360,6-7 0,1 5-10,4 1 0,2 4 128,3-5 1,-2 7 61,-3-2 0,-2 5 9,7 5 1,-7 3 75,2 7 1,-3-6 124,-2 1 1,0-5-90,0 5 1,-2-2 28,-3 2-348,-3-4-110,-7-6 0,2-1 1,3-4-98,5-5 1,4-3 0,2-2 49,4 1 0,2-1 0,4 2 131,-1 3 0,-5 3 101,5 7 1,-5 0 84,4 0 0,-4 5 0,3 2 0,-1 1 32,-4 4 1,-1 1 0,-2 1 286,0 1 0,0-5 0,0 0-199,0 1 1,-5-3-1,-2 0 16,-1-1 0,3-1-43,-4-1 1,-1-3 0,-5 3-127,0-4 0,6-1 0,0-1-183,3-4 1,-4 2 0,4-7-286,-3-2 1,6-1-1,-2-1-92,4-1 1,1 0 0,0 1 190,0-1 0,5 5 1,1 2 68,2 1 1,-3 2 0,5 5 464,1 0 1,2 0 0,0 2 123,-3 3 0,2-2 0,-6 7-150,2 2 1,-4 1 0,2 0 105,1-4 0,-6 5 533,4-5-515,-10 4-210,-3 2 1,-6-7-1,-1-3-46,0-3 0,0-2 0,1 0 6,-1 0 1,0 0-1,2-2 1,2-3-250,1-5 1,5-3 0,-3-1-1,1-1-154,4 0 0,2 1 1,1-3 69,0-2 1,0 2-1,1-1 128,4 7 0,-2 4 1,7 7 47,2 0 0,1 7 0,1 3 266,1 3 0,-7 1 0,-1 1-24,-1 0 1,-4-5-1,3-1 1,-4 3-244,-1 1 0,0-3 1,-1 0 104,-4 1 0,3 2 0,-4 2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45.124"/>
    </inkml:context>
    <inkml:brush xml:id="br0">
      <inkml:brushProperty name="width" value="0.06" units="cm"/>
      <inkml:brushProperty name="height" value="0.06" units="cm"/>
      <inkml:brushProperty name="color" value="#AB008B"/>
    </inkml:brush>
  </inkml:definitions>
  <inkml:trace contextRef="#ctx0" brushRef="#br0">103 89 8248,'-7'8'-132,"-1"-2"-159,0 1 0,-5-4 102,3 7 509,-3-7-309,-2 4 0,7-9-67,3-3 1,4-3 0,1-7 62,0 1 1,0-1-1,1 2 1,3 1 21,1 3 0,1 4 27,-1-5 0,2 5 0,4-3-6,-1 1 0,0 2 13,4 5 0,-4 0 0,-2 2 83,-1 3 1,3-2 0,-6 7-2,0 1 0,-3 2 0,-1 2-21,0 0 1,0-5 0,0-1-51,0 3 0,-1 1 0,-4 0-132,-5-3 1,2 1 23,-2-6 1,0 0 8,-4-5 1,-1 0 0,2-2-3,3-2 1,-1-5 0,4-5-164,-1-1 0,5 0 1,-2 1-1,3-1-37,2 0 1,0 0 0,2 2 259,3 4 0,3-3-65,6 7 0,1 0 0,0 5 116,0 0 0,-2 7 0,-2 3 270,-1 3 0,-5-3-149,5-1 0,-7 1 129,2 5 1,-5 0-217,-5-1 0,2-6 1,-7-3-122,-2-3 1,4-2 0,-2 0-58,-1 0 0,3 0 0,0-2 0,1-3-135,4-4 0,1 0 0,2 0 53,0-3 0,2 1 0,1-1 127,2 3 1,6 5 0,-1 1 193,3 6 0,-3 1 1,-2 5-55,-1 3 0,-2 1 0,-5 2-60,0-1 1,0 1-1,0 0-112,0-1 1,-5 1 46,0 0 0,-13-1 0,2 1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1.257"/>
    </inkml:context>
    <inkml:brush xml:id="br0">
      <inkml:brushProperty name="width" value="0.06" units="cm"/>
      <inkml:brushProperty name="height" value="0.06" units="cm"/>
      <inkml:brushProperty name="color" value="#AB008B"/>
    </inkml:brush>
  </inkml:definitions>
  <inkml:trace contextRef="#ctx0" brushRef="#br0">118 118 6599,'-1'9'462,"-4"-5"1,2 0-310,-7 1 82,0-4-199,-5 6 0,2-9-111,3-3 0,4 2 0,4-5 1,-1 0 62,-2-1 0,0 5 0,5-6 1,0-2 2,0-1 0,2 4 0,1-1 0,4 0 49,1 2 0,-3-4 1,4 6 141,3-2 1,-4 4-77,2-1 1,0 4-39,4 1 0,-1 1 0,-1 4-9,-2 5 1,-7-2 0,3 0 0,-1 1 23,0-1 0,0-3 0,-5 5 62,0 1 0,0-3 1,0 2-46,0 1 0,-2 1 0,-2-1-88,-6-1 0,2-5 0,-2 3 17,-2-1 0,-1 2 0,-1-4 7,-1-1 1,0-3 0,1-1-222,-1 0 0,5 0-10,0 0 0,2-6 1,-2-4-1,5-3-51,4-2 0,7 0 0,4 1 0,3-1 141,2 0 0,-2 6 0,-2 0 0,-1 1 159,2 0 1,-4 5 0,2-2 82,1 3 0,2 2 0,0 2 68,-3 3 0,1-2 0,-6 7-68,-2 1 0,1 1 0,-1-1 1,2-1 56,-2 1 1,-1 2 0,-2 2-35,0 0 1,-5-5 0,-2-2 6,-1-2 0,3 4-66,-4-5 0,4 0 0,-5-5-34,-2 0 1,4 0-1,0-2-324,2-3 1,1-3 0,5-7-30,0 1 0,0-1 0,1 2 0,3 2 24,0 1 1,6 5 281,-5-5 0,2 7 0,-4 0 0,3 4 436,3 4 1,-6 7-258,2-3 0,-4-1-2,-1 2 0,0 0-28,0 5-685,0-7 22,0-2 0,-1-1-242,-4 0 0,2 0 0,-7-5 736,-2 0 0,-7 0 0,-4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4.572"/>
    </inkml:context>
    <inkml:brush xml:id="br0">
      <inkml:brushProperty name="width" value="0.06" units="cm"/>
      <inkml:brushProperty name="height" value="0.06" units="cm"/>
      <inkml:brushProperty name="color" value="#AB008B"/>
    </inkml:brush>
  </inkml:definitions>
  <inkml:trace contextRef="#ctx0" brushRef="#br0">162 13 8088,'0'-8'644,"0"3"1,-1 9-429,-4 1 0,3 6 0,-4-1-84,-1 3 0,4 2 1,-5-1-139,1 1 0,-3 0 0,4-1 1,-1 1-100,1 0 0,-4-1 1,4 1-1,-3 0-241,-2 0 1,4-6-1,1 1 1,1 2-257,0 1 0,-5-4 1,5 1 601,2 2 0,-5 1 0,0 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5.386"/>
    </inkml:context>
    <inkml:brush xml:id="br0">
      <inkml:brushProperty name="width" value="0.06" units="cm"/>
      <inkml:brushProperty name="height" value="0.06" units="cm"/>
      <inkml:brushProperty name="color" value="#AB008B"/>
    </inkml:brush>
  </inkml:definitions>
  <inkml:trace contextRef="#ctx0" brushRef="#br0">148 30 8261,'-2'-8'-1106,"-3"3"1,2-1 1613,-7 1 1,0 0-200,-4 5 0,1 6 1,1 4-1,4 3-214,2 2 0,-6 0 0,4 1 0,-2 2 39,0 1 1,5 8-1,-3-5 1,2 3-43,3-1 1,1-6-1,2 4 1,0-3-54,0 1 1,6-1 0,4-4 33,3 0 0,2-5 0,0-2 0,1-2 38,4-2 1,-4-3 0,4-1 0,-4 0-15,-1 0 1,4 0 0,1 0 0,-1-1-42,3-4 0,-6-2 0,4-4 0,-4 1-41,-1-2 0,-1 1 0,1 0 0,-2 1-46,-3-2 0,1-1 1,-6-1-1,0-1-41,2 0 1,-6 0 0,2 1-36,-6-1 1,0 5-1,-7 0 1,-3-1 0,-3-2-15,-4-2 1,-4 2 0,2 2 0,0 3-311,-5 1 0,1 2 0,0 5 0,3 0 54,2 0 1,-3 2-1,4 3 246,2 5 0,7-2 0,2 1-143,3 3 0,3-4 274,8 2 0,9 0 0,9 4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6.129"/>
    </inkml:context>
    <inkml:brush xml:id="br0">
      <inkml:brushProperty name="width" value="0.06" units="cm"/>
      <inkml:brushProperty name="height" value="0.06" units="cm"/>
      <inkml:brushProperty name="color" value="#AB008B"/>
    </inkml:brush>
  </inkml:definitions>
  <inkml:trace contextRef="#ctx0" brushRef="#br0">74 146 7523,'-2'-8'-724,"-3"3"1,2 2 813,-7-2 0,2-4 98,-2-5 0,2 4 1,5 0 118,-2-1 1,0 3 0,3-2 82,-3-2 0,4 4 454,-4-2-150,3 1-468,2 0 1,0 5-231,0 8 1,0 5-1,0 5 1,0 1 93,0 0 1,5 4-1,0 3 1,0 0-25,1 5 1,-2-1 0,4 1 0,-2 0 10,-2-1 1,2 5 0,-1-7-1,0 2-89,1-1 0,-4 1 1,3-5-1,-2 0-86,2 1 0,-3-3 1,4-4-123,1 0 1,-6-1-39,4 1 0,-1-7-1157,0-3 590,-2-3 0,6-2-118,-3 0 943,-3 0 0,4-7 0,-6-1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6.564"/>
    </inkml:context>
    <inkml:brush xml:id="br0">
      <inkml:brushProperty name="width" value="0.06" units="cm"/>
      <inkml:brushProperty name="height" value="0.06" units="cm"/>
      <inkml:brushProperty name="color" value="#AB008B"/>
    </inkml:brush>
  </inkml:definitions>
  <inkml:trace contextRef="#ctx0" brushRef="#br0">1 148 8336,'0'-15'190,"0"0"1,2 1 0,1-1-83,2 0 1,6 5-1,-1 1 1,5-1-55,4 2 0,-2 0 0,4 4 0,0-2-39,4-2 1,-3 4-1,1-1 1,0 4 11,0 1 1,-5 1-1,2 3 1,-4 2-43,-1 2 1,-2-3 0,-2 5 0,-3 2 135,-1 1 1,-1 1 0,-2 1 30,1 0 0,-1-1 0,-5 1 0,-2 0 20,-2-1 0,-7 1 1,2 0-1,-3 0-101,-1-1 0,-3 1 1,-1-2-1,-1-2-181,1-1 1,1-2 0,3 4-1,-1-4 1,0 0-480,1 0 1,-1-4 31,0 1 0,5-4 7,1-1 550,5 0 0,-2-6 0,6-3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6.940"/>
    </inkml:context>
    <inkml:brush xml:id="br0">
      <inkml:brushProperty name="width" value="0.06" units="cm"/>
      <inkml:brushProperty name="height" value="0.06" units="cm"/>
      <inkml:brushProperty name="color" value="#AB008B"/>
    </inkml:brush>
  </inkml:definitions>
  <inkml:trace contextRef="#ctx0" brushRef="#br0">15 1 8346,'-8'6'69,"1"-2"0,7 7 1,0 4-27,0 3 0,2 8 1,3 0-1,4 5 132,5 3 1,0 5-1,1-4 1,0-1 35,-1 2 0,-1-3 0,-1 4 0,-2-1-110,1-3 1,-3-2 0,2-2 0,0 1-157,-2-1 0,3-1 0,-6-2 0,0-3-17,2-2 0,-6-1 1,4-6-1,-1 1-1176,0 0 0,-2-6 191,3 1 1057,-3-6 0,-9 2 0,-1-6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7.204"/>
    </inkml:context>
    <inkml:brush xml:id="br0">
      <inkml:brushProperty name="width" value="0.06" units="cm"/>
      <inkml:brushProperty name="height" value="0.06" units="cm"/>
      <inkml:brushProperty name="color" value="#AB008B"/>
    </inkml:brush>
  </inkml:definitions>
  <inkml:trace contextRef="#ctx0" brushRef="#br0">0 0 9721,'15'0'76,"0"0"0,-1 0 0,3 0 1,1 0-135,1 0 0,6 0 0,-6 0 0,1 0-174,1 0 1,-3 0 0,5 0-1,-2 0 88,-3 0 1,-1 0-1,-3 0 1,1 0-379,0 0 1,-1 0 521,1 0 0,0 7 0,0 1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7.536"/>
    </inkml:context>
    <inkml:brush xml:id="br0">
      <inkml:brushProperty name="width" value="0.06" units="cm"/>
      <inkml:brushProperty name="height" value="0.06" units="cm"/>
      <inkml:brushProperty name="color" value="#AB008B"/>
    </inkml:brush>
  </inkml:definitions>
  <inkml:trace contextRef="#ctx0" brushRef="#br0">0 0 8346,'0'10'161,"0"0"1,2-5 0,1 4-338,2 3 0,5-4 1,-4 2 151,2 1 0,-4 2 0,2 0-25,1-3 0,-6 3 1,4-3-516,-3 3 1,-1 0-428,4-3 991,-3-4 0,5-6 0,-7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7.768"/>
    </inkml:context>
    <inkml:brush xml:id="br0">
      <inkml:brushProperty name="width" value="0.06" units="cm"/>
      <inkml:brushProperty name="height" value="0.06" units="cm"/>
      <inkml:brushProperty name="color" value="#AB008B"/>
    </inkml:brush>
  </inkml:definitions>
  <inkml:trace contextRef="#ctx0" brushRef="#br0">58 132 8346,'-10'-19'0,"0"-1"335,-1 2 1,4 2 318,3 1 1,-3 5-848,2 1 0,2 5-369,8-1 0,3 4 0,7 1 562,-1 0 0,8-7 0,0-1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9.303"/>
    </inkml:context>
    <inkml:brush xml:id="br0">
      <inkml:brushProperty name="width" value="0.06" units="cm"/>
      <inkml:brushProperty name="height" value="0.06" units="cm"/>
      <inkml:brushProperty name="color" value="#AB008B"/>
    </inkml:brush>
  </inkml:definitions>
  <inkml:trace contextRef="#ctx0" brushRef="#br0">15 16 8414,'-8'0'266,"1"0"0,7 6 0,0 4-416,0 3 0,5 2 0,2-1 186,1 1 0,-5 0 1,4-1 18,-1 1 0,-2 0 0,4-1-8,-2 1 1,1-2 0,-4-1-50,2-3 1,0-4-1,-3 4-66,3-3-32,-4 6 0,6-9 77,-7 7-165,0-7-12,0 3 416,0-6-32,0 0 0,0-6-240,0-4 0,0 2 1,0-2 14,0-1 0,0-2 20,0-2 1,0 0 0,0 0 0,1 1 7,4-1 0,-3 0 1,4 1-1,-1-1 9,0 0 0,5 1 1,-3 1-1,1 1 8,3 2 1,-3 5 0,2-3-1,2 2 1,-4 1 0,1 5-9,3 0 0,-4 0 1,2 0 17,1 0 0,-3 6 0,2 4 0,2 2 75,1-3 0,1 4 1,1-3-1,0 3-23,0 2 0,-6 0 1,1-1-59,2 1 1,-4-5-1,0 0 1,0-1-1,-1 1 73,-1 0 1,-1-5-189,-5 5 76,0-7 0,2 4 53,3-7 0,-2-2 0,5-3-21,-1-5 1,4-3-1,-1-3 1,3-2-81,2-2 0,-2-4 0,-2 4 0,-1 2-78,1 2 0,2 3 1,2 3 175,0 5 0,-5 4 129,-1 1 0,-4 6 0,3 4 1,-1 3-53,-4 2 1,-1 4 0,-2 1-1,1-2 162,4-2 1,-3-1-1,3-1-235,-3 1 1,-1 0-1,2 0-422,2-1 1,2-4 1,-2 0 1,3-2 0,7 2 38,-1-5 1,1-4 0,0 1-277,-1 3 1,1-3 633,0 2 0,6-2 0,2-2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5:59.809"/>
    </inkml:context>
    <inkml:brush xml:id="br0">
      <inkml:brushProperty name="width" value="0.06" units="cm"/>
      <inkml:brushProperty name="height" value="0.06" units="cm"/>
      <inkml:brushProperty name="color" value="#AB008B"/>
    </inkml:brush>
  </inkml:definitions>
  <inkml:trace contextRef="#ctx0" brushRef="#br0">45 89 7752,'0'15'0,"-2"-1"-73,-2 1 1,0 0 0,-4-1-1,0 1 1,1 0 1007,1 0 0,1-1-793,5 1 0,0 0 0,0-1-67,0 1 0,6-2 1,3-1-1,0-4 71,1-2 1,-5 1 0,5-4-38,1 2 0,2 0 1,2-5-1,0-2 35,0-3 1,4 2 0,1-7 0,-2 0-35,-2 2 0,-1-5 1,-1 3-211,1-3 0,0-1 0,-2-1 0,-3 0 139,-5 1 1,1-1 0,-1 0 0,-2 0-15,-1 1 1,-2-1 0,0 0 0,-2 1-80,-3-1 0,-1 0 0,-6 2 0,3 2-43,-3 1 1,-1 5-1,-2-3 1,1 0-113,-1 0 0,0 4 0,1-1-277,-1 4 0,0 1 50,1 0 1,4 0 0,2 1 50,1 4 0,2-1 0,5 5 385,0 3 0,0 1 0,0 2 0,0-1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0.391"/>
    </inkml:context>
    <inkml:brush xml:id="br0">
      <inkml:brushProperty name="width" value="0.06" units="cm"/>
      <inkml:brushProperty name="height" value="0.06" units="cm"/>
      <inkml:brushProperty name="color" value="#AB008B"/>
    </inkml:brush>
  </inkml:definitions>
  <inkml:trace contextRef="#ctx0" brushRef="#br0">295 15 7092,'0'-8'1068,"-7"2"0,4 6-860,-7 0 1,0 0 0,-4 1 0,-1 3-33,0 0 0,1 8 0,-1-2-135,0 3 0,1-3 0,-1-2 1,2 0-177,3 0 0,3-3 0,6 3-366,-4-1 0,5 4 288,0-1 0,2-2 0,7 0 0,3-1 81,1-4 0,2 5 1,-1 0-1,1 2 16,0 0 0,4-2 0,1 3 1,-2-1 93,-2 2 0,-1-4 1,0 2-1,-1 1 85,1 2 1,-2-3 0,-2 0 755,-1 1 0,-2 2-416,2 2 0,-3 0 1,-7-1-150,0 1 0,0-5 1,-2 0-1,-3-1-70,-5 0 0,-3 2 0,-1-4 0,-1 1-83,0 3 1,-1-3-1,-2 1 1,-2-3-275,2-3 1,-3 4 0,0-2 0,0-2-201,-1-1 1,3-2-1,4 0 1,0 0 145,1 0 0,-1-2 0,-1-1 1,-2-2 226,-2 2 0,1 1 0,4 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1.566"/>
    </inkml:context>
    <inkml:brush xml:id="br0">
      <inkml:brushProperty name="width" value="0.06" units="cm"/>
      <inkml:brushProperty name="height" value="0.06" units="cm"/>
      <inkml:brushProperty name="color" value="#AB008B"/>
    </inkml:brush>
  </inkml:definitions>
  <inkml:trace contextRef="#ctx0" brushRef="#br0">206 589 8431,'-2'-10'-281,"-3"0"0,4 0 0,-6-4-99,1-1 1,4 0 0,-4 2 0,1 2 379,0 1 0,-5 0 0,5-5 0,2 1 0,1-1 0,-3 0 0,0 1 0,2-1 0,-3 0 0,1 0 0,1 1 0,3-1 0,-1 2 0,-1 2-98,-2 1 0,-2 0 0,4-5 111,-2 1 0,0 4 0,5 0 1,-1 0-23,-4 2 1,3-5 0,-4 3 21,-1-3 1,4-2-1,-5 1 81,1-1 1,1 5 0,2 0 150,-1-1 1,-4-2 0,4-2 60,2 0 0,1 1 75,2-1 0,-2 2 312,-3 3-467,4 4 0,-6 7 0,9 6-36,3 8 1,-4 1 0,6 8 0,-2 1-39,0-2 1,6 4 0,-3-2 0,2 3-44,0 1 1,-2 1 0,2-1 0,-4 0-96,1 1 0,-4-6 1,5-1-1,-1 0 34,-4 0 1,4-5 0,-2 1-1,-1-2-205,3-3 1,-5 1 0,4-2-196,1-3 1,-6 3-182,4-3 1,2-2-106,-2 2 0,6-7 36,-1 2 1,-2-3 601,2-2 0,0 0 0,4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2.244"/>
    </inkml:context>
    <inkml:brush xml:id="br0">
      <inkml:brushProperty name="width" value="0.06" units="cm"/>
      <inkml:brushProperty name="height" value="0.06" units="cm"/>
      <inkml:brushProperty name="color" value="#AB008B"/>
    </inkml:brush>
  </inkml:definitions>
  <inkml:trace contextRef="#ctx0" brushRef="#br0">206 206 7838,'-7'15'-801,"6"-5"1,-6-2 1159,1-1 0,3 2 0,-6-2-46,3 1 0,-4-3 0,4 3-114,-3-1 1,0 3-13,-6-6 1,0 1 0,0-5 20,1 0 0,4 0 0,0 0-155,-1 0 1,3-1 0,-1-4 0,1-3-178,0-1 0,5-4 0,-2 4 0,3-6-37,2-5 1,0 2-1,0-5 1,0 1-169,0-1 0,7 3 0,1-3 0,2 2 174,0 3 0,-1 2 1,6 3-1,0 1 139,-1 2 1,1 7 0,0-2 46,0 4 0,-1 1 0,1 0 0,-2 1 99,-3 4 0,3-2 0,-5 7 0,2 2 108,0 1 0,-7 1 1,3 1-1,-1 0 181,0 0 1,0 6-167,-5 3 1,-2-3-1,-1-1 1,-3-4-108,-2-1 1,4-5 0,-2-2 0,-1 0-41,-3 0 1,2-3 0,-2 3-348,-1-1 1,-2 3 0,-2-5-135,1-2 1,4-1-1,0-2 1,-1-2-1111,-3-3 1485,0 3 0,-7-11 0,-2 5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3.153"/>
    </inkml:context>
    <inkml:brush xml:id="br0">
      <inkml:brushProperty name="width" value="0.06" units="cm"/>
      <inkml:brushProperty name="height" value="0.06" units="cm"/>
      <inkml:brushProperty name="color" value="#AB008B"/>
    </inkml:brush>
  </inkml:definitions>
  <inkml:trace contextRef="#ctx0" brushRef="#br0">309 251 8010,'-1'8'-173,"-4"-3"1,2 1-1,-7 1 616,-2 1 1,4-5-227,-2 2 0,1-3-33,-6-2 0,0 0 0,1 0-75,-1 0 0,0 0 1,0 0-22,1 0 0,-1 0 0,0 0-85,1 0 1,-1-2 0,0-1-1,2-4-33,3-1 1,-3 3 0,5-5 0,-2-1-46,1-2 1,5-2 0,-1 0-1,4-1-120,1-4 0,0 4 0,1-3 0,4 2 140,5 3 1,3-1 0,2 0 0,0 2 43,-1 3 1,1-1-1,0 4 1,-1 1-14,1-1 0,0 2 1,-1 4-1,1-3 23,0 0 1,0-1 0,-1 5-279,1 0 1,-5 0-158,0 0 0,-7 1 0,3 3 436,1 0 0,-6 8 0,6-4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3.773"/>
    </inkml:context>
    <inkml:brush xml:id="br0">
      <inkml:brushProperty name="width" value="0.06" units="cm"/>
      <inkml:brushProperty name="height" value="0.06" units="cm"/>
      <inkml:brushProperty name="color" value="#AB008B"/>
    </inkml:brush>
  </inkml:definitions>
  <inkml:trace contextRef="#ctx0" brushRef="#br0">177 221 8233,'0'15'-98,"-7"-7"0,-1-1 154,0-1 0,-5-4 0,5 4 0,-2-1 155,0 0 0,5 0 18,-4-5 1,-1 0-116,-5 0 1,5 0-1,0 0 44,-1 0 0,3-2 0,0-3-234,1-4 0,-3-4 0,5-2-209,2 0 0,2-4 0,1-1 0,0 2 51,0 2 0,0 1 1,1 0 117,4 1 0,-2-1 1,7 2-1,0 1 162,-2 3 0,4 4 0,-6-4 0,2 3-120,4 3 0,1-4 0,1 2-63,1 2 1,0-4-22,0 3 0,-1-1 0,-1 6-100,-3 4 0,-2-2 258,-3 7 0,-3 0 0,4 5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4.071"/>
    </inkml:context>
    <inkml:brush xml:id="br0">
      <inkml:brushProperty name="width" value="0.06" units="cm"/>
      <inkml:brushProperty name="height" value="0.06" units="cm"/>
      <inkml:brushProperty name="color" value="#AB008B"/>
    </inkml:brush>
  </inkml:definitions>
  <inkml:trace contextRef="#ctx0" brushRef="#br0">15 1 8275,'0'8'356,"-5"5"0,0-3-137,2 3 0,1 1 0,2 1 0,0 0-247,0 0 1,0-1 0,2-1 0,1-1-55,2-2 0,5-1 1,-3 6-84,1 0 0,1-1 0,6 1-162,0 0 1,-5-7 0,-1-1-241,3-1 0,-4-4 567,2 3 0,0-4 0,4-1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4.454"/>
    </inkml:context>
    <inkml:brush xml:id="br0">
      <inkml:brushProperty name="width" value="0.06" units="cm"/>
      <inkml:brushProperty name="height" value="0.06" units="cm"/>
      <inkml:brushProperty name="color" value="#AB008B"/>
    </inkml:brush>
  </inkml:definitions>
  <inkml:trace contextRef="#ctx0" brushRef="#br0">45 15 8354,'-15'-8'725,"5"1"-639,1 7 0,5 9 0,-1 4 18,4 5 1,2 3-1,4-3 1,3 3 59,1 2 1,4 1-1,-3 6 1,3-2-31,1-4 0,-1 4 0,-1-4 0,-2 4-136,1 1 0,-3-4 1,0-1-1,1 1-208,-1-2 1,-3 0 0,3-5 0,0 1-172,0-1 1,-5-6 0,4-3-45,-1 3 0,-4-4 1,5 0-1,-1-1 425,4-4 0,3 5 0,2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5.183"/>
    </inkml:context>
    <inkml:brush xml:id="br0">
      <inkml:brushProperty name="width" value="0.06" units="cm"/>
      <inkml:brushProperty name="height" value="0.06" units="cm"/>
      <inkml:brushProperty name="color" value="#AB008B"/>
    </inkml:brush>
  </inkml:definitions>
  <inkml:trace contextRef="#ctx0" brushRef="#br0">294 221 8276,'0'10'-213,"0"0"1,-1-7 555,-4 2 0,1 2-89,-5-2 1,4 1-1,-5-3-89,-1 2 1,2 2-1,0-4 1,-3 2-2,-1-2 0,2-1 0,-2 0 1,-4 1-92,1 2 1,4 0 0,3-5 0,-3 0-69,-1 0 0,3 0 0,1 0 0,-1-2-20,2-3 0,-5-3 0,4-7-206,1 1 0,0-3 0,5-1 0,-2-1-109,2 1 0,1-4 0,2 1 0,0 0 142,0 0 0,0 1 0,0 5 0,2 2 54,2 4 0,5-4 166,5 3 0,-1 2 1,-1-1-1,-2 3 70,1 3 1,-3 1 0,2 2 2,1 0 1,3 0-1,-1 2-46,-4 2 1,3 0 0,-6 4 14,3-2 1,-6 6 154,2-2 1,-4-2-89,-1 2-1,-6-2 1,-2 3-66,-1-1 0,-4-7 1,4 4-1,-4-2-166,-2 0 1,0 1 0,0-3 0,1 4-89,-1 1 0,5-3 0,0 3 0,1 0-457,0 1 1,-2-5 0,6 6 0,0-5 635,5 5 0,0-7 0,0 4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1:46:05.768"/>
    </inkml:context>
    <inkml:brush xml:id="br0">
      <inkml:brushProperty name="width" value="0.06" units="cm"/>
      <inkml:brushProperty name="height" value="0.06" units="cm"/>
      <inkml:brushProperty name="color" value="#AB008B"/>
    </inkml:brush>
  </inkml:definitions>
  <inkml:trace contextRef="#ctx0" brushRef="#br0">324 16 8466,'-15'-9'418,"0"4"0,1 4 1,-1 1-1,-1 1-163,-4 4 0,4-1 0,-4 5 0,4 3-288,1 1 0,0 0 0,1-2 0,1-1-111,3 2 1,2-4 0,4 2-167,0 1 1,5 1-1,9-1 96,3-1 1,7-7 0,1 4 0,0-3 121,0 1 0,5 5 0,-3-5 0,2 0 75,-1 1 0,-4-4 0,3 5 0,-2-2-34,-3-1 0,-2 3 1,-1-4-1,0 4 259,-1 1 0,-4-3 0,-2 5 294,-1 1 0,3-3-148,-5 2 1,-2-2 0,-6 4 0,-4-3-85,-1 3 1,-2-4 0,-5 0 0,1 0-82,-1 1 1,0-5 0,-1 5 0,-2-1-36,-2 0 1,-1-5 0,3 4 0,-1-2-147,1 0 0,-4-1 0,3-4 1,1 0-556,2 0 0,-4 0 1,0-1-1,2-4-487,2-5 1,-4 2-1,-1-2 1034,-2-1 0,-1-9 0,-6-3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8:44.292"/>
    </inkml:context>
    <inkml:brush xml:id="br0">
      <inkml:brushProperty name="width" value="0.06" units="cm"/>
      <inkml:brushProperty name="height" value="0.06" units="cm"/>
      <inkml:brushProperty name="color" value="#004F8B"/>
    </inkml:brush>
  </inkml:definitions>
  <inkml:trace contextRef="#ctx0" brushRef="#br0">59 74 7617,'-2'-14'310,"-2"-1"1,0 2 0,-4 1 0,0 4 1574,0 2-743,5 1-261,-4 5 379,0 0-281,6 0-829,-6 0 0,7 1 0,0 4 0,0 5 0,0 3-15,0 2 1,0 0 0,0-1-1,0 1-79,0 0 1,5 4 0,0 3-1,-2 0 11,-1 5 1,3-5 0,0 3 0,0-1 20,1-1 1,-4 3 0,4-4-49,1 0 1,-5-2 0,4 3 0,-1-2 0,0-3-25,-2-2 1,0-1 0,1 0 12,1 0 1,1-1 15,-1 1 1,-3 0 16,3-1-72,3-5 126,-7-3-243,6-6 1,-7-2 0,2-1 0,1-3 25,2-3 0,0 0 1,-4-6-1,3 0-137,0 1 0,1-1 1,-3 0-1,1 0 6,2 1 1,2-3 0,-4-1 0,3-1 94,3 1 0,-6 6 1,3 3 114,1-3 1,-4 4 0,7 0 71,1 1 0,-2 2-78,0 5 1,-4 0 0,5 0 188,2 0 1,-4 5 0,2 2 6,1 1 1,-3 2 0,0 5-1,0-1 334,1 1-372,0 0 0,0-1 1,-3-1-1,-1-1 40,0-2 1,1-1 0,-2 6-1,1 0-2,-2 0 1,0-6-1,0 1 1,2 2 349,-1 1-407,-3 1 1,4 1-42,0 0 0,0-5 0,-3-1 1,1 3-243,2 1 0,0-3 1,-4-2-52,4-2 1,-2 4 0,6-3-64,-3 1 1,4-3-1,-4 3-638,3-2 0,-4-1 1,4-5-273,3 0 1,-4 0-1,2 0 1,0-1 1195,-2-4 0,5-10 0,-5-8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8:48.859"/>
    </inkml:context>
    <inkml:brush xml:id="br0">
      <inkml:brushProperty name="width" value="0.06" units="cm"/>
      <inkml:brushProperty name="height" value="0.06" units="cm"/>
      <inkml:brushProperty name="color" value="#004F8B"/>
    </inkml:brush>
  </inkml:definitions>
  <inkml:trace contextRef="#ctx0" brushRef="#br0">89 118 6038,'0'-8'0,"0"1"0,0 0 0,0 4 0,0-7 0,0 5 0,0-4 0,0 5-82,0-9 1,0 10 211,0-7 0,0 5 411,0-4 129,0 5-93,-7-9 107,6 12-394,-6-6 184,7 7 698,0 0-787,-6 0 0,4 2 0,-3 3-16,3 4 1,-2 0-1,-1 0-117,1 3 1,1-4-1,0 2 1,-2 1-21,2 2 1,1-3 0,0 0 26,-2 1 0,2 2-151,-3 2 0,3 0 0,2-1 0,0 1-199,0 0 0,-5 0 0,1-1 138,0 1 0,3 0 0,1-1 8,0 1 1,0 0 0,0-1-77,0 1 1,0 0-1,0 0-17,0-1 0,0 1 46,0 0 1,5-1-1,1-1 64,2-3 0,-3 2 0,3-6 0,1 1-39,-1-1 1,-3 4 0,3-3 16,-2 1 1,6-3-43,-2 4 0,-2-4 1,1 4 106,3-3 1,-1 1-80,-1-3 1,3-2-40,-3 3 1,-2-3 11,2-2 0,0 5 1,4-1 17,1 0 1,0-3-19,0-1 0,-1 0 0,1-1-31,0-4 1,-1 2 0,1-6-32,0 3 0,-1-6 173,1 3-120,-7 2 1,5-6 5,-3 3 1,-2-1 0,1-1-1,-3 3 77,-3-3 1,4 4 0,-2-2 0,-2-1-57,-1-2 0,-1 0 0,3 1 0,0 2 0,0-1-53,-3-2 1,-1-2 0,0 0 0,0 1-40,0-1 1,-1 0-1,-3 1 74,0-1 0,-3 0 0,4 1 1,-2-1 77,2 0 0,-4 0 0,1 1-83,-3-1 0,4 5 1,-3 0-1,0-1 27,0-2 0,-2-2-281,-5 1 1,1 1 0,-1 1 124,0 2 1,1 7-1,1-4 1,1 3-98,2-1 1,5 0-1,-4 5-74,-3 0 0,-1 0 0,-2 0-16,1 0 0,4 0 0,0 0 54,-1 0 0,3 5 0,-2 1-301,-2 2 0,4-3 0,-2 5-100,-1 2 0,4-4 0,1 1 0,1 3 659,0 1 0,0 2 0,5-1 0</inkml:trace>
  <inkml:trace contextRef="#ctx0" brushRef="#br0" timeOffset="675">45 279 8301,'-8'0'2265,"1"0"-1376,7 0 330,0 0-638,0 7 0,7-5-291,2 2 1,4 3 0,2-2 0,0 0-48,0 1 0,-1-4 0,1 3 0,0-4-71,-1-1 1,6 0 0,0 0 0,-2 0-23,-2 0 1,-1 0 0,-1 0 4,1 0 0,0 0 0,-1 0 0,1 0-87,0 0 1,-1 0 0,1 0-159,0 0 1,-5 0-118,-1 0 202,1 0-351,-2 0 0,1 0-1175,-4 0-1862,-4 0 1833,6 0 1,-1 0 1559,4 0 0,-3 0 0,-1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8:51.150"/>
    </inkml:context>
    <inkml:brush xml:id="br0">
      <inkml:brushProperty name="width" value="0.06" units="cm"/>
      <inkml:brushProperty name="height" value="0.06" units="cm"/>
      <inkml:brushProperty name="color" value="#004F8B"/>
    </inkml:brush>
  </inkml:definitions>
  <inkml:trace contextRef="#ctx0" brushRef="#br0">89 139 6200,'0'-10'242,"0"0"87,0 7 363,0-3 1,-5 4 216,0-3-313,0 4 406,5-6-471,0 7 0,-1 0 414,-4 0-521,3 0 0,-6 0-40,3 0 0,2 2-167,-7 3 0,7 3 1,-4 5-1,2-2-17,0-1 1,0 0 0,5 4 0,-1 1 292,-4 0-443,3 0 0,-4-1 1,6 1-1,0 0 113,0-1 1,0 1 0,0 0-7,0-1 1,0 1 0,0 0 0,0 0-46,0-1 1,0 1-1,1 0 1,3-1-220,1 1 0,1-5 0,-3 0 0,4 1 0,1 1 33,3-3 0,-2 3 0,-1-6 1,0 1 157,0-1 1,2 4-310,5-5 10,-1 7 1,1-11 0,0 4 0,-1-3-636,1-2 1,-5 0-1,0 0-313,1 0 1,2 0 705,2 0 1,-5 0-638,0 0 1,-6 0 0,5-2 1093,-3-3 0,6-3 0,-4-7 0</inkml:trace>
  <inkml:trace contextRef="#ctx0" brushRef="#br0" timeOffset="442">309 257 8180,'-14'-8'738,"4"-4"1160,0 7-1021,7 0-510,-4 5-111,7 0 0,0 2 0,2 1 1,1 4 21,2 1 0,7-3 0,-4 5 0,2 1 0,-1 2 21,3 2 0,1-1 1,2 1-1,-1-2-78,1-3 0,0 3 1,-1-5-1,1 2-143,0 0 0,-1 0 0,1 3-138,0-3 0,-5-4 0,-2-4 1,0 1-571,0 2 1,0 1 280,2-1 1,3-3-116,-3 3-2329,-4-4-143,1-1 2936,-7 0 0,0-6 0,0-2 0</inkml:trace>
  <inkml:trace contextRef="#ctx0" brushRef="#br0" timeOffset="760">501 198 8146,'-15'0'619,"5"2"0,2 2-151,1 6 0,1 3 0,3 2-249,-2 0 0,-5 4 0,3 1 0,1-2-16,-1-2 0,-4-1 1,3 0-1,-2-1 72,0 1 0,2 0 1,-4-1-456,3 1 1,5 0-529,-1-1 1,-1 1-272,1 0 0,0-5 230,5-1 0,2-5 395,3 1 0,-2-4 354,7-1 0,0 0 0,4 0 0</inkml:trace>
  <inkml:trace contextRef="#ctx0" brushRef="#br0" timeOffset="1303">633 7 9707,'1'-7'841,"4"7"1,4 5-1,4 7-629,-4-3 0,4 6 0,-3 5 0,3-2 0,2 0 30,0 1 0,-2-1 1,-2 7-176,-1 1 1,-2-3 0,2 0 0,-5-1-344,-3 1 292,-2 2 1,4-1 0,1-1 80,-1-2 0,-3 4 1,-1-6-53,0-1 0,0 0 0,0 0 0,-1 2 0,-3-2 0,-1-2 142,2-1 0,0 1-50,-2 4 1,-2 1 0,-4 4 0,3-6-566,1-2 1,1-8-383,1 1 0,3 0 68,-3 5 1,2-7-1570,-2-3 2311,4-4 0,-6-7 0,7-2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8:54.940"/>
    </inkml:context>
    <inkml:brush xml:id="br0">
      <inkml:brushProperty name="width" value="0.06" units="cm"/>
      <inkml:brushProperty name="height" value="0.06" units="cm"/>
      <inkml:brushProperty name="color" value="#004F8B"/>
    </inkml:brush>
  </inkml:definitions>
  <inkml:trace contextRef="#ctx0" brushRef="#br0">235 309 7805,'-14'0'-1800,"4"0"1829,0 0 1,7-2 282,-2-2-277,-3 2 1,4-5 0,-5 7 1,5-1 7,-1-4 1,2 3-141,-2-3 391,4 4 12,-12 1-168,4 0 1,0 0 0,-1 0 156,-2 0-50,6 0-108,-7 0 1,9 0 353,-5 0 1,4 0 97,-5 0 1353,7 0-515,-10 0-1129,11 0-122,-5 0-120,7 0 295,0 0-274,7 0 0,1 0 1,7 0-1,0 0 13,-1 0 1,1 0 0,0 0 0,-1 0 0,1 0 59,0 0 1,-1-5-1,1 0 1,0 2-33,0 1 1,-1 2 0,1-2 0,0-1-87,-1-2 1,1 0-1,0 5-65,-1 0 1,-4-1 70,0-4 1,0 3-284,5-3-142,-7 4-176,5 1 339,-12 0-644,12 0-976,-11 0 693,5 0 1,-7-2-1420,0-3 2569,0 3 0,-7-11 0,-1 5 0</inkml:trace>
  <inkml:trace contextRef="#ctx0" brushRef="#br0" timeOffset="463">74 89 8188,'-15'-2'230,"0"-3"1,5 3 1375,1-2-63,-1 2-253,2 2-907,1-7 0,14 6 0,2-4-73,4 3 1,4 2 0,1-1 0,1-3-16,-1-1 0,0 0 0,0 5 1,2 0-3,-2 0 0,0-4 0,0-1-66,1 1 0,1 3 1,-5 1-1,-1-2 0,1-1 172,0-2 0,4 0-328,1 5 1,0 0 0,-7-2 0,-2-1-239,-1-2 514,-7 0-52,10 5-1245,-5 0-903,1 0-3008,-3 0 3051,-6 0 0,0 2 1810,0 3 0,-6 3 0,-3 7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9:12.148"/>
    </inkml:context>
    <inkml:brush xml:id="br0">
      <inkml:brushProperty name="width" value="0.06" units="cm"/>
      <inkml:brushProperty name="height" value="0.06" units="cm"/>
      <inkml:brushProperty name="color" value="#004F8B"/>
    </inkml:brush>
  </inkml:definitions>
  <inkml:trace contextRef="#ctx0" brushRef="#br0">383 500 12275,'-8'-1'1306,"3"-4"-1021,3 3-103,2-11 1,-4 10-36,-1-7 0,0 5 0,3-3 0,-1 0 58,-2 0 1,-2 3 0,2-5 0,-4-1 0,-4-2 1,3 3-138,0 0 0,5 5 1,-5-3-42,-1 1 0,3 1 0,-2 3-127,-2-2 1,-1 0 0,-1 5 82,-1 0 0,0 5 0,1 0 1,-1 0-90,0 1 1,5 1 0,1 4-1,-3-1 96,-1 1 1,3 2 0,1 2 0,-1 0 2,2-1 1,-5 1 0,4 0 0,0-1 0,0 1 60,3 0 1,1 0 12,5-1 1,0 1 0,0 0-1,0-1 1,0 1 0,0 0 88,0-1-497,0 1 290,0 0 1,0 0-1,2-2 14,2-4 1,5 3 0,4-6-22,-3 3 1,3-6 0,-4 2 0,4-4 31,2-1 1,-5 0 0,0 0 0,1 0 0,2 0 46,2 0 1,-5 0 0,0-1-15,1-4 1,-3 2 0,2-6 0,0 1-37,-2 0 33,5-2 1,-7 0 0,6 1 31,-2-3 1,-5-1 0,3-2-16,-2 1 1,1-1 0,-4 0 0,2 1 0,-2-1 10,-1 0 0,-2 1 1,0-1 91,0 0 0,0 5 1,0 1 300,0-3-294,0 6-46,0-1-301,0 7-82,0 0 0,5 7 0,0 4 0,-2 5 52,-1 4 0,-2 1 0,1-3 65,4 2 0,-3 4 0,3-4 1,-2-1 192,2 3 1,-4-4 0,6 5 0,-2-2 0,0-2 317,-2 3 1,4-1-1,-2 3-393,-2-4 0,3-2 0,1 0 0,-1 1 116,1-1 0,-2-1 176,-5-3 1,0 1 514,0 0-652,0 0 0,0-6 0,0 1 0,-2 0 16,-3-2 1,2 4 0,-7-6-73,-1 2 1,3-4-8,-2 0 0,0 3 5,-5-2 1,1 1-1,-1-2 1,0 1-150,1-2 0,-1-2 0,0-1 71,0 0 0,4 0 0,-4 0 0,-4 0-755,-3 0 561,8 0 0,2-1-9,7-4 1,-6 3-1561,1-3-921,4 4 1774,-1 1 953,7 0 0,0 6 0,0 2 0</inkml:trace>
  <inkml:trace contextRef="#ctx0" brushRef="#br0" timeOffset="1029">868 15 7779,'0'-8'2191,"0"2"-1542,0 6 0,-5 1-247,0 4 0,-4-1 0,2 5-108,-1 3 0,5 1 1,-4 2-1,2-1 1,-1 1 0,-3 0 0,6 1 0,-3 2-200,-1 2 1,4 4 0,-5-3 0,1 2 0,2 2 26,-1-3 1,4 5-1,-3-6-117,4 2 0,-4 0 0,0 3 0,2-2 65,1 2 0,2-3 0,0 0 1,0 0-5,0 0 1,0-5-1,0 3 1,0-1-26,0-1 1,0 2 0,0-3 0,0 2 0,0-2 151,0-2 1,5-1-1,1 0 145,2-1 0,-4 1-134,1 0 1,-2-5-9,2-1 1,1 1-131,4 5 0,2-5 0,-6-2-176,2-2 1,-3-1 0,3-3-677,-1 3-2773,4-4 2114,-9 13-1260,4-13 2705,-6 6 0,0-1 0,0 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9:16.650"/>
    </inkml:context>
    <inkml:brush xml:id="br0">
      <inkml:brushProperty name="width" value="0.06" units="cm"/>
      <inkml:brushProperty name="height" value="0.06" units="cm"/>
      <inkml:brushProperty name="color" value="#004F8B"/>
    </inkml:brush>
  </inkml:definitions>
  <inkml:trace contextRef="#ctx0" brushRef="#br0">147 15 7239,'0'-8'2430,"0"1"-1580,0 7 738,0 0-1337,-6 7 0,4-4 1,-5 5 31,1-1 1,3-1-76,-7-1 0,6-2-165,0 7 0,-3 0 0,1 5 123,-3-1 1,6-4 0,-2 0-1,2 1-82,-2 2 1,2 2 0,-5 0-1,1-1 1,2 1-18,-1 0 0,4 0-4,-3-1 0,-1 1 0,1 0-23,1-1 0,1 1 0,0 0 1,-2-1-1,2 1 64,1 0 0,2-1 0,0 1-54,0 0 0,0 0 0,0 1 0,0 2 0,0 1 19,0-1 0,0-1 90,0-3 1,0 1 0,0 0-55,0 0 0,5-1 1,1 1-1,1 0 0,1-2 33,0-3 1,-3 3 0,5-5 0,0 2-132,-2-1 1,5-5 0,-5 2 0,2-1-1,0 0 56,1-2 1,-3-1 0,2-2 15,2 0 1,-4 0 0,2 0-22,1 0 0,2 0 0,2 0 1,0-2-1,-1-1 0,3-4-12,2-1 1,-2 0-1,2-3 1,-3 1 73,-1-2 1,0-1-75,0-1 1,-2-1 0,-2 0 0,-1 1-39,1-1 0,-3 0 0,1 0 1,-1 1 15,0-1 1,-5-5 0,2 1-1,-2 1 1,1 2-36,1 1 1,-1-5 0,-4 1-49,0 1-7,0 1 1,-1-2 0,-4-1-54,-5 2 1,2-3 0,-2 1 0,-1 2-101,-2 2 1,-2 1 128,0 1 0,1 1 0,-1 1 0,0 4 0,0 2-304,1 2 1,-1 3-1,0 1 1,1 0-159,-1 0 0,-5 0 1,1 0-1,1 0-264,1 0 1,3 0 0,-1 0-582,0 0 1,1 6 429,-1 4 1,7-2 966,3 2 0,-3 0 0,0 4 0</inkml:trace>
  <inkml:trace contextRef="#ctx0" brushRef="#br0" timeOffset="526">88 353 8171,'-10'0'1362,"1"0"0,4 0-179,-5 0-372,7 0-152,-4 0-67,7 0 286,0 0-669,7 0 1,-4 0 0,7 0 0,1 0 0,2 0 344,2 0-356,0 0 0,-1 0-95,1 0 0,0 0 0,-1 0 0,1 0 0,0 0-90,0 0 0,-1 0 0,1 0-195,0 0 0,-1 0 22,1 0 1,0 0 0,-1 0-22,1 0 0,-5 0 1,0 0-1,1 0 51,2 0 0,2 0-244,0 0 1,-6 0-769,1 0 0,0 0-1073,5 0 1,-5 0 2214,-1 0 0,-5 6 0,2 2 0</inkml:trace>
  <inkml:trace contextRef="#ctx0" brushRef="#br0" timeOffset="1725">720 367 8117,'0'-9'-758,"0"-1"1,-1 7 1225,-4-2 92,3 3 105,-4 2 195,6 0 119,0 0 0,-5 2-595,0 3 0,0-2 0,3 7-34,-3 1 1,2 2 0,-5 2-169,1 0 0,1-1 0,3 1-498,-2 0 1,0-1 429,5 1 1,0-5 0,0 0 0,0 1-41,0 2 0,0 2 0,0 0-176,0-1 0,0 1 86,0 0 0,1-1 1,3 1 39,1 0 0,1-5 0,-3-1 124,2 3 1,7-4-26,-2 2-42,3-7 1,-4 5 73,1-3 1,0-3-1,5 3 197,-1-4 0,1-1-270,0 0 1,-2-1 0,-2-3 0,-1-2-93,2-2 1,1 3 0,1-5 50,1-1 0,-7 2 1,-1 1 23,-1 2 0,-2-1 0,4 2 21,-2-5 0,-1-3 0,-3-1-79,3-1 1,-4 5 0,4-1 0,-3-4 11,-2-3 1,0-2 0,0 6-42,0-1 1,-2 0-1,-1-1 1,-4 0-1,1-1-52,-1 4 0,-2 2 0,2-2 0,0 1 0,-1 4 46,0 2 0,0-1 1,-3 4-1,1-2-86,-2 2 1,-1 1-1,-1 2-190,-1 0 1,0 0 0,0 0 81,1 0 1,4 0 0,0 0-569,-1 0 1,-2 0-408,-2 0 0,5 5 0,2 2 283,1 1 1,3-3 913,4 4 0,-7 1 0,-1 5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9:20.605"/>
    </inkml:context>
    <inkml:brush xml:id="br0">
      <inkml:brushProperty name="width" value="0.06" units="cm"/>
      <inkml:brushProperty name="height" value="0.06" units="cm"/>
      <inkml:brushProperty name="color" value="#004F8B"/>
    </inkml:brush>
  </inkml:definitions>
  <inkml:trace contextRef="#ctx0" brushRef="#br0">45 227 8131,'-15'0'423,"6"0"282,-1 0 183,7 0-27,-4 0-425,7 0-172,0 0 0,7-5 0,2 0 0,4 2-43,2 1 1,1 2 0,2 0-1,4-1 1,-1-2 50,0-2 0,5 0 0,-3 5-138,0 0 0,3 0 0,-6 0 0,-1 0-88,2 0 1,-4 0-1,2 0 86,-2 0 1,-3 0 0,1 0-186,0 0 0,-7-2 0,-1-1-400,-1-2 141,-4 0 33,4 5-883,-6 0 1,0-2-1260,0-2 1230,0 2 0,-1-5 1191,-4 7 0,3 0 0,-18-6 0,4-2 0</inkml:trace>
  <inkml:trace contextRef="#ctx0" brushRef="#br0" timeOffset="350">163 7 9016,'0'-7'1762,"0"7"1,0 7-775,0 7-844,0 8 0,5-6 1,-1 5-1,1 0 1,0 2 195,0 0 0,0 3 1,-5-4-201,0 0 0,0 3 0,0 3 0,0-2-1,0-2 1,0-4 0,0 3 0,0-2-236,0-3 0,0-2 0,0-1 1,0 0-304,0-1 1,0 1-259,0 0 0,2-1-2038,3 1 2443,-4-7-171,12-1 1,-5-7-1,7 0 1,0-2 422,0-3 0,6-3 0,2-7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9:22.170"/>
    </inkml:context>
    <inkml:brush xml:id="br0">
      <inkml:brushProperty name="width" value="0.06" units="cm"/>
      <inkml:brushProperty name="height" value="0.06" units="cm"/>
      <inkml:brushProperty name="color" value="#004F8B"/>
    </inkml:brush>
  </inkml:definitions>
  <inkml:trace contextRef="#ctx0" brushRef="#br0">177 59 6858,'-10'8'52,"1"-3"967,-3-3-473,6 5 0,-7 1-277,3 6 0,2 1 0,-2 0 0,0 0 1,0 1 70,0 3 1,6-2-1,-5 4-111,3 0 1,-4-3 0,5 5-69,2-2 1,-4 5 0,2-3 0,1 0 0,-1-2 48,0 1 0,0-4 1,5 4-1,0 0 1,0-4-236,0-2 0,0 4 1,0-1 18,0-1 0,0-2 0,1-1 0,3 0 0,1 0 141,-2-1 0,5-1 0,0-1-10,0-2 1,5-1-1,-3 4-34,3-3 0,-3 2 0,0-6 0,1 1 9,2-1 1,2 4-41,0-5 1,0 0 0,-1-5 36,1 0 1,0 0-1,-1 0 1,3 0-16,2 0 0,-2-2 0,2-3 0,-1-4 0,0-5 28,2 0 1,4 2 0,-4-1-1,-2-3 7,-2 0 1,4-2 0,-1-2 0,-1-4-51,-1-4 0,2-8 0,2-2-299,2 1 1,-5-6 0,0 6-1,-6-2 50,-7-1 1,-4 8 0,-1-3-1,0 4 26,0 2 0,-6 1 0,-4 2 0,-3 3 55,-2 2 0,0 1 1,-1 6-1,-2 1 17,-1 3 0,-6-2 0,4 7-92,-2 2 1,-2 2 0,-4 1-1,0 0-218,-1 0 0,1 1 1,-1 4-1,3 3-26,2 0 1,-1 5 0,5-3 0,0 2 0,-1-1 0,4-1-1290,2 1 1709,1 2 0,1 2 0,-1 0 0</inkml:trace>
  <inkml:trace contextRef="#ctx0" brushRef="#br0" timeOffset="753">30 427 8964,'-6'0'1694,"6"0"-1510,6 0 0,9 0 0,0 0 1,-1 0-1,1 0 61,0 0 1,-1 0 0,3 0-54,2 0 0,-2 0 1,4 0-1,-1 0 78,-1 0 0,6-2 0,-6-1-178,-1-2 1,-1 0 0,-3 5 0,1-2 0,0-1-128,-1-2 0,1 0 0,0 4-186,-1-4 1,-4 3 0,0-3-902,1 4 0,3 1-516,0 0 1,1 0 1637,0 0 0,-1 0 0,1 0 0</inkml:trace>
  <inkml:trace contextRef="#ctx0" brushRef="#br0" timeOffset="1613">839 662 8238,'0'-15'758,"-2"5"1266,-3 1-738,4 5-751,-6-2 1,7 8-1,0 2-228,0 6 1,0 8 0,0 2-1,0-1-66,0 3 0,0-4 1,0 6-1,0 1-104,0-3 0,0 5 0,0-6 0,0 0 0,0 0-179,0-3 1,0-1-1,0-3-78,0 1 0,0 0 1,0-1-782,0 1-428,0-7 0,2-1 499,3-7 0,-2 0 1,7 0-121,1 0 1,-3-5-1,2-2 950,1-1 0,2-2 0,2-4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09:28.036"/>
    </inkml:context>
    <inkml:brush xml:id="br0">
      <inkml:brushProperty name="width" value="0.06" units="cm"/>
      <inkml:brushProperty name="height" value="0.06" units="cm"/>
      <inkml:brushProperty name="color" value="#004F8B"/>
    </inkml:brush>
  </inkml:definitions>
  <inkml:trace contextRef="#ctx0" brushRef="#br0">147 500 8120,'-13'-2'150,"4"-3"1,-5 4 289,5-4 0,2 1 0,1 1 971,-1-2 90,5 0-888,-4 5 0,6 2-328,0 3 0,6-2 0,3 7 1,0 0-1,1 0 124,2-1 1,1 0 0,1 2-228,1-1 1,5-2 0,-1 3-1,-1-1-6,-1 2 0,-1-4 0,2 2 0,1-1 1,-1 1 17,-1 0 1,-3-5 0,1 5-190,0 1 1,0-3 0,-1 2-158,1 2 1,-5-6-85,0-1 0,-7-2 1,3 0-1285,1 2 777,-5 0-1445,4-5-353,-6 0-771,0 0 3312,-6-6 0,-9-2 0,-8-7 0</inkml:trace>
  <inkml:trace contextRef="#ctx0" brushRef="#br0" timeOffset="351">309 397 8120,'0'-15'129,"0"5"1,-2 2 822,-2 2-731,-5 1 1,0 5-1,0 1 1,1 4 123,0 5 0,3-2 0,-3 4 1,0 2-30,0 4 1,3 4 0,-3-3 0,-1 4-103,1 0 1,-2 5 0,-4-4 0,-1 4 0,0 1 25,1 1 1,-1-6-238,0 1 0,1-7 1,-1 3-1,0-1 0,2-1 1,2-2-1,3-4 131,1-4 1,-3-4-1458,5 5 567,0-7 1,12 4 0,3-7-137,3 0 1,6-2-1,3-3 892,0-4 0,3-5 0,4 0 0</inkml:trace>
  <inkml:trace contextRef="#ctx0" brushRef="#br0" timeOffset="1602">603 29 8199,'-10'-1'260,"0"-4"1399,7 3-38,-10-11-1138,11 12 0,-2-6-207,8 7 1,5 2-1,5 3 1,1 4-1,0 4 1,-1 2 0,1 0 0,0 1-51,0 4 0,-1-2 1,1 6-1,0 1 0,-1-1-57,1 1 1,-5-1-1,0 6-286,1-1 1,0-4 0,1-1 0,-4 2-68,-1 2 0,2 1 0,-4 1 0,-1-1 71,-3 0 0,1 1 0,1-1 0,2 1 206,-2-1 1,-1-1-1,-2-2 1,-2-3-52,-3-2 1,4 4-1,-4-6 1,2 1 8,-2 1 1,3-5 0,-4 4 0,1-4-32,0-1 0,0 0 0,5-1-145,0 1 0,-5 0 1,0-1-297,2 1 1,1-5-1088,2 0-1160,0-7 2668,0 4 0,0-14 0,0-1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0:54.931"/>
    </inkml:context>
    <inkml:brush xml:id="br0">
      <inkml:brushProperty name="width" value="0.08571" units="cm"/>
      <inkml:brushProperty name="height" value="0.08571" units="cm"/>
      <inkml:brushProperty name="color" value="#AB008B"/>
    </inkml:brush>
  </inkml:definitions>
  <inkml:trace contextRef="#ctx0" brushRef="#br0">59 15 6587,'0'-8'701,"0"1"-401,0 7-37,0 0-125,-6 0 37,4 0 163,-5 7-266,7-5 1,0 6 144,0-3-114,0-4 1,-4 7 46,-1-3-91,0-3 1,5 6-5,0-3 1,0-2-62,0 7 1,0-5 6,0 5 0,0-5 1,-2 3 38,-3-2-2,4 6 42,-6-4-25,7 7-69,0-1 37,0 1 0,0-5-18,0 0 0,0-5 104,0 4-89,0-5 0,0 4-21,0-3 1,0-2 5,0 7 1,0-5 47,0 4 0,0-4 1,0 5 0,0-5-42,0 5 1,0-5 12,0 5 1,0-6-1,-2 5-11,-2-3 0,2 1-32,-3-2 1,3-2 32,2 7-43,0-7 1,0 5 26,0-3 1,0-2-9,0 7 1,0-5 7,0 5 0,0-5 19,0 4 1,0-4 21,0 5 0,0-5-28,0 5 1,0-5 21,0 5 0,0-6-9,0 6-32,0-6 1,0 4-7,0-3 0,0-2 26,0 7-38,0-7 1,0 5 18,0-3 1,0-2 1,0 7 1,0-5 4,0 5 1,0-5-6,0 4 0,0 1-50,0 5 27,0-7 0,0 5-45,0-3 0,0-2-2,0 2 0,0 0 37,0 4 1,2-5 267,3-4-252,-3 3 1,4-5-5,-6 7 21,0-7 185,0 4-175,0-1 1,0-3 4,0 7 1,0-5-222,0 5 189,0-7-82,0 10 134,0-5 1,0 7 41,0 0 1,0-5 29,0-1 0,0-4-24,0 5-102,0 0 1,0 0-127,0-1-21,0 1 127,0 5 0,0-5-11,0 0 1,0-6 18,0 6 0,0-5 0,2 3-43,3-1 98,-4-2-52,6 1 1,-7-2-46,0 5 77,0-5 7,0 9 0,5-5-109,0 7 81,-1-7 1,-4 0-75,0-3 70,0-4 0,0 12-28,0-3 1,0-2 30,0 2 0,0-5 0,2 3-4,3-1 0,-3-1 13,3-1 1,-4-1 3,-1 5 0,0-4 9,0 5 0,0-5-7,0 5 1,0-5 7,0 4 43,0-5 0,0 9-41,0-3 0,0-2 0,0 2 0,0-6 0,0 6 7,0 2-75,0-6 0,0 7 69,0-3-10,0 3 1,0-3-1,0 0 17,0 1-8,0 2 0,0 2-29,0 0 1,0-6 23,0 1 1,0 0-9,0 5 1,0-5 27,0-1 1,0 1-21,0 5 1,0-5 0,0-1-36,0 3 1,0-4 18,0 2 1,0-5-10,0 4 0,0-4 1,0 5 51,0 2-44,0-6 73,0 7 1,0-10-60,0 7 0,0-5 35,0 5 1,0-5 0,0 5-21,0 1 1,0-3-1,0 2 20,0 2 1,0-4-72,0 1 10,0-5 0,0 9 23,0-3 1,0-2 25,0 2 1,0-6 47,0 6-69,0 0 0,0 5 1,0-1 0,0-4-65,0 0 70,0-7 0,0 6-21,0-5 5,0 5 8,0 5 0,0 1-52,0 0 1,0-1 53,0 1 0,0-5 1,0 0 4,0 1 0,0-3-49,0 2 0,0-5 6,0 5 54,0 0 0,2-1-21,3 1 0,-4-5 27,4 5-27,-3-7 7,-2 10 0,0-5 12,0 7 0,0-5-5,0 0 1,0-5-7,0 4 0,1 0 0,3 2-3,1-1 1,0 0 1,-5 4 1,0 1 0,0 0-8,6-7 1,-4 5 7,3-3-2,-4-4-13,-1 7 1,0-5 0,2 6-15,3-5 1,-4 4 0,4-3 14,-3 3 0,-2-3 0,2 0-3,2 1 41,-2-4-19,5 6 1,-7-10 0,0 7 7,0 1 1,0-2 0,1 0-5,4 3 1,-3-4-7,3 2 0,-4 0 0,-1 4 1,2-4-8,3 0 1,-3-5 5,2 5 1,-2-6-7,-2 6 1,0-5 3,0 5 1,0-5-1,2 3 2,3-1 0,-4 4 19,4-1 1,-3 3 0,-1 0-11,4-3 1,-3 3 0,3-3 19,-4 3 0,-1-4 0,2 0-28,3-3 0,-3 6 0,3-3-25,-4 4 1,-1-3 0,2-2 0,1 1 0,2-1 0,0-3-26,-5 4 23,0 1 0,1 0 11,4 0 0,-3-5 12,3 5 0,-3-6 1,-2 6 3,0 2 0,1-6 0,2 1-8,2-1 0,0-2 0,-5 5 7,0 3 0,5-4 1,0 2-2,-2 1 0,-1-3 4,-2 2 0,2-2 1,1 4 3,2-2 1,0-1-7,-5 6 1,1-2 0,3-1-1,0-3 1,1 1 1,-5 5 1,2-2-18,3-3 0,-3-2 11,2-3 1,-2-2 0,-2 7-1,0 1 0,0-3 0,2 2 1,3 2 0,-4-4 0,4 2 0,-3-1 0,-2 6 11,0 0 0,5-1 0,0 1 9,-2 0 1,-2-5-11,-1-1 19,0 1 1,0 0-1,2-2 1,1 0 49,2 1 1,0 0-69,-5 6 1,2 0-1,1-1-70,2 1 0,0-5 69,-5 0 1,0-5-1,0 4 1,1 1-1,3 0-54,1 0 0,0-5 0,-5 5 34,0 1 0,0-3 0,1 0-7,4-1 0,-3 4 62,3-1 1,-4-2 42,-1 2-82,0 0 1,5 5-1,0-1 7,-2 1 1,-1-5-1,0 0-7,2 1 1,-2 2-69,3 2 38,-3-7 0,-2 5 0,1-5-22,4 0 0,-3 5 26,3-3 1,-2 3 15,2 2 0,-4 0 0,6-2 0,-2-2 20,0-1 0,0 0-13,-5 4-7,6 1 1,-4 0-1,4-2 1,-1-2 1,0-1 0,0 0-9,-5 5 0,5-1 0,0 1 0,-2 0 1,4-5 0,-2-1 7,-2 3 1,0-4-1,0 2-3,2 1 0,2 1 1,-4-1-59,2-1 0,2 0 53,-3 4 0,-2-4 0,3 0 0,-2 0 1,1 0-53,0-1 65,8 1 1,-11 5-1,6-2 1,-2-2-11,0-1 1,1-2 0,-2 4 0,1-2 46,-2 1 1,0-4-1,0-1 17,2 1 0,2-1-33,-2 4-27,-4 3 1,6-10 0,-6 7 9,4 1 1,-3-2 2,3 0 1,1-4-1,-1 5 2,-1 2 1,-1-4 0,0 2-7,2 1 1,2 0-5,-3-1 1,-2 3 0,3-3 0,-2 1 0,1 1 10,0-2 0,1-5 0,-3 4-4,3 3 0,-4 1 0,6 0 12,0-3 0,-6 3 1,4-3-9,-3 3 0,3-3 0,0-1 53,-2 3 0,3-4-48,-1 2 1,0 0 0,-3 4-45,3 1 1,-4 0-11,4-1 44,3-6 0,-6 1-14,3-4 0,-3-2 0,-1 5 3,4-1 1,-3 4-1,3-1 1,-2 1-2,2-1 0,-4 3 8,4-3 1,-1-2-4,0 2 0,-2-5 1,5 4-8,-1 3 0,-4 1 1,4 0-51,1-3 1,-6 3 49,4-3 0,2-2 0,-1 2 1,3 1 0,-6-3 1,2 2 12,-4 2-3,6-6 0,-5 7 0,4-5 9,1 0-3,-6 6 0,7-6 0,-4 6 0,2 1-7,2 0 0,-4-5 0,2-2-4,1-2 1,-4 6-2,7-2 0,-5 3 0,3 1 1,-2 1 0,1-5 0,-4 0-3,2 1 1,5-3 0,-5 2-1,0 0 0,1-2 0,-3 5 7,7-3-9,-6 3 0,7-3 0,-4-1-4,1 3 0,-3 1 10,4 2 0,0-1 0,2-1-2,-1-3 1,-5 3 0,3-3 3,-2 3 1,4-3-1,-5 0-1,-2 1 0,4-3 0,-1 2 1,3 2 0,-6-4 0,3 0 0,-1 0-2,0 0 1,2-3 0,-4 5 0,4 0-3,1-2 1,-3 5-4,4-3 3,-5-4 1,4 6 0,-5-6 0,4 1-1,1-1 0,-3 4 0,3-3 1,-2 1 1,4 2 0,-3 3-1,-1-2 0,1-1 0,4 0 1,-1 4 1,-3-4 0,-1-2-1,1 1 15,2-1 0,-2-3 0,-1 4 0,1 3 11,3 1 0,-2-3 1,0 0-9,-1 1 1,2-3 0,-2 2 0,1 1-23,4 2 0,-4-3 0,0 0 0,0 0 56,0-2 0,0 5 0,4-5 0,-2 2 22,1 0 0,-3-2 0,0 3-127,-1-1 0,4 0 1,-1 5 15,3-1 1,-3-1-13,0-3 0,0 3 1,4-3 39,1 3 1,-2-3 0,-1-2-1,-3 0 1,3 1 21,1 2 0,-3-3 0,-1 2 9,3 1 0,-1-2 0,1 0 0,-2 1 0,1 0-36,2 0 0,2 0 1,-1 4-40,1 1 1,0-2 0,0-2 58,-1-1-12,1 0 0,-5 0 38,0 0 1,-1-2-57,6 2 69,0 3 0,-1-5-51,1 7 0,-5-6 44,0 1 1,0-5-1,4 5 1,1 0-30,0-2 0,-6 0 0,1-5 1,0 4 11,-2 1 0,5-3 1,-3 3-1,1 0-24,-1 0 0,3-3 13,-3 5 0,2-5 0,-1 3-30,-1-1 0,-5 2 66,5-4 0,-1 5-41,6-5 1,0 5 0,-1-4 81,1 2 1,-5-3-72,0 5 1,0-7-28,4 2 0,-4 2 33,0-2 0,0 5-46,4-6 0,1 6 20,0-5 1,-1 2 5,1-2 1,0 1 0,-1 6 0,1-4 40,0-2 1,0 4-1,-1-3 1,1-1-31,0 1 1,-1 2-1,1-4 1,-2 0 0,-1 0-101,-3 0 0,1 5 0,5-4 73,0 3 11,-1-6 0,-4 5 11,0-3 1,0-2-1,4 5 1,1 1-22,0-1 0,-1-3 0,1 3 1,0 0 11,0 0 0,-6-3 0,1 3 0,2-1-1,1-4 0,-4 0-15,1 2 0,0 2 0,5 2 7,-1-4 1,1 2-1,0-1 10,0 3 1,-6-6 0,1 2-1,0-2 1,0 0 12,0 2 0,-1 2 0,6-4-12,0 2 1,-2 1-4,-3-1 0,3-3 1,-5 4-1,2-1 0,-1 0-19,3-1 1,-1-1 0,1 0 19,-2 2 0,-1 0 0,4-4 0,-1 3 0,-2 1 3,1-2 0,-3-1 1,2-2-1,0 1 4,-2 4 0,5-3 0,-3 3-2,3-4 0,2 4 0,-1 0 32,1-2 1,0 4-1,-1-1-10,1 3 0,0-6 1,0 3-1,-1-1-60,1 0 1,0 2 115,-1-2 1,-4-4-1,0 4 1,1-2-1,2 1-28,2 1 0,0-1 1,0-2-40,-1 3 1,1-3-1,0 3 1,-1-2-1,1 0-131,0 2 0,-1 1 80,1-1 1,0-3 0,0 3-1,-2-2 1,-2 0 22,-1 2 0,0 0 0,4-3-2,1 3 1,0-2 0,-1 5 104,1-1 0,0-2 1,0-4-1,-1 3 172,1 0-233,0 1 1,-1-5 57,1 0 1,0 2-1,-1 1 1,1 2-32,0-2 1,-4-1-1,1 0 1,1 1-1,-2 2 1,2-2-27,0-1 0,2-1 0,0 3 0,-1 1-87,1-2 0,0-2 1,-1-1 40,1 0 0,0 0 1,0 2 5,-1 3 1,-4-3 0,0 3 0,1-4 0,2-1-11,2 0 0,0 0 13,-1 0 7,1 7 1,-5-6-1,0 4 1,1-3-2,2-2 1,-3 1 0,0 3 0,1 1 1,-3 0 0,2-5 0,0 0 0,5 0 0,-2 1-1,-3 4 0,3-3 1,-3 3-1,3-4 1,1-1-1,1 0 0,0 2 1,-1 1-1,1 2 0,0 0 0,-1-5 0,1 0 0,0 2 0,0 1 0,-1 2-3,1-2 1,0-1 0,-1-2 0,1 0 0,0 0 1,-2 1-1,-2 3 1,-1 0 1,0 1 0,5-5 0,-1 0 0,-4 0 0,0 2 0,1 1 0,2 2 0,2-2 0,0-1 0,-1-2 0,1 0 1,-5 5 0,0 0-1,1-2 0,2-1 0,2-2 0,0 0 0,-6 0 0,0 1 0,-1 3 0,0 1 0,-3-1 0,5-4 0,-1 2 0,0 3 0,4-3 0,-4 3-2,5-4 0,-5 4 0,1 0-6,2-2 8,1-1 0,1-2 0,1 0-3,0 0 1,-1 1 0,1 4 1,-5-3 0,0 3-79,1-3 1,-3-2 52,2 0 0,0 4 10,5 1 1,-6 0 0,1-5 42,2 0-35,-6 0 0,7 0 18,-3 0 0,-2 0 1,2 2 14,1 3 0,-2-4-15,0 4 0,1-3-66,5-2 0,-5 0 0,0 2 1,1 1 0,2 2 0,-3 0 0,0-5 35,1 0 0,2 0 0,2 1-5,0 4 0,-1-3 21,1 3 0,0-4 4,-1-1 0,1 5-18,0 0 0,-1 2 0,1-4 0,0 2-13,-1-2 1,-4-1 0,0-2 53,2 0 1,1 0 0,1 0 86,1 0 0,-5 0 1,0 0-1,1 0-66,2 0 0,2 0 0,-1 0-59,1 0 1,0 5-1,0 0 1,-1-2-57,1-2 0,0-1 0,-1 0 116,1 0 1,0 0 0,-1 0-49,1 0 0,0 0 1,0 0-1,-1 0 68,1 0 1,0 0 0,-1 0-32,1 0 0,0 5-29,-1 0 1,1 0 0,0-3-1,0 1 1,-1 2 0,1-2-15,0-1 1,-1-2 0,1 0 6,0 0 0,-1 5 1,1 0-3,0-2 1,4-1 0,1-2 9,-2 0 0,-2 0 0,-1 0 0,0 0-1,-1 0 1,1 0 0,0 1 0,0 2 3,-1 2-13,1 0 1,-5-5 0,0 0 0,1 0-2,2 0 1,2 0 0,-1 0 2,1 0 0,0 5 1,0 0-16,-1-2 0,1-1 1,0-2-1,-1 0-62,1 0 0,0 0 24,-1 0 0,1 0 0,0 0 0,0 2-14,-1 2 1,1-2 0,0 3 66,-1-3 1,-4-2 0,0 0 0,1 0 9,2 0 1,-3 0-1,0 0 1,1 0 26,3 0 0,-5 0 0,1 0 37,2 0 0,-4 0-65,2 0 0,-1 1 10,6 4 0,0-3 1,-1 3-1,1-4-7,0-1 0,0 0 1,-1 0-15,1 0 0,0 0 0,-1 0 0,1 0-2,0 0 1,-1 0 0,1 0 4,0 0 1,1 0-1,2 0 1,2 0 0,-2 0 0,-7-5 0,-1 1 1,1 0-20,2 3 1,2 1-1,0 0 1,-1 0-4,1 0 0,0 0 0,0 0 0,-1 0 18,1 0-4,6 0 1,-4 0 47,2 0 0,-3 0 1,-1 0-1,0 0 1,0 0-42,-1 0 1,1 0 0,0 0 57,-1 0 1,1 0 0,0 0 0,-1 0 0,3 0 10,2 0 0,-2 0 0,2 0 0,-2 0-26,-3 0 1,1 0 0,0-2 0,-1-1 9,1-2 1,0 0-1,0 5-56,-1 0 0,1 0 1,0 0-1,-1 0 1,1 0-38,0 0 0,-1 0 20,1 0 25,0 0 0,0 0 20,-1 0 1,-4 0-1,0 0 1,1 0 1,2 0 1,-3 0 0,0 0 0,1 0-1,2 0 0,2 0 1,0 0 6,0 0 1,-1 0-1,1 0-7,0 0 1,-6 0 0,1 0-22,2 0 0,1 0 1,1 0-4,1 0 1,-5 0 0,0 0-39,1 0 43,-4 0 1,6 0-16,-3 0 12,3 0 20,1 0 0,1-5 0,0 0-13,-1 2 1,-4 1 0,0 2 0,1 0-7,3 0 0,-5 0 1,1 0-11,2 0 1,-4 0 0,2 0-18,1 0 0,-3 0 0,2 0 14,1 0 1,-4-1 0,-1-3-1,1-1 0,-4 1 72,7 4 0,-5 0 6,5 0-64,-7 0 58,4 0 44,-1 0 62,-4 0 94,4 0-87,-6 0-1178,0 0 1,0 6-1,-1 2-1284,-4 0 2286,3 5 0,-11-4 0,5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1:08.027"/>
    </inkml:context>
    <inkml:brush xml:id="br0">
      <inkml:brushProperty name="width" value="0.08571" units="cm"/>
      <inkml:brushProperty name="height" value="0.08571" units="cm"/>
      <inkml:brushProperty name="color" value="#AB008B"/>
    </inkml:brush>
  </inkml:definitions>
  <inkml:trace contextRef="#ctx0" brushRef="#br0">15 7057 6684,'-8'0'-252,"1"0"512,7 0 2722,0 0-2714,7 0-27,-6 0-139,12 0 1,-9 0 52,5 0-76,-5 0 1,4 0-29,-3 0 16,-4 0-12,12 0 1,-9 0-36,6 0 1,-6 0-11,6 0 1,-5 0-12,5 0 1,-5 0-11,5 0 1,-5 0-7,4 0 40,1 0 1,0 0 42,0 0 0,-5 0-17,4 0 0,-4 0-28,5 0 1,-5 0 15,5 0-76,-7 0 1,5 0 25,-3 0 0,-2 0 22,7 0-5,-6 0 0,4 0-7,-3 0 0,-2 0 16,7 0 23,-7 0-23,10 0 0,-10 0 21,7 0-32,-7 0 1,5 0-4,-3 0 1,-1 0-9,5 0 7,-5 0 132,9 0-119,-5 0 19,0 0-14,5 0 0,-10 0-13,7 0 0,-5 0-43,5 0 1,-5 0-25,5 0 0,-7 1 0,3 2 26,1 2 0,-4 0 33,7-5 46,-7 0-3,10 0-37,-4 0 5,-1 0 0,5 0-2,-3 0-6,-4 0 1,7 0-5,-3 0 0,-2 0-10,2 0 1,-5 0-8,5 0 1,-5 0-29,4 0 1,-4 0-50,5 0 103,0 0 1,5 0 21,-1 0-32,-6 0 1,1 0 5,-5 0 1,0 0 20,6 0-19,-1 0 1,4 2 0,-1 1-8,-2 2 0,-5 0 3,4-5 1,-4 0-9,5 0 0,0 0 1,5 0 1,-6 0 51,1 0 0,0 0 35,5 0 0,-6 0-55,1 0 0,-5 0 52,5 0-107,0 0 0,4 0 1,1 0-22,0 0 1,-5 0 43,-1 0 0,1 0 5,5 0 1,-5 0 0,0 0 56,1 0 0,-3 0 47,2 0-91,0 0 0,0 0-15,-1 0 0,-4 0 19,5 0 1,-5 0-13,5 0 1,-5-5-1,4 0 9,3 2 1,1 1-38,2 2 0,-1 0-8,1 0 0,0 0 0,-1 0 3,1 0 0,-5 0 1,0 0 19,1 0 1,2 0-1,2 0 1,0 0 32,-1 0 0,1 0 0,0 0 15,-1 0 1,1 0-1,0 0-15,-1 0 1,1 0 0,0 0-12,0 0 0,-1 0 0,1 0-1,0 0 1,-1 0 0,1 0-19,0 0 1,-5 0-1,-1-1 1,3-3 5,1-1 0,2 1 0,-1 4 1,1 0 1,0 0 0,-1 0 1,1 0 1,0-2 0,-1-1 0,1-2 0,-5 0 0,0 5 13,1 0 0,-3 0 0,2 0 52,2 0 1,-4 0-48,2 0 0,-1 0 0,6 0 1,0 0-42,-1 0 0,-4 0 0,0 0-48,1 0 1,-2 0 35,0 0 1,1 0 24,5 0 0,0 0-1,-1 0 0,1 0 35,0 0 0,-5 0-8,-1 0 1,1 0-14,5 0 1,-5 0 0,-1 0-5,3 0 0,-4 0 0,2 0-47,1 0 0,2 0 31,2 0 1,0 0-1,-1 0 35,1 0 1,-5 0-1,0 0-5,1 0 0,2-2 0,2-1-2,0-2 1,-1 0 0,1 5-16,0 0 1,-5 0-1,-1 0-4,3 0 1,1 0-1,2 0-11,-1 0 0,1 0 0,0 0 11,-1 0 0,-4 0 0,0 0 1,1 0 18,2 0 1,-3-2 0,0-1 24,1-2-1,3 0 1,0 5-21,1 0 0,0 0 0,-1 0-12,1 0 1,0 0-1,-1 0-7,1 0 1,-2-1 0,-1-2-1,-3-2-23,3 1 1,-4 3 0,2 1 10,1 0 1,2 0-1,2 0 7,0 0 0,-1 0 0,1 0 10,0 0 1,-5 0 0,-1 0 0,1-2 13,-2-3 0,5 4 0,-3-4-11,3 3 1,2 2-4,0 0 0,-1 0 1,1 0-4,0 0 0,-5 0 1,-1 0-33,3 0 1,1 0 18,2 0 1,-1 0-1,1 0 13,0 0 1,-6 0-1,1 0 1,2 0 13,1 0 1,1 0-20,1 0 0,0 0 79,0 0-83,-1 0 1,1 0 0,0-2-38,-1-2 43,1 2 1,0-5 0,-1 7 0,1 0 18,0 0 1,-5-1 0,-1-3 37,3 0 0,1-1-12,2 5-35,-1 0 1,-4 0 0,0 0 3,1 0 1,2-5-10,2 0 0,0 0-3,0 5 1,-1-2 0,1-1-15,0-2 0,-1 0-4,1 5 1,-5 0 0,0 0-13,1 0 0,2 0 0,2-1 15,0-4 1,-6 3-1,1-3 19,2 4 1,1 1 0,1 0 0,1-2 31,0-3 0,-5 3 1,-1-3-24,3 4 0,-4 1 1,2 0 35,1 0 1,2-5 0,2 0-37,0 2 0,-6 1 0,1 2 0,2 0-41,1 0 1,-3 0 0,-1-1 12,3-4 1,1 3 0,2-3 7,-1 3 0,1 2 0,0 0 33,-1 0 1,-4-4 0,0-1-12,1 1 1,2 3-1,2 1 101,0 0-105,0-7 0,-6 6 58,1-4-56,0 3 1,0 2 0,0-2 0,1-1 8,2-2 1,-3 0 0,0 5-18,1 0 1,-3 0-1,2 0 1,0-1-1,0-3-41,-1 0 1,1-1 32,5 5 0,-5-2 1,0-1 3,1-2 0,2 0 0,2 5 1,-1 0 0,1 0 1,0 0 0,-1 0 0,-4-5 0,0 0 0,2 2 0,1 1 1,-4 1 0,1-3 1,2-1 0,1-1 0,1 3 2,1-2-1,0-2 1,-1 4 9,1-2 0,-5 0 1,0 5-1,1 0 18,2 0 1,-3-5 0,0 0-17,1 2 0,2-3 0,2 1-3,0 1 1,-1-2 0,1 1-15,0 2 0,0-1 0,-1 1 0,1-3 6,0-3 1,-1 6-9,1-2 1,0-1 0,-1 1-7,1 2 12,-7-6 0,5 8 0,-3-4-3,3 3 1,-3-3-1,0 0 1,0 1 0,-1-1 1,1 0 0,-2-2 1,4 4-6,-2-2 1,-2-1 2,2 1 0,3 3 2,-4-3 1,5-1-1,0 1 0,1-5-1,0 5 0,-6-2 0,1 4-5,2-2 0,-4-1 3,2 1 0,-2 2 0,3-6 12,-1 3 0,-5-1 22,5 2 0,-2 2 0,3-5-10,-1 1 0,-5-2-37,5 4 1,-7-2 13,2 2 0,3 2-10,2-7 0,-2 5-7,2-4 0,-5 4 10,5-5 1,-5 2 18,4-2 1,-5 2-1,2 4 7,1 0-19,-6-1 0,7 3-2,-3-3 3,-3 4 1,9-8-1,-4 6 0,1-2 0,-3-1 0,5 2-3,1-1 0,-3 1 1,1 2-16,-3-3 0,1 3 3,-2-2 0,-2 0 11,7-1 1,-5 4 0,3-6 11,-2 1 1,1 4-1,-4-5 115,2 1-65,6 4-55,-2-11 0,0 12 1,-1-6 13,-1 1 0,0 4-38,-3-3 0,5-2-53,5 3 0,-4-3 59,0 2 0,0-1 14,4-4 1,-1 2-1,-1 4 6,-2-1 1,-5-4-1,4 4-2,3 2 1,-4-4 0,2 2 2,1 2 1,-3-4 0,2 1-22,2-2 1,-4 4 0,0-2 0,0 1-16,0 0 1,-3-2 0,5 4-1,1-2 1,3-6 4,0 1 1,-1 2-1,-1 0 40,-2 1 1,-1-3 0,6 4-10,0-2 0,-7 3 1,-2-3-3,1 1 1,1-3 0,5 4-4,-3-2 0,1 3 0,-4-3-12,1 1 1,-3 0 0,5 4-42,1-2 1,-3-6 41,2 1 0,-2 2 0,4 0 1,-4 0-1,0 1-28,0 1 1,-3-1 76,5 2 0,-5 2-44,5-7 1,-5 5-20,4-5 1,1 2-1,3-3-23,-3 1 0,1 5 0,-4-3 0,0 0-30,-1 0 0,6 3 66,-3-5 0,4 2 1,0-4-1,-1 4-12,-2 2 0,-5-1 0,4 2 67,3-5 1,-4 4-1,0-1 1,0 2-46,0 0 1,2-6-1,5 3-12,0 0 1,-1-5-1,1 4-20,0 1 0,-1-5 0,1 3 30,0-3 0,-5 4 0,-1 0 0,1 1 11,-2 0 0,6 3-3,-5-5 1,4 1 0,2-5-4,0 5 1,-5-3 0,-2 6-9,-2-2 0,6 3 14,-3-5 1,5 2-1,-1-4 1,-2 4 29,-1 2 1,-5-4 0,5 3-9,1-1 1,2 0 0,0-4-1,-1 4-20,-3 2 0,-4-4 1,5 3-1,0-1-42,-2-3 0,5 3 0,-3-2 35,3-2 0,-3 4 0,0-2-33,1-1 0,0 3 1,1-2 25,-2-1 0,-2 2 1,3 1-1,-3 0 10,-1 0 1,3 3-1,-4-3 1,1 0-5,-1 0 0,4 3 1,-3-4-1,-1 1-2,1 0 1,4 3-1,-1-5 0,3-1 0,-3 3 0,0-2 3,1-1 0,-3 2 0,0 0 0,-1-3 0,3 4 0,-4-2-9,2-1 0,-3 4 0,4 1 0,-1-1-9,0-3 0,-3 2 1,5-2 8,1-1 0,-3 3 1,2-2 33,1-1 0,-2 2 24,0 0-51,1-1 0,0 0 0,0 0 8,1-1 0,2-2-3,2-2 1,0 0 0,-2 1-1,-4-1 1,3 5 0,-6 2 0,1 0 15,0 0 0,-1 3 0,-3-5 0,4 0-8,1 2 0,-5 0 0,4 5 0,-2-4 13,0-1 0,1 3-23,-1-5 1,2 0-12,2-4 1,4-1 0,-4 0 25,-1 1 0,0 4 0,-5 0 0,4 0 2,1 2 1,-3-5 0,3 3 0,0-1 7,0 1 0,-3-3 0,3 3-26,-1-3 1,3-2 0,-4 1-26,2-1 0,1 0 0,2 0 19,-1 1 0,-5-1 0,3 0-4,-2 1 0,1 4 0,-4 0 0,2-1 19,-2-2 1,4-2-1,-2 0 1,0 1 2,1-1 0,-4 0 0,4 0 0,-1 1 16,0-1 1,2 0-1,-4 1 1,4-1-21,1 0 0,-5 1 1,3-1-1,-1 0-16,0 0 1,5 1 0,-3-1-1,-1 0 16,1 1 1,-1-1 0,-3 0 0,2 1 42,-1-1 0,2 0 1,-1 0-1,0 1-30,2-1 1,-6 0-1,6 1 1,-2-1 0,-1 0 0,6 1 0,-5-1 0,0 0 21,2 0 1,-4 1 0,5-1 0,-1 0 7,-4 1 1,5-1 0,0 0-52,0 1 1,1-1-1,-6 0-7,2 0 1,1 6-1,-3-1 1,4-2 0,0-1 19,-1-1 1,1-1 0,-4-1-29,2-4 1,5-1-1,-6-4 1,1 6-7,2 2 1,-5 3-1,4-1 1,-1 0 31,0 1 1,0-1 0,-4 0 17,4 0 1,-3-1 0,3-2-1,-2-1-4,2 1 1,-3 1-1,3 3 1,-4-1 49,-1 0 1,5 0 0,0 1 0,-2-1 19,-1 0 0,3 1 1,0-1-93,-2 0 1,3 1-1,-1-1 1,0 0 0,0 0 17,0 1 1,2-1 0,-4 0 0,2 1-68,-2-1 0,4 0 1,-3 1 28,0-1 0,2 0 0,-1 0 30,-2 1 1,4-1 0,-2 0 0,-2 1 55,-1-1 1,-1 5-1,3 0 1,1-1-26,-2-2 1,-2-2 0,1 2 0,1 2-34,2 1 1,0 0 0,-5-5 0,2 1 25,3-1 0,-4 0 0,4 1-25,-3-1 1,3 0 0,0 1-32,-2-1 1,-1 0-1,-1 2 1,2 2-31,2 1 1,0 0-1,-5-5 31,0 1 0,5-1 0,0 0 9,-2 1 0,-1-1 1,0 0 6,2 0 1,-2 1-1,5-1 1,-2 0-47,-1 1 1,3-1 0,-4 0 0,4 1-136,1-1 0,-5-2 0,4 0 0,-2-3 115,0 2 1,4 0-1,-4 0 1,0-2 27,2 2-1,-6 2 1,6 1 0,-2 1-4,0-1 0,1-5 0,-3 1 0,2 1 0,-1 2 109,-3 1 0,4 0 0,0 0-72,-2 1 0,1-1 1,-1 0-1,2 1-50,-2-1 1,-1 0 0,-1-1 15,4-4 0,-3-1 0,4-3 0,-1 4 26,0 4 1,0 1 0,-3-1 0,1-2 14,2-2 0,0 0 0,-4 6 0,3-1 7,1 0 0,-1-4 1,-4-1-1,0 2 1,0 2 0,5 1 0,0 0 0,-1 1-39,-3-1 0,1-5 1,1 1-1,2 1-35,-2 2 1,0 1 0,1-1 0,1-2 49,-2-2 0,-1 0 1,-1 4-1,2-2 12,2-2 1,2-1 0,-4 3 0,2-1 51,-2 1 1,-1 1-1,-2 1 1,2-2-7,2-2 1,-2 1 0,3 4-1,-3 1-22,-2-1 0,0 0 0,0 0 1,0 1 4,0-1 0,0 0 1,0 1-1,0-1 23,0 0 0,0 1 0,0-1-23,0 0 0,5 0 1,-1 1-1,0-1 55,-3 0 0,-1 1 0,0-1-59,0 0 1,0 5-1,0 1-29,0-3 0,0-1 23,0-2 0,0 1 54,0-1 1,0 5 0,0 0-23,0-1 0,0 3 0,0-2 21,0-1 1,0 2-27,0 0 0,2-1-7,3-5 0,-3 5-51,2 1 1,-2 4 99,-2-5 1,0 5 33,0-5 0,0 5-40,0-5 0,0 6-42,0-6-62,0 6 33,0-2-47,0 6 651,0 0-525,0-7-56,0 6 0,0-7-107,0 3 2,0 3 107,0-11 1,0 10 167,0-7 1,0 5-32,0-5-82,0 7-127,0-4 83,0 1 0,0 3 93,0-7 1,5 5-27,0-5 1,0 5-50,-5-5 0,0 6-138,0-6 119,0 6-48,0-9 0,0 5-38,0-6 1,0 4-78,0 0 0,0 0 70,0-5 0,0 1 25,0-1 0,0 0-64,0 1 0,0-1 85,0 0 1,0 1 9,0-1 0,0 5 1,0 0-25,0-1 1,0 3 0,0-2 49,0-2 0,0 4-68,0-2 0,0 1-48,0-6 0,0 5 1,0 0 20,0-1 1,0 3-64,0-2 1,0 5 67,0-5 0,0 0 127,0-4 0,0 4 47,0 0-78,0 7 1,0-5 49,0 3 77,0 3 58,0-4-162,0 6 453,0 0-443,0-7-76,0 6 33,0-6 227,0 7-2285,0 0 0,-5 2 1,0 3-1,2 4 556,1 4 1472,2 2 0,-6 6 0,-3 2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4:07.587"/>
    </inkml:context>
    <inkml:brush xml:id="br0">
      <inkml:brushProperty name="width" value="0.06" units="cm"/>
      <inkml:brushProperty name="height" value="0.06" units="cm"/>
      <inkml:brushProperty name="color" value="#004F8B"/>
    </inkml:brush>
  </inkml:definitions>
  <inkml:trace contextRef="#ctx0" brushRef="#br0">288 368 6467,'0'-14'479,"0"5"1,0 1-1,-2 5 922,-3-2-443,3 0-360,-4 5-186,6 0 1,0 2 190,0 3 0,0 3-370,0 7 1,0-6-1,0 1 1,0 2 116,0 1 1,0 1 0,0 3-316,0 2 1,0-2 0,0 2 0,0-2-46,0-3 1,0 1-1,0 1 1,0 2 51,0 2 0,0-1 1,0-4-1,1 0 1,3 0-93,1-1 1,0 1 0,-5 0 0,1-1 82,4 1 0,-3 1 0,3 2 0,-4 2-47,-1-2 1,5-2-1,0-1 1,-2 0 198,-1-1 1,-2-4 73,0 0 1,0 0-74,0 4 0,0 1 0,0 0 31,0-1 0,-7 0 0,-2-3-60,-4-1 0,-1-5 0,1 3-63,-1-2 1,-3-1 0,-7-5-285,4 0 1,4 0 0,1 0-1,1 0 57,-1 0 0,0-1 0,0-4-37,1-5 0,-1 2 0,2-2 0,2 0-685,1 2 1,2-5-1283,-2 3 1168,-3 4 1,13 1 0,-2 10-71,5 4 0,7 4 1039,-5 2 0,7 0 0,-4 0 0</inkml:trace>
  <inkml:trace contextRef="#ctx0" brushRef="#br0" timeOffset="1118">743 1 8079,'-8'0'877,"0"0"-443,3 0 0,3 1-107,-3 4 1,2 2 0,0 4-1,-2-1-7,2 1 1,1 3 0,2 0 0,-2 1-202,-2 0 0,2 4 1,-3 1-1,2-1 0,0 3 26,-2 2 1,-2 4 0,4 1 0,-2 1-9,2-1 0,-4 1 0,2-1-223,2 0 1,0-1-1,-1-2 1,0-1 0,0-1 134,3-1 0,1 3 0,0-5 0,0 1 167,0-1 1,0 0 0,0-3-133,0 2 0,1-1 0,3-4 0,2 0 0,1-1 0,1 1 127,0 0 0,-3 0-229,5-1 1,-5 1 0,4 0-27,3-1 1,-4-4 0,2 0-91,1 1 1,-3-3-394,2 2 1,-5-6-2247,5 0 1727,0 5 1,-1-8-998,1 4 2043,0-3 0,5-9 0,-1-1 0</inkml:trace>
  <inkml:trace contextRef="#ctx0" brushRef="#br0" timeOffset="2146">861 148 8211,'-8'-15'286,"-1"5"95,5 0 1,2 6 859,-3-6-1216,3 6 1,2 0 280,0 8-224,0 5 0,0 5 0,2 3 0,1 1-74,2 1 0,7 7 0,-3-1 169,5 3 0,-5 3-149,1 3 1,-2-3-1,2 3 1,-3-3-1,-2-1 1,1-3 153,2-2 0,-5 3 1,2-5-1,-3-1 64,-2-2 0,2-2 0,1 0-199,2 2 1,0-1 0,-5-4 0,1-2 0,3-2-11,1-1 0,-1-5-396,-4 5 220,0 0 27,0-2 0,2-2 429,3-6-350,-3-6 0,6 3 0,-5-7-66,2-2 0,5-1 0,-5-1 0,0-1 2,1 0 0,-3 1 0,5-3 1,1-1-1,-1-1-893,3 1 587,-4 1 336,6 3 1,-10 1 0,5 1-232,-1 2 0,-1 7 275,-1-2 1,3 4 62,7 1 77,0 6 1,-5-3-49,-1 7 1,-4-5-1,5 5 1,0 1 355,-2 2-419,5-5 0,-10 7 1,6-2 130,-3 5 1,4-1 0,-4-6-1,1 2 1,-1-2 265,-2 3 1,-3-1 0,1 1-238,3 1 1,-3 0-282,2-1 0,-2-4 0,0-2-283,3-1 1,-4-1-450,4-1-1350,-3-3 1146,4 5 0,2-7 1051,7 0 0,0-7 0,0-1 0</inkml:trace>
  <inkml:trace contextRef="#ctx0" brushRef="#br0" timeOffset="2785">1522 354 8303,'-6'-9'385,"4"3"1,-9 7 0,4 4-224,-1 5 1,3 3 0,-3 2 0,1 1-21,4 4 1,-3-4 0,1 5 0,1-1-57,3 0 1,-4-1 0,0-2-1,2 1 33,1 1 0,2 1 0,0-6 1,0 1 23,0 0 0,2 0 0,1-1-64,2 1 0,1-2 0,-2-2 0,2-2 48,2-3 1,-3 4 0,5-4-6,2 3 1,1-6 0,1 2-66,1-4 0,1-1 1,2 0-1,2 0-62,-2 0 1,-2-1 0,-1-2-1,0-4-28,-1-1 0,1 3 0,0-5 1,-1 0 49,1 2 1,-2-5 0,-1 3 0,-3-3 45,3-1 0,-4-1 0,0 0 0,-1 0-62,-4 1 0,-1-3 1,-2-1-1,0-3-22,0-2 1,0 4 0,0-4 0,-2 0 10,-3 0 1,2 5 0,-7-1 0,-1 2-143,-3 3 0,0 0 1,-1 3-1,-1 3-233,-4 1 1,-3 2 0,-6 5 0,-1 2-48,1 3 0,5 3 0,-1 7 1,1 0-10,1-1 0,-3 1 0,6 0 0,2-1 441,2 1 0,1 0 0,0-1 0</inkml:trace>
  <inkml:trace contextRef="#ctx0" brushRef="#br0" timeOffset="3545">1508 589 8447,'-9'0'2573,"3"0"-2369,6 0 1,2 0 73,2 0 0,5 5-175,5 0 1,1-1 0,0-4-1,-1 0 75,1 0 0,-3 0 0,1 0-15,3 0 1,2 0-1,-3 0 1,-1 0-49,1 0 1,0-4 0,-1-1-294,1 1 0,0-2 148,-1 1 1,-5-2 0,-3 4-418,1-2-1832,-6 0 916,6 5 0,-6 0 1363,4 0 0,4 0 0,5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4:12.685"/>
    </inkml:context>
    <inkml:brush xml:id="br0">
      <inkml:brushProperty name="width" value="0.06" units="cm"/>
      <inkml:brushProperty name="height" value="0.06" units="cm"/>
      <inkml:brushProperty name="color" value="#004F8B"/>
    </inkml:brush>
  </inkml:definitions>
  <inkml:trace contextRef="#ctx0" brushRef="#br0">133 874 7439,'0'-8'-834,"-7"-5"1429,6 11 1,-7-5 129,3 7-484,3 0 0,-6 0 1,5 2 1,-2 3 1,-5 3-1,3 5 1,1-1-1,-1-3 4,4 3 0,-4 1 0,1 2 0,-1-1-112,1 1 0,-4 0 0,5-1 0,0 1-122,-1 0 1,4 0 0,-3-1-2,4 1 0,1 0 0,0-1 0,0 1-261,0 0 0,0-5 0,0-1-14,0 3 0,0 1-47,0 2 1,6-6 244,4 1 0,-2-7 1,0 4-1,0-2 0,1 0-325,2-2 0,-3-1 0,2-2-53,1 0 0,2 0 0,2 0 0,1 0-566,4 0 1009,-4-7 0,6-1 0,-8-7 0</inkml:trace>
  <inkml:trace contextRef="#ctx0" brushRef="#br0" timeOffset="308">221 947 8214,'-8'0'1917,"1"2"-1742,7 3 1,7-2-1,3 5 1,1 0 60,-1 1 1,3-4 0,-3 3-1,3 0-52,2 0 1,-1 0 0,1 4-297,0-3 0,-6-4 0,1 3 0,0 1-220,-2-1 0,0-5 0,-3 4 506,5-1-280,-3-4-1337,6 4 493,-12-6 1,7 0 200,-3 0 0,-1 0 749,5 0 0,-5-6 0,2-2 0</inkml:trace>
  <inkml:trace contextRef="#ctx0" brushRef="#br0" timeOffset="550">442 889 6901,'-10'4'1291,"2"3"-921,1 1 1,-3-3 0,4 5 0,-1 3-204,1 5 0,-4-2 0,3 5 0,1-1-142,-1 0 1,-3 1-1,4-3 1,-2 1-65,-4-1 0,6-1 0,-1-3-86,1 1-89,4-7 1,-6 4 0,5-6-1628,-2 2 691,0-4 1150,5 2 0,0 1 0,0 1 0</inkml:trace>
  <inkml:trace contextRef="#ctx0" brushRef="#br0" timeOffset="935">515 756 8214,'0'-14'403,"2"0"0,1 3 15,2 1 1,1 7 0,-1-2-308,5 3 1,3 4-1,2 3 1,0 5-1,-2 3 1378,-4 2-1349,4 6 1,-4 0-24,5 3 0,-4 4 0,-2-3 0,-1 1-34,-4-2 0,-1 4 0,-2-3 0,0 2 5,0 3 0,0-6 1,0-1-1,-2 0 132,-3 0 0,2-3-116,-7 4 1,5-6 0,-3 3 0,0-1 0,1-1 0,-1-1-64,0-1 0,3-3 0,-3 1 0,1 0-518,4-1 1,-3 1-283,1 0 1,-2-2-2237,2-3 429,4-4 2566,-6-6 0,1 0 0,-3 0 0</inkml:trace>
  <inkml:trace contextRef="#ctx0" brushRef="#br0" timeOffset="1666">971 991 10337,'0'15'447,"0"0"1,0 0-253,0-1 1,-7 1 0,-1 0 0,-2-1-58,0 1 1,2 0 0,-3-2-162,1-3-18,0 3 1,0-7-1,2 6 1,0-4-1704,0-2 1192,-2-1 0,4-5 552,6 0 0,6-13 0,9-3 0</inkml:trace>
  <inkml:trace contextRef="#ctx0" brushRef="#br0" timeOffset="2098">1191 771 8143,'-15'-7'0,"2"-2"113,4-4 0,-3 3 912,7 0 763,-6 7-1423,9-4 0,-3 14 0,10 1 1,3 2-150,1-1 0,4-4 1,-4 5-54,4 2 1,4-4-1,1 2 1,1-1-1,-1 1 43,-1 0 0,-3-2 0,1 4 0,-2-3-157,-3 3 1,3-4 0,-3 2-717,3 1 1,-3-3-1,-1 0-573,3-1 0,-6 0 492,-1-3 0,-1-2-24,0 3 1,0-3-1,4-4 772,-2-3 0,6 3 0,-4-4 0</inkml:trace>
  <inkml:trace contextRef="#ctx0" brushRef="#br0" timeOffset="2432">1515 653 8119,'8'-1'568,"-3"-4"1,-4 5 86,-1 0 1,0 6 0,0 9-295,0 0 1,-5 4 0,0 3 0,1 0 578,-3 5-842,-1 0 1,-4 3 0,1-1 0,-2 1-1,1-1 1,-1-1 0,0-2 0,-1-2 212,-1 2 0,5-3-270,0 2 0,7-7 0,-3 1 1,1-2-339,0-3 1,-2 1-1498,2 0-235,4 0 1109,-6-1 0,14-6-891,2-3 1811,-2-3 0,6-2 0,-5 0 0</inkml:trace>
  <inkml:trace contextRef="#ctx0" brushRef="#br0" timeOffset="3010">1647 21 8568,'0'-14'1073,"6"7"0,4 7 243,3 8-776,2 5-399,0 9 1,-1-5-1,3 8 1,1 1-1,1 0 1,-1 0 0,-1-1 327,-3 1 0,3 2-389,2 1 1,-3 5-1,4 2 1,-4 4 274,-1 5 0,-2-1-182,-3 5 0,1 2 0,-6 0-56,-1 1 1,-3 0 0,-1 4 0,0-4-34,0-1 1,-6-2-1,-4-5-57,-3 0 1,3-5-1,-1 0 1,-4 2-1,-3 0 1,0 0-47,2-2 0,-1-6 0,-1 1 0,0-3 71,5-2 0,-1-6 0,4-3 0,-3-4-325,-2-1 1,5-2 0,0-3-647,-1-5 1,3-4-387,-2-1 1,5 0-2440,-5 0 3744,7 0 0,-10-6 0,5-3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4:43.212"/>
    </inkml:context>
    <inkml:brush xml:id="br0">
      <inkml:brushProperty name="width" value="0.06" units="cm"/>
      <inkml:brushProperty name="height" value="0.06" units="cm"/>
      <inkml:brushProperty name="color" value="#004F8B"/>
    </inkml:brush>
  </inkml:definitions>
  <inkml:trace contextRef="#ctx0" brushRef="#br0">295 206 8325,'0'-9'-337,"0"-1"1248,0-2 1,0 4-358,0-2 1,-2 7 182,-3-2-73,4 4-422,-6 1 0,7 6-7,0 4 1,0 3-100,0 2 0,0-1 0,2 3 1,1 1-1,2 3 0,0 0 1,0 2-9,0 0 1,0 1-1,-4 6-129,4-1 0,-3-1 0,4 0 0,-1-2 92,0 0 0,0 3 1,-3-7-1,1-1-60,2 0 1,0 4 0,-5-4 0,0 0 70,0 0 0,5 0 0,-1-3 0,0 2 2,-3-2 0,-1-2 0,0-1 1,0 0 33,0-1 0,0 1 0,0 0 0,-1-1 85,-4 1 0,2 0 0,-7 0-111,-2-1 0,4-4 0,-2 0 0,-1 0 0,-2-1-94,-2 1 1,0-6-118,1 0 88,-1 5 1,0-8 0,1 4-10,-1-3 0,0-2 0,1 0 0,-1 0 0,0 0-17,0 0 1,1 0-1,-1 0-321,0 0 1,1 0 35,-1 0 0,2-2 0,1-1-1424,3-2-763,5 0-372,-2 5 2881,6 0 0,6-6 0,3-3 0</inkml:trace>
  <inkml:trace contextRef="#ctx0" brushRef="#br0" timeOffset="1786">765 30 8311,'0'-10'55,"-1"2"585,-4 1-327,3 3 1,-11 4-62,3 0 0,2 0 1,0 1-1,1 4 0,-2 3 0,2 7 0,0 0-33,1-1 0,-1 1 0,4 1 0,-3 2-123,-3 2 1,6 6-1,-3-3 1,1 1 3,0 1 0,-5-1 1,5 6-1,2-1 51,1 1 1,-3-6-1,0 1-106,2 1 1,2 2 0,1 1 0,0 0 0,0 1-259,0-1 1,0 1 0,0-3 0,0-1 184,0-1 0,0-2 0,1 3 85,4-2 0,-3-4 0,4 3 0,-1-2 1,2-1 349,1 1 0,-3-5 0,3 4 0,0-4-166,0-1 1,0 0 0,4-1-292,-2 1 1,-1 0-263,6-1 0,-5-4-761,0 0 287,0-7 0,-1 4-3066,1-7 3852,-7 0 0,10-7 0,-4-1 0</inkml:trace>
  <inkml:trace contextRef="#ctx0" brushRef="#br0" timeOffset="2764">853 74 7467,'0'-15'552,"0"7"1,0 3 0,0 10 0,0 5-347,0 3 1,0 7-1,0 1-7,0 2 0,5-4 0,0 6 0,-2 1 0,1 2 36,1 1 1,-4 1 0,6-3-142,-1-2 0,-4 3 0,3-6 0,-2 3-102,2-1 1,-3-4-1,3 5 1,-4-1 58,-1-1 1,5-2 0,0-6-1,-2 0 80,-1-1 1,0 1 0,1 0-82,2-1 0,0-4 77,-5 0 396,0-7 0,6 4-468,-4-7 1,9-7-124,-6-3 0,5-3 1,-4-1-1,1-1-220,-1 0 0,4-4 1,-3-1-1,-1 2 15,1 2 0,3 1 99,-5 0 0,1 1-383,-1-1-82,-3 7 495,11 1 0,-10 7 0,5 2 113,-1 3 0,4 3 0,-3 7 97,0-1 0,1 3 0,-6 1 540,2 1-456,0 1 0,0-5 1,-1-1-1,1 1-1,2 0 1,-5-1-1,2 3 1,0-1-27,1-1 0,-4 3 1,6-9-1,-2 4-63,0 2 1,1-2 0,-3-1 0,2-3-161,-1 3 0,2-4 0,1 2-82,1 1 1,-3-4-1,3-1-600,-2 1 0,1-4-88,-2 7 1,-2-7-1251,7 2 2120,-7 3 0,10-6 0,-5 4 0</inkml:trace>
  <inkml:trace contextRef="#ctx0" brushRef="#br0" timeOffset="3465">1456 250 8298,'-10'0'-555,"0"0"0,6 0 968,-6 0 0,5 0-214,-5 0 0,5 5 1,-3 2-1,0 1-142,0 3 0,4 3 1,-2 0-1,1 1 0,0 1 166,2 4 1,-4-4 0,2 5-1,0-1 1,1 1 400,-1 2 0,0 0-456,5 1 0,0-1 0,0-5 1,0 2-193,0-2 1,0 3 0,0-1 0,0-2 0,1-2 0,3-1 14,1-1 0,6-4 0,-3 0 0,2 0 88,0-2 0,0 3 0,4-4 17,1 1 0,0-5 1,-1 4-1,1-2 48,0 0 0,-1 0 1,1-5-1,0-2-26,0-3 1,1 3 0,0-4-50,-1-1 0,8-1 0,-9-5 24,3 3-28,-1-3 1,-6 5-57,0-7 1,-2 4 0,2-2-1,-4-3 1,-1-1 17,0 1 0,0 1 0,-5-1 0,0-2-88,0-2 1,0-4 0,0 4 0,-2 2-62,-3 2 1,2 1-1,-5 1 1,0 0-111,0 5 0,-2-3 0,-5 6-49,0-2 1,1 4-1,-3-2 1,-1 1-115,-1 0 0,-1 0 0,4 5 1,-2 0-92,-2 0 1,1 2-1,2 1 1,-1 3-1,-1 1-82,1 0 1,2 2 0,1-2 567,0 1 0,0 2 0,1 5 0</inkml:trace>
  <inkml:trace contextRef="#ctx0" brushRef="#br0" timeOffset="3957">1383 530 8354,'-10'0'941,"0"0"-515,7 0 418,-4 0-558,7 0 0,2 1 0,3 3 0,5 1 4,3-2 1,3-2-1,2 1-122,1 3 1,1-3 0,-5 2 0,-1-2 75,1-2 0,0 0 0,0 0 0,-1 0 71,1 0 0,0-2 0,-1-1-210,1-2 1,0-1 0,-1 3-963,1-2 677,-7 0 1,4 3-767,-7-3 1,1 4-855,-1-4 0,-2 3 1800,7 2 0,-7 0 0,4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4:48.935"/>
    </inkml:context>
    <inkml:brush xml:id="br0">
      <inkml:brushProperty name="width" value="0.06" units="cm"/>
      <inkml:brushProperty name="height" value="0.06" units="cm"/>
      <inkml:brushProperty name="color" value="#004F8B"/>
    </inkml:brush>
  </inkml:definitions>
  <inkml:trace contextRef="#ctx0" brushRef="#br0">118 132 8023,'0'-9'-1767,"0"-1"1848,-6 7 0,4-6 0,-3 4 690,3-4-546,2 2 0,0-1 210,0 3 1,0 2 183,0-7 0,-1 7-101,-4-2-329,3 3 1,-9 9-1,4 1 1,1 2-1,-2 0 28,-1 1 1,4 4 0,-3 3 0,0 3-162,0 2 0,5-4-93,-2 6 1,-2-6-1,2 4 1,2-1 64,1-5 0,2 5 0,0-3 1,0-1 111,0-1-130,0-3 1,2 1 45,3 0-17,3-1 0,2-1 1,-2-1-1,0-4 65,0-1 0,-3 2-299,5-4 1,0 2-81,5-2 1,-1-2-1,1 5-691,0-1 0,-5-2-911,-1-5 519,1 0 1358,5 0 0,0 0 0,-1 0 0</inkml:trace>
  <inkml:trace contextRef="#ctx0" brushRef="#br0" timeOffset="384">192 250 7492,'-9'-7'3537,"-4"-1"-2830,12 0 0,-4 2-558,10 6 1,-2 5-1,7 1-98,1 2 0,2 2 0,2 5 0,0-2 66,-1-3 1,1 3 0,0-4 0,-2 5 0,-2-1-3,-1-4 0,0 4 0,5-4 0,-2 0-186,-4 1 1,3-5-1,-6 3-160,3-1 1,-5 3-66,6-5 0,-5 4 1,5-2-316,1 1 0,-2-5-2398,0 2 1112,-5-3 1897,2-2 0,1 0 0,1 0 0</inkml:trace>
  <inkml:trace contextRef="#ctx0" brushRef="#br0" timeOffset="626">427 206 8389,'-10'2'262,"0"2"0,7 5 1,-4 5-209,1 1 1,3 0 0,-6-1 0,1 3 0,0 1 32,-3 1 1,2 3 0,0-4-139,-3 1-64,6 1 0,-6-6 1,6 1-456,-2 0 400,4-7 1,-2 5 0,4-5 0,-1 2-462,-2 0 0,0-5 631,5 5 0,7-7 0,1 3 0</inkml:trace>
  <inkml:trace contextRef="#ctx0" brushRef="#br0" timeOffset="1032">500 59 8278,'5'-10'723,"0"0"0,0 1-245,-5-6 0,2 7-274,2 3 0,0 3 33,6 2 1,-1 7-1,6 2 1,0 5 58,-1 0 1,-4 3-1,0 1 1,1 3 53,3 2 1,-5-1-1,-1 5 1,1-3-52,-1 2-204,-5 2 1,5-3 0,-4-1 0,0 1 0,0-1 0,-3 1 0,-1-1 0,0 1-111,0-1 1,-1-4-1,-3 2 1,-2 0-12,-2-4 0,3 0 1,-3 0-118,1 1 1,-3 1 0,4-6-916,-2 1 1,3-2-311,-5-3 1,5-3-1014,-5-7 1413,7 0 968,-4 0 0,1 0 0,-2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4:51.465"/>
    </inkml:context>
    <inkml:brush xml:id="br0">
      <inkml:brushProperty name="width" value="0.06" units="cm"/>
      <inkml:brushProperty name="height" value="0.06" units="cm"/>
      <inkml:brushProperty name="color" value="#004F8B"/>
    </inkml:brush>
  </inkml:definitions>
  <inkml:trace contextRef="#ctx0" brushRef="#br0">132 926 8117,'8'0'1073,"-2"2"-761,-6 3 1,-5 3 0,0 7 0,1-1-187,-3 1 0,1 0 0,-6-1 0,2 3-81,-1 2 0,-1-2 1,1 2-82,1-3 0,0-1 0,-3 0-345,4 0 0,-3-6-450,7 1 0,2-7 115,8 2 0,3-5 716,7-5 0,-1-3 0,1-6 0</inkml:trace>
  <inkml:trace contextRef="#ctx0" brushRef="#br0" timeOffset="474">279 647 8207,'0'-15'108,"0"5"1111,0 1-706,0 5 1,-2-2 115,-3 6 1,5 13-363,0 6 1,2 1 0,7 0 0,5-4 0,2-1 130,3-1 1,8-1 0,-5-1-5,1-2 1,3-1-330,-6 6 1,5-5 0,-4 0 154,2 1 0,-5 1 0,1-1 1,-4-1-271,-5 1 0,3-3 0,-3 2-650,3 2 0,-4-4-2005,1 2-673,-6-7 1581,2 3 1797,-6-6 0,-6 0 0,-3 0 0</inkml:trace>
  <inkml:trace contextRef="#ctx0" brushRef="#br0" timeOffset="774">734 529 6455,'-8'7'0,"2"3"0,-1 3 0,4 6 0,-5 2 841,1 2 0,-3 2 0,4 4 0,-2 2 0,-2 2 0,0 1-249,0-1 0,0 4 0,-4 1-556,-1 0 0,0 2 0,2-5 0,2-3-21,1-1 0,5-3 0,-3-3 1,1-4-75,4 0 1,0-5 0,0 4 0,-2-4-355,1-1 1,3-5-827,1 0 463,0-7 124,6 3 1,-2-6-1,5 0 1,1-1 651,-2-4 0,5-3 0,-4-7 0</inkml:trace>
  <inkml:trace contextRef="#ctx0" brushRef="#br0" timeOffset="1573">749 29 6484,'-8'-9'1489,"3"-1"258,3 7-1357,2-4 0,2 7-85,3 0 0,3 0 1,7 2-1,-1 3-30,1 4 0,1 9 0,2 4 0,2-1 65,-2 0 1,3 8 0,0-1 87,2 3-269,-5-3 1,5 14-1,-5-2-142,2 2 0,-2 4 1,-7 1-1,-3 2-71,-1-1 1,-1 2 0,-2-1-1,0-1-10,0-3 1,-3-2-1,-1-2 1,-1-4 162,-4-1 1,2 0 0,-7-3 0,-2 1 0,1-1 0,-2-2 286,-2-2 1,4 0-353,-9 1 1,4-2-1,1-2 1,0-3-200,1-2 1,4 0-1,0-3 1,-1 2-1426,-2-2 78,4-9 0,1-2 1512,3-7 0,4 0 0,-6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7:58.738"/>
    </inkml:context>
    <inkml:brush xml:id="br0">
      <inkml:brushProperty name="width" value="0.06" units="cm"/>
      <inkml:brushProperty name="height" value="0.06" units="cm"/>
      <inkml:brushProperty name="color" value="#004F8B"/>
    </inkml:brush>
  </inkml:definitions>
  <inkml:trace contextRef="#ctx0" brushRef="#br0">398 266 8255,'-9'-10'-434,"5"0"840,2-2 0,-3 4 1,0-1 673,2-3-351,1 6-381,2-8 1,0 14-147,0 0 0,0 7 1,0 8-1,0-1-25,0 1 1,0 5 0,0 1 0,0 2-111,0 3 1,0 2 0,0 3-1,2 1 37,3 3 1,-4-1 0,6-3 0,-2 0-192,0-2 0,0 4 0,-4-10 0,2 1 135,2 1 0,2-7 0,-4 2 0,2-4 131,-2-1 1,1-1 0,-1 1 205,2 0 1,0-6 67,-5 1 0,0 0-193,0 5 0,-7-5 1,-3-2-1,-1 0-260,1 0 0,-8-5 0,3 4 0,-1-2-108,0 0 1,-4 1-1,-1-3 1,0 2 97,-1-1 1,-2-1 0,3 0-1,0 2-431,-1-2 1,1-1-1,3-4 109,-2-3 1,1 2 0,4-5-1,0 0-289,1 0 1,1 3 0,1-3-456,2 1 0,7 1 315,-2 1 0,4 5-99,1 0 1,0 6 859,0 9 0,0 0 0,0-1 0</inkml:trace>
  <inkml:trace contextRef="#ctx0" brushRef="#br0" timeOffset="1617">897 60 7274,'0'-15'926,"0"0"0,-1 6 131,-4-1-723,3 6 0,-6-2-206,3 6 1,2 2 0,-5 2 0,0 6 88,-1 3 1,6 2 0,-3 0 0,1 1-86,0 4 0,0-2 1,3 4-1,-1 1 22,-2 0 0,-1 2 0,2 4 1,-1 1-56,2-1 0,-3 0 1,1 2-1,1 2 2,3 1 1,1 1 0,0-6 0,0 0 61,0 1 1,0-6-1,0 1 1,0-1 65,0-1 0,1 5 0,3-5 1,2 1-101,2 1 1,1-7-1,2 1 1,-1-2-107,1-3 1,1 6 0,-1 0 0,-1-4 60,1-5 1,-3 2 0,2-4-439,2-1 0,-4 3-345,2-6 1,-5 5-1010,4-5 1,-5 1 280,1-1 1,-4-2 1426,-1 7 0,7-6 0,1 2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01.682"/>
    </inkml:context>
    <inkml:brush xml:id="br0">
      <inkml:brushProperty name="width" value="0.06" units="cm"/>
      <inkml:brushProperty name="height" value="0.06" units="cm"/>
      <inkml:brushProperty name="color" value="#004F8B"/>
    </inkml:brush>
  </inkml:definitions>
  <inkml:trace contextRef="#ctx0" brushRef="#br0">45 58 8193,'-7'-9'-973,"4"-4"2378,-7 3 0,5 2-37,-4-1-1293,5 5 0,-2-1 0,6 10 0,0 7 179,0 6 0,5 0 0,0 6 0,-1 1-133,3-3 1,-4 6 0,5-3 0,1 3-20,-1 1 1,-3 0-1,3 1 1,0-3-13,0-2 1,-3 3 0,3-5 0,-1-1 20,-4-2 1,4 1 0,-3-1 0,0-2 60,-3-2 1,4-6 0,0 0 29,-2 1-320,-1 2 0,0-5-95,3-3 295,-4-3 0,6-4-320,-7-3 0,0-3 0,1-6 0,3-1-308,1 0 1,1 0-1,-1 1 1,3-1 69,0 0 0,5 1 0,-3-1 369,3 0 0,-3 2-57,0 3 0,-5 2 292,5 3 0,-1 4 6,6-4 0,0 5 0,-1 3 66,1 2 0,-5 2 0,0-3-147,1 6 1,2 3-1,0 2 1,-1 0 152,-2-1 0,-6 1 1,6 0-1,0-1 196,-2 1 0,4 0 0,-6 0 0,1-1-149,-1 1 0,1 0 1,-4-1-1,2 1-141,-2 0 1,4-1-1,-2 1 95,-2 0 1,3 0-1,-1-1-608,-1 1 1,2-5 0,1 0-187,1 1 1,-3-4 0,3-1-417,-2 1 1,1-6 0,-4 6-850,2-1 1852,7-4 0,-4 4 0,6-6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08.987"/>
    </inkml:context>
    <inkml:brush xml:id="br0">
      <inkml:brushProperty name="width" value="0.06" units="cm"/>
      <inkml:brushProperty name="height" value="0.06" units="cm"/>
      <inkml:brushProperty name="color" value="#004F8B"/>
    </inkml:brush>
    <inkml:brush xml:id="br1">
      <inkml:brushProperty name="width" value="0.08" units="cm"/>
      <inkml:brushProperty name="height" value="0.08" units="cm"/>
      <inkml:brushProperty name="color" value="#004F8B"/>
    </inkml:brush>
  </inkml:definitions>
  <inkml:trace contextRef="#ctx0" brushRef="#br0">133 177 7278,'0'-14'-363,"0"4"-119,0 0 0,0 0 996,0-5 1,-2 6-42,-3-1 1,4 5-103,-4-5 0,2 7 505,-2-2-466,3-3 0,-11 6-236,3-3 1,4 10 0,-1 3 0,2 2-1,0 0 1,0 0-1,5 4 1,-1 1-9,-4 0 1,3 4 0,-3 1 0,4-2-155,1-2 1,0 4 0,0 0 0,0-1 59,0 2 0,0-4 0,0 2 0,0-2 8,0-3 1,0 1 0,0 0 0,0-1-55,0 1 0,1-2 0,3-1 0,2-3-10,2 3 1,-3-4 0,5 2-3,1 1 1,2-4 0,2-2-1,0-4 35,0-1 1,-1 0 0,1 0-13,0 0 0,-1 0 0,1 0-40,0 0 1,-1 0 0,1-1 0,0-4 19,0-5 1,-1 3 0,1 1 0,-2-1 3,-3-2 1,3 0 0,-3 0 55,3-3 0,1-1 0,0-2 46,-5 1 0,3 4 0,-7 0 1,0-1-27,1-2 0,-4-2 0,3 0 0,-4 1-38,-1-1 1,0 0 0,0 0 0,0 1-73,0-1 1,-1 0-1,-4 1 1,-3-1-91,-1 0 0,-4-4 0,4-1 1,-5 2 43,0 2 0,-1 1 1,-1 0-1,-2 1 7,-2-1 0,1 2 1,4 1-1,0 4-137,0 2 1,-4 1 0,-1 5 0,2 0-6,2 0 0,1 0 0,1 0 0,-1 0-178,0 0 1,0 5-1,1 1 147,-1 2 0,0 1 0,2 2 0,2-3-129,1-1 1,5 3 0,-3-4 0,1 2-432,4 4 0,2-4 0,1 2 785,0 1 0,0 2 0,0 2 0</inkml:trace>
  <inkml:trace contextRef="#ctx0" brushRef="#br1" timeOffset="443">162 265 10777,'-14'0'-153,"4"0"0,0 0 784,-1 0 1,4-1 204,2-4-550,3 3 97,2-4 0,7 6 0,3 0-142,3 0 0,2 0 1,-1 0-1,1 0-2,0 0 1,4 0 0,3 0-1,-1 0-1,0 0 0,0 0 1,-3-2-1,3-1-36,2-2 1,-5 0 0,2 5 0,-4 0-67,-1 0 1,-2-2-1,-2-1-681,-1-2-1671,0 0 880,-2 5 1,-1 2-1,-9 3 1350,-3 5 0,-3-4 0,-7 1 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11.313"/>
    </inkml:context>
    <inkml:brush xml:id="br0">
      <inkml:brushProperty name="width" value="0.06" units="cm"/>
      <inkml:brushProperty name="height" value="0.06" units="cm"/>
      <inkml:brushProperty name="color" value="#004F8B"/>
    </inkml:brush>
  </inkml:definitions>
  <inkml:trace contextRef="#ctx0" brushRef="#br0">104 89 8227,'-10'-2'28,"0"-3"0,5 4 649,-4-4 0,5 5-350,-1 5 0,-1-2 0,-1 7-45,-1 1 1,5 2 0,-2 2 0,2 0-23,-2-1 1,3 6 0,-3 0 0,2-2-94,-2-2 0,3 3 1,-2 1-1,2-2-61,2-2 1,0 4 0,0 0 0,0-2-80,0-2 0,2-1 0,1-1 0,3 1-4,3 0 1,-1-6 0,3 1 0,-1 0 21,1-2 1,2 4 0,2-6-98,0 2 0,0-4 0,-1 1-31,1-4 0,-5-1 0,0 0-451,1 0 1,2 0-1,2 0-542,-1 0 0,1-1-266,0-4 0,-5 3 1342,-1-3 0,1-3 0,5 0 0</inkml:trace>
  <inkml:trace contextRef="#ctx0" brushRef="#br0" timeOffset="398">236 236 6560,'0'-15'592,"0"5"3179,0 1-3446,0 5 0,0-1 1,2 10-1,1 5-45,2 3 0,1-3 0,-2 0-90,1 1 0,4 2 1,-2 2-1,-1 0-104,1-1 1,4 1 0,-2 0 0,0-1-73,1 1 1,0 0 0,5 0-130,-1-1 1,-4-6 0,-2-1-258,-1 0 1,4-1 69,-1 4 0,-2 1-2989,2-6 693,-7 0 2598,10-5 0,-4 0 0,5 0 0</inkml:trace>
  <inkml:trace contextRef="#ctx0" brushRef="#br0" timeOffset="714">515 221 8360,'0'-15'-25,"0"7"1,-6-5 542,-4 3 0,2 4-192,-2 1 1,0 5-1,-3 5-163,3 5 0,-1 3 1,4 1-1,-1 1-80,-3 0 0,-1 1 1,1 2-1,1 2-8,-1-2 1,-1 3 0,1-1 0,1-2-37,-1-2 1,3 2 0,-1 0 0,1-3-415,0-2 1,5 3-1,-4-6-754,1 3 1,4-3-682,-3-1 1810,4-5 0,7 2 0,2-6 0</inkml:trace>
  <inkml:trace contextRef="#ctx0" brushRef="#br0" timeOffset="1185">618 45 8093,'0'-15'635,"2"2"0,3 3-415,5 5 0,-2 4 0,2 2 0,-1 4 48,0 5 1,4 1 0,-5 3 0,2-1 13,-1 3 1,0 2 0,2-2 0,-3 2-99,-1 2 1,4 6 0,-3-2 0,0 3-74,-3-3 0,-3 2 0,0-5-99,3 2 1,-4-5 0,4 3-1,-3-1 1,-2 0 93,0-2 0,-5-2 0,0-1 0,0-1-106,-2 1 0,4-2 0,-5-1 0,0-3-258,0 3 0,3 1 0,-5 2-560,-1-1 1,4-4 0,1-2 166,-1-1 0,4-2 1,-5-4 650,1 4 0,-4-3 0,2 4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17.345"/>
    </inkml:context>
    <inkml:brush xml:id="br0">
      <inkml:brushProperty name="width" value="0.06" units="cm"/>
      <inkml:brushProperty name="height" value="0.06" units="cm"/>
      <inkml:brushProperty name="color" value="#004F8B"/>
    </inkml:brush>
  </inkml:definitions>
  <inkml:trace contextRef="#ctx0" brushRef="#br0">133 397 7433,'0'-15'628,"0"5"828,0 1-366,0 5-842,0-2 0,0 7-153,0 4 1,-5 3-1,0 7 1,0 0 0,-1 0 0,4 1 0,-4 2 0,1 1-112,0-1 1,-5-1 0,3-3 0,1 1-88,-1 0 1,-2 0-1,2-2 1,1-2-189,-1-1 0,-3-5 0,4 5-715,-3 1 1,6-3 237,-2 2 0,4-5 768,1 5 0,0-1 0,0 6 0</inkml:trace>
  <inkml:trace contextRef="#ctx0" brushRef="#br0" timeOffset="696">295 162 8471,'-10'-5'0,"2"-2"180,1-1 1,2 3-1,5-5 1918,0-1-874,0 4-1092,0-6 0,0 13 1,2-1-1,1 6 146,2 3 1,7-3 0,-3 4 0,3 3-164,-2 1 0,3-3 0,-4 0 1,4 1-195,2 2 1,0 0 0,0-1 0,-2-3-23,-4 3 1,4-4-1,-3 0-34,3-1 1,-3 2 0,0-2-60,1 1 1,-2-5-1,-1 4 1,0-2-282,0 0 0,-3 0-1400,5-5-1082,0 0 2957,4 0 0,-4 0 0,0 0 0,-7 0 0,4 0 0</inkml:trace>
  <inkml:trace contextRef="#ctx0" brushRef="#br0" timeOffset="1031">662 59 8477,'5'-10'0,"0"0"0,0 0 1265,-5-4-95,0 6-1023,-7 1 0,1 15 0,-4 5 0,3 7 123,1 3 0,3 1 1,-6 6-1,1-1-49,0 0 1,-2 1 0,-3-1 0,2 1-177,1-1 0,0 0 1,-3 1-1,2-2-204,1-4 1,2 2-1,-4-5 1,4 1 8,2-1 1,-4-2-1,5-4-231,2 0 1,-4 0-91,2-1 1,0-4 0,7-2-479,3-1 0,-2-2 1,7-4 948,1 4 0,-4-3 0,-1 4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19.542"/>
    </inkml:context>
    <inkml:brush xml:id="br0">
      <inkml:brushProperty name="width" value="0.06" units="cm"/>
      <inkml:brushProperty name="height" value="0.06" units="cm"/>
      <inkml:brushProperty name="color" value="#004F8B"/>
    </inkml:brush>
  </inkml:definitions>
  <inkml:trace contextRef="#ctx0" brushRef="#br0">43 60 6940,'-9'-15'1123,"-2"5"-629,6 0 0,-1 5-50,1-4-333,3 5 0,-3-2 0,8 7 0,4 3 105,1 1 1,-3 6-1,5-1 1,0 3-48,-2 2 0,8 4 0,-3 2 0,0 2-53,0 3 1,4 2-1,-8 3 1,4 2-77,2 1 0,-2 5 0,-1-1 0,-4 1-111,-2 2 1,4 3 0,-5-8 0,-2 0 102,-1 0 1,-2-2 0,0-5 0,-2 1-4,-3-1 1,2 1-1,-7-3 1,1 0-35,0-3 1,-4-4 0,3 3 0,-1-2 1,1-3 1,-3 3-1,3-1 1,-3-2-158,-1-2 0,4-3 0,0-2 1,0-1-736,2 2 0,-3-4-91,6 2 0,0-6 986,5 6 0,0-6 0,0 2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8:39.764"/>
    </inkml:context>
    <inkml:brush xml:id="br0">
      <inkml:brushProperty name="width" value="0.06" units="cm"/>
      <inkml:brushProperty name="height" value="0.06" units="cm"/>
      <inkml:brushProperty name="color" value="#004F8B"/>
    </inkml:brush>
  </inkml:definitions>
  <inkml:trace contextRef="#ctx0" brushRef="#br0">45 786 11099,'15'-5'0,"-1"0"0,1 2 0,0 1 0,0 1 0,-1-3 0,1-1 0,0 2 0,-1 0 0,1 0 0,0-2 0,-1 1 0,1 3 0,0 1 0,-1 0 0,1 0 0,0 0 0,0 0 0,-1 0 0,1 0 0,-2-2 0,-2-1 0,-1-2 0,2 2 0,1-1 0,1 0 0,1-5 0,0-5 0</inkml:trace>
  <inkml:trace contextRef="#ctx0" brushRef="#br0" timeOffset="831">74 418 6943,'-14'0'-591,"4"0"0,0-1 591,-1-4 0,3 3 1412,-2-3 1718,6 4-1812,-2 1-956,6 0 0,2 0 1,2 0-162,6 0 0,3 0 0,2 0 0,0 0 89,-1 0 1,6 0-1,0 0 1,-2 0-7,-2 0 1,4 0 0,-1 0 0,1 0 0,1 0 1,-5 0-1,5 0-229,1 0 1,-1-5 0,3 0 116,-4 2 1,-4 1-138,-1 2 1,-2-2-425,-3-3-186,3 4-1600,-11-6 839,4 7 0,-6 2 0,2 1 1335,3 2 0,3 7 0,7-4 0</inkml:trace>
  <inkml:trace contextRef="#ctx0" brushRef="#br0" timeOffset="1492">662 565 8839,'-8'-8'222,"3"2"1,10 6-1,5 0 1,3 0-1,2-2 1,-1-1-1,1-2 1,0 2-1,0 1 1,-1 2-1,3 0 1,-1-2-1,0-1 1,-3-2 0,0 2-1,0 1 1,2 2-1,0 0 1,0 0 314,-1 0 0,-1-1-367,-3-4 0,3 3-627,-3-3-488,3 4 0,-3 1-1343,0 0 1160,-7 0 0,5 0 1128,-3 0 0,3 0 0,7 0 0</inkml:trace>
  <inkml:trace contextRef="#ctx0" brushRef="#br0" timeOffset="2450">1280 169 8246,'0'-10'-890,"-2"2"1,-1-1 826,-2 1 0,0 3 260,5-4 1,-5-1 0,0-5 0,2 0 210,1 1 1,-3 4-1,1 0 11,0-1 1,1-1 1421,-2 2-1462,3-3 1,-4 13-243,6 0 1,0 12 0,0 7 0,0-1 57,0-1 0,0 4 0,0 3 0,0 4-25,0 2 0,0-1 0,2-1 1,1-1-19,2 3 0,1-4 0,-2 8 0,0-4 36,0-6 0,2 4 1,-1-5-1,-2 1-91,-1 1 1,3-2-1,0 3 1,-2-3-96,-1-2 0,-2 0 0,1-3 0,3 2 11,1-2 0,-1 3 1,-4-2-1,0-1-183,0-1 1,0-3 0,2 1 0,1 0-588,2 0 0,0-1 34,-5 1 0,2-2 1,1-2-102,2-1 0,6-6 0,-1 0 824,3-2 0,8-2 0,2 0 0</inkml:trace>
  <inkml:trace contextRef="#ctx0" brushRef="#br0" timeOffset="3251">1677 404 7977,'-7'-8'0,"-1"1"-112,0 0 1,0 6-1,3-4 521,-5 3 1,2 4-209,-2 3 1,2 3 0,-4 7 0,4-1-66,2 1 1,-4 1 0,5 2 0,2 2 48,1-2 1,2 3 0,0-1 0,0-2-15,0-2 0,0-1 0,0-1 1,0 1-8,0 0 0,2 0 0,3-1 1,4 1-25,4 0 1,2-7-33,0-3 0,0-4 0,-1-1-85,1 0 0,0 0 0,-1 0 0,1 0-34,0 0 1,-1-5-1,1-1 1,0-2-45,0-4 0,-1-1 1,-1-1-1,-1-1-29,-3 0 0,0 0 0,0 1-6,-4-1 1,-1-5 0,-1 1 0,2-1 0,-2 1 3,-1-1 1,-2 1 0,0 4 0,0 0 16,0 0 1,-2 6 0,-3 0 0,-5 3-12,-3 3 0,-1-4 1,-1 2-1,0 2-170,1 1 1,-6 2 0,0 0 0,2 0-51,2 0 0,-4 5 0,1 0-28,1-2 0,2-1-192,1-2 0,7 7 173,3 2 0,3 4 0,4 0 347,3-3 0,9 3 0,9-4 0</inkml:trace>
  <inkml:trace contextRef="#ctx0" brushRef="#br0" timeOffset="4199">2147 389 8284,'-2'-15'-14,"-3"1"0,2 5 0,-5 3 0,0 1 167,0 0 0,3 0 1,-5 5 64,-1 0 0,-3 0 1,0 2-123,-1 3 0,0 3 0,1 7 0,-1-1 67,0 1 0,1 0 1,-1-1-1,0 3 109,0 2 0,1-2 1,-1 4-1,2-1-53,3-1 1,-1 6 0,4-6 0,1 1 51,-1 1 1,2-5 0,5 4-395,0-4 0,0-1 1,2-2-1,3-2 110,5-1 1,-2-5 0,2 3 0,1-1-216,2-4 0,2-1 0,-1-2 1,1 0 6,0 0 0,1 0 1,2 0-1,2 0 40,-2 0 0,-2-2 0,-3-3 0,-1-3 118,-3 0 1,0-5-1,2 3 1,-3-3-50,-1-2 0,2 1 1,-4-1-1,-1 0-40,-3 0 0,4 6 178,0-1 533,0 0 0,-5 0-416,0 0-60,0 7 0,0 3 12,0 10 0,2 3 0,1 2 0,3-1 3,3 1 0,-5 5 0,5-1 0,-1-1-55,0-1 1,-3 4-1,5 2 1,-1 1-19,0 1 0,2-2 1,-4 3-1,-1-2-69,1 2 1,2-3 0,-4 2 0,0-1 45,2-1 0,-6 3 1,4-6-1,-3-2 274,-2-2 1,0-1 0,-2 0-23,-3-1 0,-3 1 0,-6 0 0,-1-1-160,0 1 0,-1 0 1,-2-1-1,-2 1-60,2 0 1,-3-5 0,1-2 0,1 0-35,-2 0 0,3-5 1,-5 4-1,2-2-110,3 0 0,-4 0 0,3-5 0,1 0 46,1 0 1,-2-5-1,-1-2 1,2 1-307,2-1 0,1-4 1,2 1-1,2-2-128,1 3 1,5-4-1,-3 3-2138,1-3 2636,3 5 0,4-5 0,0 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9:22.073"/>
    </inkml:context>
    <inkml:brush xml:id="br0">
      <inkml:brushProperty name="width" value="0.06" units="cm"/>
      <inkml:brushProperty name="height" value="0.06" units="cm"/>
      <inkml:brushProperty name="color" value="#004F8B"/>
    </inkml:brush>
  </inkml:definitions>
  <inkml:trace contextRef="#ctx0" brushRef="#br0">265 30 7783,'0'-14'547,"-2"5"1052,-3 5-1109,4 2 0,-7 2-471,3 0 1,1 2-1,-4 2 153,2 6 0,-4 3 0,3 2 0,1 0 40,-1-1 1,-4 6 0,1 1 0,-1 1-38,1-1 1,-3 5-1,3-2 1,-3 4-46,-2 2 1,0 1 0,1 1 0,-1 3-75,0-3 0,6 4 0,0-2 0,1-1-75,0-2 0,5-1 0,-2-1 0,3-1 186,2-4 0,0 2 0,2-4 0,3-1 61,5 0 0,-2 0 1,2-3-1,1 2 15,2-2 0,2-2 0,-1-1 0,1-1-37,0 1 0,-5-2 0,-1-1 1,3-3-143,1 3 1,2-4 0,-1 0-137,1-1 0,-5 3 0,0-6 0,-1 1-72,0 2 1,4-5-738,-4 2 0,0 0-442,0 1 0,-4-4-1010,5 4 1597,-7-3 0,6-2 736,-5 0 0,-2 0 0,5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9:34.614"/>
    </inkml:context>
    <inkml:brush xml:id="br0">
      <inkml:brushProperty name="width" value="0.06" units="cm"/>
      <inkml:brushProperty name="height" value="0.06" units="cm"/>
      <inkml:brushProperty name="color" value="#004F8B"/>
    </inkml:brush>
  </inkml:definitions>
  <inkml:trace contextRef="#ctx0" brushRef="#br0">1 91 11274,'0'-15'0,"0"0"0,0 1 0,0-1 0,0 0 0,0 4 0,0 6 0,0 10 0,0 6 0,0 4 0,0 1 0,0 2 0,0 4 0,0 0 0,1 5 0,3 0 0,1 3 0,-2-1 0,-2 1 0,-1-1 0,0 2 0,0 2 0,0 1 0,0-1 0,0-2 0,0-2 0,0 0 0,2-1 0,1-2 0,2-3 0,-2-2 0,-1-3 0,0-1 0,1-3 0,2 1 0,0 0 0,0-1 0,1 0 0,1-3 0,1-3 0,0-1 0,4-6 0,-1-4 0,0-7 0,-2-3 0,-1-2 0,-2 1 0,1-3 0,-2-1 0,0-3 0,1 0 0,1-2 0,-1 0 0,-1-1 0,0 1 0,2 3 0,-1 4 0,1 1 0,-2 1 0,1 1 0,2 1 0,2 4-57,0 1 0,-5 3 0,3 5 0,0 4 231,0 5 0,0 3 0,4 2 51,-2-1 1,-6 3-93,6 2 0,-5-2 0,3 2 0,1-1-28,-1 2 1,0-4 0,3 4-1,-3-4 130,-1-1 1,3 4 0,-4 1-90,2-2 1,-3-2 0,4-1 0,-3 0-127,-3-1 0,4-4 0,-1 0-257,3 1 1,-6-3 0,3 1 0,-1-1-348,0 0 0,0-3 0,-5 5-9,0 1 1,5-3 592,0 2 0,0 0 0,-5 5 0</inkml:trace>
  <inkml:trace contextRef="#ctx0" brushRef="#br0" timeOffset="1839">780 414 6057,'0'-8'1079,"0"2"0,-2 6-232,-3 0-547,4 0 1,-12 0-78,3 0 0,2 6 0,-1 4-82,3 3 0,-4 2 1,4-1-1,-1 3 1,-1 2 16,0 6 0,0 1 0,-4 0 0,2-2-175,-1 3 1,-1 5 0,1 3 0,3-4 115,1-5 0,-3 0 0,6-5 0,0 0 73,3 1 0,1-3 0,0-4 0,1 0-14,4-1 1,-2-1 0,7-1 0,0-2-14,-2 1 1,5-3-1,-1 0 1,4 1-71,4-1 0,1-5 0,-3 2 0,3-4-76,2-1 0,0 0 0,1 0 7,-4 0 0,1-1 1,0-4-1,2-5 1,2-3 33,-2-2 0,3 1 1,-7-1-1,-1 0-1,-1 1 0,-3-1 1,1 0-1,0 0 77,-1 1 0,-4-1 1,-2-1-1,-1-2-44,-4-2 0,-1-4 0,-2 2 0,0 0-5,0-5 1,0 5-1,-2-3 1,-3-1-205,-4-2 1,-5-1 0,0 1-1,-3 2-256,-2 1 1,-2 3 0,-6-3 0,3 5 155,-2 4 0,0 6 1,0 2 28,1 2 0,1 1 1,-4 5-1,2 0 1,3 0-128,2 0 1,1 6 0,5 4-72,1 3 0,1 2 0,3 0 0,5 1-111,3 3 1,2-2 0,0 2 0,2-2 516,3-3 0,3 8 0,7 0 0</inkml:trace>
  <inkml:trace contextRef="#ctx0" brushRef="#br0" timeOffset="2302">706 664 8184,'-10'0'406,"1"0"0,5 2-22,0 3 1,4-4 0,4 4-152,6-3 1,3-2-1,2 1 1,1 3 14,4 1 1,-4-1 0,5-4 0,1 0 4,2 0 0,-3 0 0,1 0 1,-3 0 51,1 0 1,1 0 0,-3 0-150,2 0 1,-1 0-1,-4-1-754,0-4 1,-6 3-1443,1-3 653,-6 4 1,2 2 1386,-6 4 0,0-3 0,0 4 0</inkml:trace>
  <inkml:trace contextRef="#ctx0" brushRef="#br0" timeOffset="4606">1529 135 6431,'-9'0'516,"-1"0"1,5 0 130,-5 0-429,7-7 1,-5 6 0,4-3-46,0 8 1,-3-3 0,4 6 0,-2-1 34,2 4 0,-4 3 1,2 2-1,0 0-27,-1-1 1,2 3 0,-4 1 0,0 3-80,0 2 0,0 1 0,-4 6 0,4-1-125,2 1 0,-1-6 0,4 1 0,-2-1 117,2-1 1,1 3-1,2-5 1,2 0 9,3 1 0,-2-3 0,7-4 0,-1 0-30,0-1 1,4 1 0,-4 0 0,5-1-6,0 1 0,1-2 0,0-1 0,-1-4 7,1-2 1,0 4 0,-1-5 0,1 0-106,0 2 0,0-4 0,-1 5-314,1-2 1,0-1-317,-1-5 1,1 0-322,0 0 1,-1 0 270,1 0 0,-5 0 0,0 0 709,1 0 0,-4 0 0,-1 0 0</inkml:trace>
  <inkml:trace contextRef="#ctx0" brushRef="#br0" timeOffset="5086">1706 311 8217,'-15'8'51,"5"-1"1478,1-7-342,-1 0-846,2 0 0,1 7 0,9 2-84,3 4 1,1 2 0,6 0 0,-3-2-32,3-3 1,1 3 0,3-3 0,2 3-95,2 1 1,4 1-1,-4 0 1,-2-1-255,-2 1 0,0 0 0,2-1 0,2 0 145,-2-5 1,-2 4 0,-1-4-1,-2 0-87,-3 1 1,3-2-1,-3 4-578,3-2 0,1-1-211,1 6 0,-5-2-1323,0-3 358,-7 3 1818,4-11 0,-7 4 0,0-6 0</inkml:trace>
  <inkml:trace contextRef="#ctx0" brushRef="#br0" timeOffset="5386">2044 253 8215,'-15'0'713,"0"1"-524,1 4 1,1-2 0,1 9 0,4 2 0,2 4 1,-6 7-1,2-4 1,-3 0-66,-1 1 0,-1 4 1,0-3-1,1 1-205,-1 1 0,2-3 0,1 3 0,3-4-149,-3 0 0,4-4 1,0 2-1,0-2-311,-1-3 1,6 1-277,-2 0 0,4-5 816,1-1 0,0 1 0,0 5 0</inkml:trace>
  <inkml:trace contextRef="#ctx0" brushRef="#br0" timeOffset="5849">2161 76 8060,'9'-6'829,"4"6"-474,-3 0 0,1 8 0,0 10 0,-1 3-167,2 2 1,-4 0 0,0 4-1,0 1-98,0 3 1,-3 2 0,3-2 0,-1 2-112,-4 1 1,-1 0 0,-2-4 0,0 1-24,0 3 0,0-3 0,-2 2 0,-1-6-2,-2-2 1,-5-6-1,4 4 1,-1-1-23,1-4 0,-4-2 0,3-1 1,1-1-206,-1 1 1,-3 0 0,4-1-579,-2 1 1,3-5-159,-5 0 1009,7-7 0,-17 3 0,4-6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19:48.769"/>
    </inkml:context>
    <inkml:brush xml:id="br0">
      <inkml:brushProperty name="width" value="0.06" units="cm"/>
      <inkml:brushProperty name="height" value="0.06" units="cm"/>
      <inkml:brushProperty name="color" value="#004F8B"/>
    </inkml:brush>
  </inkml:definitions>
  <inkml:trace contextRef="#ctx0" brushRef="#br0">103 89 7155,'-14'0'-426,"4"-2"1,2-3 1024,1-5 0,-3 2-301,6-2 0,-6 5 0,3-3 695,-1 2-499,5-6 1,-5 9 346,3-7-239,3 7-387,-4-4 0,7 7-303,4 0 0,-2 5 1,7 2-1,0 1 178,-2 3 1,5 3 0,-3 0 0,1 3 21,-1 2 0,3-2 0,-3 4 0,2-2-44,-3 1 1,3 6-1,-6-3 1,2 1-42,4 1 0,-4-1 0,0 6 0,-1-1-35,-4 1 1,4-1-1,-3-1 1,0-2-31,-3-2 1,4-4-1,0 3 1,-2 0 82,-1 0 1,3-4 0,0 4 0,-2-2-6,-1-3 0,-2 5 0,0 0 1,0 2 23,0-1 0,0-4 0,-2 2 0,-1 1-51,-2 0 1,-6-3 0,2 4 0,0 1-60,-1-2 0,5 0 0,-5-6 1,0 3 1,2-2 0,-5 3 0,5-1 0,-2-2-26,0-2 0,5-1 0,-3 0 0,0-1-73,0 1 0,5-5 1,-4 0-141,1 1 1,4-3-432,-3 2 449,3-7 0,2 5-214,0-3 283,0-3 0,0 6-654,0-3 125,0-3 1,0 6-316,0-3 1040,0-4 0,7 6 0,1-7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1:53.684"/>
    </inkml:context>
    <inkml:brush xml:id="br0">
      <inkml:brushProperty name="width" value="0.06" units="cm"/>
      <inkml:brushProperty name="height" value="0.06" units="cm"/>
      <inkml:brushProperty name="color" value="#004F8B"/>
    </inkml:brush>
  </inkml:definitions>
  <inkml:trace contextRef="#ctx0" brushRef="#br0">425 427 6974,'0'-14'-346,"0"4"1,0 0 588,0-2 1,-4-1 665,-1-1 1,0 4-259,5 0 1,-5 0 101,0-4-656,0 5 1,3 8 0,-1 7 59,-2 3 0,0-5 0,5 6 0,0 2 50,0 1 0,0 1 1,0 3-1,0 1-35,0 1 0,0 6 1,0-4-1,0 2-28,0 3 0,2-3 0,1 1 0,2 1-9,-2-2 0,4 5 1,-2-4-1,-2 2-184,-1-1 0,-1 2 1,3-2-1,1 1 75,-2-1 1,-2 1 0,-1-7 0,0-1 69,0-1 0,0-3 0,0 1 0,0 0 83,0-1 0,-4 1 0,-3 0-12,-1-1 0,3-4 0,-5 0-84,-1 2 1,-2-4 0,-2 0-130,0-2 1,1-1 0,-3-3-1,-1 1 1,-1 2-6,1-2 0,0-1 0,0-2 0,-2 0-322,2 0 1,0-5 0,0-1 0,-1-3 30,1-2 1,-4 3 0,5-2-1,2 0-276,3 2 0,3-3-780,-6 6 555,7-7 1,3 17-95,10 0 0,3 5 937,7 0 0,-1 3 0,1-5 0</inkml:trace>
  <inkml:trace contextRef="#ctx0" brushRef="#br0" timeOffset="1726">881 16 6733,'-6'-9'481,"2"3"37,-5 6-279,5 0 1,-7 2-1,4 2-67,-1 6 1,3 8-1,-3 2 1,2-2 123,2-2 0,-2 4 0,-1 1 0,1 2-72,-1 3 1,-3 2 0,5 1 0,1-1-77,-3-4 0,5 6 0,-4-2 0,1 4-6,0 1 0,0 3 0,3 0 0,-1 0-148,-2 0 1,0 3 0,5-3 0,0 0 129,0 0 0,0-2 1,0-6-1,0-2 38,0-2 0,0-6 0,0 3 1,0-1-28,0 0 0,0-1 0,0-4 1,2 0-21,3-1 0,-3 1 1,4 0-1,-1-1-12,0 1 1,5-5 0,-4-2 0,2 0-181,4 0 1,-4-3 0,2 4-103,1-3 1,2-1-1,2-5-394,0 0 1,-5 0-3444,-1 0 4016,1 0 0,-2 7 0,-1 1 0</inkml:trace>
  <inkml:trace contextRef="#ctx0" brushRef="#br0" timeOffset="2903">1072 324 8047,'0'-14'0,"0"-1"0,0 0 0,-1 1-18,-4-1 1,3 0 0,-4 0 468,-1 1 1,0-1 0,-4 2 103,1 3 1,5 4-493,-4 6-36,5 0 51,-2 6 38,6-4 0,0 11 1,0-3-6,0 3 1,0 3-1,1 2 1,3 3 11,1 2 1,4 0 0,-2 3 0,-1-1 120,1 1 1,3 2-1,-5 3 1,0 1-109,1 3 0,-4-1 1,3-5-1,-4 1-87,-1-1 0,5 0 1,0-1-1,-2-2 54,-1-1 1,3-7 0,0 1 0,-2-2-6,-1-3 1,-1-4 0,3 0 39,0 1-237,1 2 71,2-4-342,-6-3 314,6-6 0,0 0 0,2-1-154,4-4 0,-3-4 0,0-5 0,0-1-67,-2 0 0,5 1 0,-3-3 0,3-1 24,2-1 1,-6-6 0,0 6 0,-1-1 91,0-1 1,-3 5-1,5-4 146,1 4 0,-3 6 407,2 0 1,-5 7-85,5-2 1,-5 10-172,4 5 0,-4 3 1,3 1-1,1 1 1,-3 0 4,1-1 0,2 1 1,-2 0-1,0 1 85,-1 4 1,4-4 0,-4 4 0,1-4-33,-1-1 0,1-1 0,-4 1 0,4-2-70,1-3 1,-3 3 0,3-3 0,0 1 66,0-1 0,-3 3 0,3-3-187,-1 3 0,3 2 0,-4-2-685,2-3 0,-4-2-1070,1-3 241,3 3 1,-7 2 1508,4-1 0,-3 1 0,-2 5 0</inkml:trace>
  <inkml:trace contextRef="#ctx0" brushRef="#br0" timeOffset="4820">1866 692 8204,'-15'0'-199,"5"0"0,1 0 472,-3 0 0,-1 6 0,0 4-46,3 3 0,-3 2 0,5 1 0,-2 2-79,0 2 0,6 4 1,-5-2-1,3-1-1,3 0 1,1 3-1,2-4 1,0 0-51,0 1 0,0-5 0,0 4 1,0-2-43,0 1 1,0-2 0,2 2-1,2-2 77,6-3 0,-2 1 0,2 0-74,2-1 1,1-4-1,0 0 1,-2 0-1,-1-2 25,1-3 1,3 1 0,0-1 0,1 0-71,0 2 1,-1-6-1,1 4 1,0-3 9,-1-2 1,1 0-1,0 0 1,0-2-28,-1-3 1,1 2-1,-2-7 1,-2 1 18,-1 0 1,0-4 0,3 4 0,-1-3-19,-3 2 0,0-3 0,2 3 0,-3-3-23,-1-1 0,2-1 0,-4 0-122,-1 1 92,-3-8 1,-1 6-1,0-5-43,0 0 1,0 3 0,-1-5 0,-3 0 0,-2 2-20,-2-1 1,-4 3 0,-6 2 0,-1 1-84,1 1 0,-5-3 0,-2 9 1,-1-3-10,2 2 1,-4 4-1,3 6 1,-1 0 32,2 0 1,-2 0 0,6 2-1,2 1-37,2 2 0,1 4 0,0-2-350,1 1 1,5 2 70,5 5 0,2-1 493,2 1 0,13 0 0,3-1 0</inkml:trace>
  <inkml:trace contextRef="#ctx0" brushRef="#br0" timeOffset="5286">1748 956 8204,'-9'10'-460,"-1"0"1966,0-7-1180,2 4 0,3-7 0,10 0 0,5 0-84,3 0 1,1 0 0,1 0-1,1 0 49,4 0 0,-2 0 0,5 0 1,0 0-13,0 0 1,-5 0 0,1 0 0,-3 0-51,-1 0 1,0 0 0,0 0 0,-2-2-165,-4-3 1,4 4 0,-3-4-117,3 3 0,-3 2 0,0-2-177,1-2 1,-2 2 0,0-3-277,3 3 1,-4 2 0,2 0-253,1 0 1,-3 0-1689,2 0 505,-7 0 1939,4 7 0,-7-5 0,0 4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2:01.140"/>
    </inkml:context>
    <inkml:brush xml:id="br0">
      <inkml:brushProperty name="width" value="0.06" units="cm"/>
      <inkml:brushProperty name="height" value="0.06" units="cm"/>
      <inkml:brushProperty name="color" value="#004F8B"/>
    </inkml:brush>
  </inkml:definitions>
  <inkml:trace contextRef="#ctx0" brushRef="#br0">89 59 7111,'-9'0'740,"-2"2"0,4 1-516,-1 2 0,5 1 1,-4-2-1,3 2 62,-1 2 0,-5 2 0,5 5 1,0-1-86,-2 1 1,6 0 0,-4 1-1,3 2-66,2 2 1,0 6-1,0-3 1,0 1-67,0 1 1,0-6-1,0 4 1,0 0-57,0 0 1,0-5-1,0 1 1,2-2 49,3-3 1,-4 1-1,6 0 40,0 0 1,1-1-1,6 1-112,1 0 0,-5-6-83,0 1 1,0-5-1,4 3-207,1-1 1,0-2 0,-1-5-55,1 0 0,0 0 0,-1 0-165,1 0 1,0 0 0,0 0-649,-1 0 0,1 0 1166,0 0 0,-1 0 0,1 0 0</inkml:trace>
  <inkml:trace contextRef="#ctx0" brushRef="#br0" timeOffset="401">250 309 8172,'-8'-8'1601,"-5"-5"0,13 16-1394,0-3 0,2 10 0,7-1 1,3 4 22,1 2 1,2-5-1,-1 0 1,1 1 12,0 2 1,-1 2 0,1-2 0,0-2-84,0-1 0,-1 0 0,1 5 0,0-2-138,-1-3 1,1 3-1,0-5 1,-2 2-227,-3-1 1,3-5 0,-5 2-1,2-1-176,-1 0 1,0 2-1,2-4-607,-1 2 1,-5 0-518,4-5-1040,1 0 2544,-2 0 0,-8-7 0,-8-1 0</inkml:trace>
  <inkml:trace contextRef="#ctx0" brushRef="#br0" timeOffset="691">485 235 8172,'2'0'124,"-4"7"1,-12 3 48,-1 3 0,5 6 0,0 3 1,1-1-83,0 0 1,-4 3 0,4-2 0,-4-1-25,-2 0 0,0 0 1,0-3-1,1 2-103,-1-2 1,5-3 0,2-4-377,2-1 0,1-5 232,5 5 0,1-7-633,4 2 1,3-4 812,7-1 0,0-6 0,-1-2 0</inkml:trace>
  <inkml:trace contextRef="#ctx0" brushRef="#br0" timeOffset="1123">574 15 8258,'6'-8'550,"-3"1"0,7 7-306,2 0 0,1 7 0,1 2 275,1 5-357,0 7 0,-2-5 1,-2 5 61,-1 1 1,0-1 0,5 5 0,-1-2 0,1 1 14,0-2 0,-6 5 1,0-4-1,-1 2-105,0-1 1,-5 2-1,2-2 1,-2 1-84,2-1 1,-3 1 0,3-7 0,-4-1 1,-1-1 0,0 2 0,0 1 0,-1-2 24,-4-2 0,2-1 1,-5-1-1,-1 1-186,1 0 0,3-2 0,-3-2 1,0-1-1200,0 2 1,3-4-242,-5 2 1,2-6 1548,-2 6 0,-3-6 0,5 2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2:04.868"/>
    </inkml:context>
    <inkml:brush xml:id="br0">
      <inkml:brushProperty name="width" value="0.06" units="cm"/>
      <inkml:brushProperty name="height" value="0.06" units="cm"/>
      <inkml:brushProperty name="color" value="#004F8B"/>
    </inkml:brush>
  </inkml:definitions>
  <inkml:trace contextRef="#ctx0" brushRef="#br0">162 435 6808,'8'-6'1060,"-1"4"0,-7-6-781,0 3 0,0 5-217,0 0 0,0 6 0,0 9 175,0 0 1,0 0 0,-2-1-134,-3 1 0,-3 3 0,-5-2 1,2-1-38,1 3 0,0-5 0,-5 3 1,1-4-96,-1-1 0,0 2 0,0 0 0,2-1-257,4-2 0,-3-6 0,7 6-1218,2 2 779,1-6 0,4 1 281,3-7 1,3 0 442,7 0 0,-1 0 0,1 0 0</inkml:trace>
  <inkml:trace contextRef="#ctx0" brushRef="#br0" timeOffset="567">383 185 8102,'-7'-14'1208,"-3"-1"-129,-3 0-600,5 7 0,1 3-179,7 10 0,7 3 0,3 7-84,3 0 0,3-2 0,2-2 0,2-1-129,-2 1 0,-2-3 1,-1 2-1,-1 0-4,1-2 1,-2 5 0,-1-5 0,-3 2-46,3 0 0,1-7 0,0 4 0,-2-2-187,-1 0 1,-2 1 0,4-3-1,-2 2-506,1-1 0,-3-3 0,2-1-178,1 0 1,3 0 0,0 0-148,1 0 1,-5 0 979,0 0 0,-7 0 0,10-6 0,-5-2 0</inkml:trace>
  <inkml:trace contextRef="#ctx0" brushRef="#br0" timeOffset="889">765 24 8140,'0'-15'415,"0"7"0,-5 8 0,0 10 0,2 3-195,1 1 0,-3 6 0,0 1 0,2 2 21,1 3 1,-3 2 0,-1 1 0,-1 1-44,1-1 0,-6 5 0,4 1 1,-2-3-101,1-1 1,-1-1 0,-5-2 0,2-2-141,3-2 1,-1-1 0,4 2 0,1-6 107,-1-3 0,2-1 0,5 0 0,-1-2-362,-4-3 1,3 3 0,-3-3-390,4 3 0,2-5 0,3-2-93,0 1 0,8-5 1,-2 2 777,3-2 0,1-2 0,1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2:18.151"/>
    </inkml:context>
    <inkml:brush xml:id="br0">
      <inkml:brushProperty name="width" value="0.06" units="cm"/>
      <inkml:brushProperty name="height" value="0.06" units="cm"/>
      <inkml:brushProperty name="color" value="#004F8B"/>
    </inkml:brush>
  </inkml:definitions>
  <inkml:trace contextRef="#ctx0" brushRef="#br0">59 102 7946,'-5'-10'-870,"0"0"1,-2 6 1127,3-6 1,2 5 0,-5-3 0,3 0 138,-1-1 1,0 4 375,5-4 113,-7 5-356,6-9-547,-6 12 0,7-4 148,0 10 0,0-2 0,2 7 0,1 1-1,2 2 1,5 2 0,-4 1 0,1 2-8,-1 2 0,6 4 1,-4-2-1,2-1-12,-1 0 1,-4 5-1,5-1 1,0 2-44,-2 3 0,5-2 1,-5-2-1,0-2-53,-3 2 0,2 2 0,-1 2 0,1-1 5,0 0 1,-1 1 0,-3-1 0,2 0 23,-2 1 1,-1-1 0,0 1 0,1-3 12,2-2 0,0 1 0,-5-5 0,0 1 24,0-1 1,0 3 0,0-4 0,0-1 2,0 3 1,-2-6-1,-1 5 1,-2-1-31,2-1 0,-1 1 0,1-5 0,-2-1-43,2 1 0,0-5 1,0 0-1,-2 1-20,1 2 1,-2-3 0,1 0-1,0 0-8,-2-2 0,4 5-138,-7-3 0,6 1 0,-5 1-356,3-3 1,-1-5-1046,2 1 166,4-4 984,-6-1 0,9 0 0,3 0-454,5 0 0,-2 0 860,2 0 0,-1-6 0,6-3 0</inkml:trace>
  <inkml:trace contextRef="#ctx0" brushRef="#br0" timeOffset="1970">500 808 8032,'1'-9'484,"4"5"-359,5 2 1,3 2-1,2 0 1,0 0 39,-1 0 0,1-5 0,0 0 0,1 2-13,4 1 1,-2 2 0,4 0-1,0-1-47,-4-4 0,3 3 0,0-3 1,0 3-24,1 2 1,-3 0 0,-4 0 0,0 0-23,-1 0 0,1 0 1,0 0-1,-1-1-17,1-4 0,0 3 0,-1-3-13,1 4 0,0 1-135,0 0-257,-1 0-382,1 0-110,-7 0 52,-1 0 19,-7 0 457,0 0 0,-7 0 0,-1 0 1</inkml:trace>
  <inkml:trace contextRef="#ctx0" brushRef="#br0" timeOffset="2637">382 484 7048,'-6'8'855,"4"-1"-725,-5-14 1,9 6 0,3-6 18,5 1 0,3 4 0,2-3 1,-1 4 3,1 1 0,1-2 1,2-1-1,4-2 29,0 1 1,-2 3-1,4 1 1,1-2-33,-2-3 0,3 4 0,-5-4 0,0 3-47,1 2 0,2 0 0,-4-2 0,-1-1-2,3-2 1,-4 0 0,4 5 0,0 0-88,-4 0 1,-2-4 0,-1-1 0,-1 1-51,1 3 1,-5 1-198,0 0 158,-1 0-504,0 0 1,-1 0-523,-3 0 454,-4 0 1,7 0 296,-3 0 1,-1 0 0,4 1 0,0 3 349,0 1 0,2 6 0,5-3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2:22.100"/>
    </inkml:context>
    <inkml:brush xml:id="br0">
      <inkml:brushProperty name="width" value="0.06" units="cm"/>
      <inkml:brushProperty name="height" value="0.06" units="cm"/>
      <inkml:brushProperty name="color" value="#004F8B"/>
    </inkml:brush>
  </inkml:definitions>
  <inkml:trace contextRef="#ctx0" brushRef="#br0">9 589 7689,'-8'-7'324,"8"5"-172,10-2 0,-2 2 0,2 2 0,1 0 33,2 0 0,2 0 0,0 0 1,-1-2 6,1-3 0,0 4 1,1-4-1,2 3-61,2 2 0,-1 0 0,-4 0 0,0 0-33,-1 0 1,1-5-1,0 0 1,-1 2-43,1 1 0,0 2 0,-1 0 0,1 0-60,0 0 1,-1-1 0,1-2 0,0-2-20,0 1 1,-6 3 0,1 1 0,0-2-61,-2-3 1,5 4-102,-3-4 0,1 1-311,-1 0-930,3 2 527,-11-5 1,4 9 336,-6 3 1,0-2 560,0 7 0,-6 0 0,-2 4 0</inkml:trace>
  <inkml:trace contextRef="#ctx0" brushRef="#br0" timeOffset="788">744 192 8104,'-5'-15'-988,"-1"0"780,-3 1 0,6-1 0,-3 0 0,1 1 703,0-1 1,-2 0-1,4 0 635,-2 1-288,0-1-198,5 0-662,0 7 187,0 2 0,2 17-63,3 4 1,-2 3-1,5-2 1,0 2 72,0 2 0,-3 4 1,4-3-1,-1 2-19,0 3 1,-3 2 0,3 0 0,-2-2-43,-2-1 1,2-1 0,1 5 0,-1 1-103,1-1 1,-1-4 0,-2-1 0,2 1-15,2-2 0,-4 4 1,2-4-1,-1 2 19,0-1 1,5-6 0,-5 2 0,0-2 14,1 1 1,-3-2-1,6 2 1,-3-2-4,-3-3 1,4-4-1,-2 0 1,0 0-35,1-2 1,-3 5-106,7-3 1,-5 1-144,5-1 0,-7-2-525,2-3 1,-2-3-203,2 3 1,3-5 204,7-5 1,0 3 0,0-5 770,-1 1 0,1-2 0,0-7 0</inkml:trace>
  <inkml:trace contextRef="#ctx0" brushRef="#br0" timeOffset="1724">1347 456 7128,'-7'-8'-182,"-3"3"0,2 4 608,-2 1 0,2 1 0,-3 3-258,1 0 0,5 8 0,-3-2 0,0 3 4,0 1 0,4 1 1,-2 0-1,1-1-4,0 1 0,0 5 1,5-1-1,0-1-66,0-1 1,0-3-1,0 1 1,2 0-2,3-1 1,-2 1 0,7 0-17,1 0 1,2-2 0,2-2 3,0-1 1,-1-5 0,1 3 0,0-2 5,-1-2 0,1-3 0,0-1 0,-1 0-58,1 0 0,0 0 1,0-1-1,-1-4-62,1-5 1,5 2 0,-1-2 0,-1-1-37,-2-2 0,-1 3 1,0 0-1,-2-1 24,-3-3 1,3 0 0,-5-1 13,0 0 1,-1 1 0,-7-1-1,0 0-10,0 1 0,0-1 0,-2 0 1,-3 0-125,-5 1 0,-3 1 0,-3 1 1,-2 2 51,-2-1 1,-4 3 0,3 0-1,-1 1-7,1 4 0,-3 1 1,4 2-1,0 0-50,-1 0 1,5 0 0,-4 0-1,4 0-128,1 0 0,5 0 0,2 2-320,2 3 1,1-2 291,5 7 0,1-7 0,4 2 318,5-3 0,3 4 0,2 2 0</inkml:trace>
  <inkml:trace contextRef="#ctx0" brushRef="#br0" timeOffset="3218">1979 691 7816,'0'-14'-802,"0"-1"0,0 5 1150,0 0 1,0 6-47,0-6 1,-2 0-133,-3-5 0,4 5 1,-4 1-2,3-3 1,-3-1-1,0-2 1,0 2-27,-1 4 1,2-4 0,-4 3-1,0-2 26,0 3 1,3-3 0,-3 6 0,0-1 64,0 1 1,3-4-1,-5 5-99,-2 2 0,-1 1 1,-1 2-121,-1 0 1,5 2 0,0 1 0,-1 3 25,-2 3 0,0 0 0,1 4 0,3-1 60,-3-2 1,4-1-1,-2 6 1,-1 1-2,-2 4 0,3-4 0,2 4 1,1-4 25,4-1 1,-4 0-1,3-1-118,0 1 0,3 0 0,2-1-12,4 1 0,-2-5 1,7 0-25,2 1 0,1-4 0,0-1 1,-2-1-61,-1 0 0,0 0 1,5-5-1,-1 0 5,1 0 0,0 0 0,1 0-37,4 0 0,-4-5 1,3-1-1,-2-1 35,-3 0 0,1 1 0,0 3 0,-2-4-9,-3-1 0,1 3 0,-4-3 0,-1 0 15,1 0 1,3 3 0,-6-5-1,1 0 117,2 2 0,-4-5 30,7 3 0,-7 2-6,2-2 0,-3 0-32,-2-4 0,0-1-7,0 0-36,0 7 32,0 1 61,0 7 0,-2 7 0,-1 3-35,-2 3 0,0 2 0,5-1 1,0 3 65,0 2 0,0-2 0,0 2 0,2-1-74,3 2 0,-4-2 1,6 5-1,-2-1-31,0 1 0,4-3 0,-2 3 0,-1 0-8,1-1 0,3 1 1,-5 3-1,0-3-12,1-1 1,-3 2 0,6-4-1,-3-2 30,-3-2 0,1-1 0,-1-1 1,2 1 55,-2 0 1,-1-1-1,-2 1 58,0 0 0,0-5 1,-2-2 42,-3-2 0,2 4-161,-7-5 0,0 5 0,-4-5 0,-3 0-92,-2 1 0,1-4 0,-5 4 0,0-1 19,0 0 0,0 0 0,-3-5 0,2 0-250,-3 0 1,1 0-1,0 0 1,2 2 134,-2 3 1,4-4-1,3 4 1,2-3-105,3-2 0,-1 0 0,0 0-88,1 0 0,4 0-641,0 0 317,7 0 0,-2 0 692,10 0 0,3 6 0,7 2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2:44.072"/>
    </inkml:context>
    <inkml:brush xml:id="br0">
      <inkml:brushProperty name="width" value="0.06" units="cm"/>
      <inkml:brushProperty name="height" value="0.06" units="cm"/>
      <inkml:brushProperty name="color" value="#004F8B"/>
    </inkml:brush>
  </inkml:definitions>
  <inkml:trace contextRef="#ctx0" brushRef="#br0">309 0 6937,'-10'0'991,"0"0"-767,7 0 1,-5 0-29,3 0 0,3 2 100,-3 3 0,-3-2-59,-1 7 1,0-7-1,1 3 87,2 1 0,-1-4 0,2 7-88,-5 1 1,2 1 0,-2-1 0,1-1 9,0 2 1,-4 2 0,5 4 0,-2 3-93,1 2 1,1 2 0,-4 4 0,2 1-109,-1-1 1,-1 5 0,1 2 0,1 0-25,-1 0 0,3 5 1,-1-2-1,3 2-238,3-2 1,-4 2-1,2-7 1,2-1 322,1-2 1,2-2 0,0 1 0,2-2 23,3-4 1,-2-1 0,7-5-1,1 1 299,2-1 0,2 0 0,0 0 0,-1 2-205,1-2 0,0-7 0,0-1-180,-1 2 0,1-1 0,-2 0 0,-2-2-402,-1-3 0,0 4-595,5-5 1,-5 5-2876,-1-5 2605,-5-1 0,4-4 1222,-3 0 0,-4 0 0,6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3:08.525"/>
    </inkml:context>
    <inkml:brush xml:id="br0">
      <inkml:brushProperty name="width" value="0.06" units="cm"/>
      <inkml:brushProperty name="height" value="0.06" units="cm"/>
      <inkml:brushProperty name="color" value="#004F8B"/>
    </inkml:brush>
  </inkml:definitions>
  <inkml:trace contextRef="#ctx0" brushRef="#br0">59 163 7777,'0'-15'-486,"0"0"0,-2 5 0,-1 1 1479,-2-3 0,-1-1-313,1-2 1,2 2 0,-6 2 178,3 1 0,-1 2 1,4-4 869,-2 3-1225,0 5-514,5-2 1,0 7 0,0 4 0,0 5 79,0 3 1,0 4 0,0 1 0,0 1-90,0-1 1,0 5 0,0 1 0,0 4 151,0 2 1,0-6 0,0 1 0,0-1-23,0-1 1,5 5-1,0-5 1,-2-1-97,-1-2 0,0 1 0,1-1 1,2-2-82,-2-2 1,0-1 0,1 0-112,0-1 0,1 1 0,-5 0-407,0-1 0,5-4 154,0 0 1,0-5-847,-5 5 0,0-5 421,0 4 0,0-4 0,-2 5-939,-2 2 1794,2-6 0,-11 7 0,5-5 0</inkml:trace>
  <inkml:trace contextRef="#ctx0" brushRef="#br0" timeOffset="1023">294 383 6814,'-10'0'891,"1"0"-409,5 0 1173,-2 0-624,6 0-642,0 0 0,6 0-93,4 0 1,3 0 0,4 0 0,1 0-49,1 0 1,2-2 0,-3-1 0,4-2-51,0 2 1,1-4 0,3 1 0,-3-1 11,-1 1 0,-1-1 1,-3 4-1,1-2 70,-1 2 0,-1 0 0,-3-1-172,1-1 0,0 0 1,-1 5 76,1 0-605,-7 0-302,-1 0-219,-7 0-908,0 0 1,0 7 0,0 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3:16.281"/>
    </inkml:context>
    <inkml:brush xml:id="br0">
      <inkml:brushProperty name="width" value="0.06" units="cm"/>
      <inkml:brushProperty name="height" value="0.06" units="cm"/>
      <inkml:brushProperty name="color" value="#004F8B"/>
    </inkml:brush>
  </inkml:definitions>
  <inkml:trace contextRef="#ctx0" brushRef="#br0">45 185 7156,'0'-15'0,"0"1"0,-2-1-37,-3 0 1,4 1-1,-4-1 1,1 0 312,-1 1 0,4-1 171,-4 0 0,2 2 605,-2 3-307,3 4-472,-4-1-143,6 6 1,0 1 0,0 9 25,0 4 1,0 2 0,0 0 0,0 0 36,0-1 1,0 6-1,0 1 1,0 2-44,0 3 1,0 2 0,0 1-1,0 1-15,0-1 0,1 0 1,2 1-1,2-1-137,-1 1 1,-3 1-1,-1 1 1,0 1-29,0-5 0,0 1 0,2-6 0,1 1 77,2 1 1,0-7-1,-3 3 1,1-1 22,2-1 0,0 1 0,-4-7 1,3-2-27,0-1 1,1 0-160,-5 5 1,2-7-96,3-3 289,-3-4 0,4-2-182,-6-4 1,2-2 0,1-4 0,2 1 25,-2-1 0,-1-4 1,-2-3-1,0-3-275,0-2 1,0 0 0,0-3 0,1 1 110,4-1 1,-3 3-1,3 1 1,-4-1 1,-1 0 1,5 5 0,0-2 431,-1 4 1,2 6-88,-1 0 1,2 7-38,-3-2 0,5 4 0,5 1-48,1 0 0,0 5 0,-2 1 0,-2 2 20,-1 4 0,0-4 1,3 2-1,-2 1-2,-1 2 0,-2 2 0,4-1 0,-4 3 59,-2 2 0,4-2 1,-5 4-1,0-1 6,2-1 1,-6 7 0,4-3 0,-3 2 102,-2-1 1,0-4-1,0 3 1,0-2-93,0-3 0,0 3 0,0-1 0,0-2-54,0-2 0,1-1 1,3-1-1,0 1-88,0 0 1,2-5 0,1-1-191,1 3 0,0-4 0,4 0 0,-3-1-279,3-4 0,-4-1 1,2-2-1,1 1-215,2 4 1,-3-3 710,0 3 0,0-4 0,4-1 0</inkml:trace>
  <inkml:trace contextRef="#ctx0" brushRef="#br0" timeOffset="1612">691 523 8258,'0'-10'-656,"0"1"0,-4 4 1888,-1-5-913,-7 7 1,9-4-233,-7 7 1,5 2 0,-3 3 0,0 4 71,0 4 0,3 2 0,-3 0 0,0 0 0,-1-1 1,4 3 0,-3 1-1,0 3 9,0 2 0,5-5 0,-4 3 0,2-2-17,0 1 1,0 0 0,5-4-57,0 4 1,2 1 0,1 3 1,2-4 0,5-4 0,-5-1 0,0 0-27,1-1 0,-2 1 1,5 0-24,3-1 0,-4 1 0,2-2 1,0-1-76,-2-3 0,3-4 1,-4 4 20,1-3 0,2 4 0,4-5 53,1-2 0,-5-1 0,0-2-1,1 0 1,2-2 0,2-1-6,0-2 0,-2-7 0,-2 3-46,-1-4 0,0-2 0,3 0 0,-3 0 6,-5 1 0,1-1 0,-1 0 0,-2 1-67,-1-1 1,-2-5-1,0 1 1,0 1-81,0 1 1,0-2-1,0-1 1,-2 1-109,-3-3 1,2 4 0,-5-4 0,0-1 46,0 0 0,-2 5 0,-3-2 1,1 6 91,2 4 0,1-2 0,-6 6 0,0-1 198,1 1 0,-6 1 1,0 5-1,2 0-172,2 0 0,1 5 0,1 1 1,-1 1-173,0-1 0,2 1 0,2-4 1,3 4-433,1 1 0,2-3-454,5 5 1148,0-1 0,0 6 0,0 0 0</inkml:trace>
  <inkml:trace contextRef="#ctx0" brushRef="#br0" timeOffset="2147">559 788 8393,'0'8'1130,"0"-2"0,2-6-998,3 0 0,-2 0 0,7 0 1,1 0 84,2 0 1,2 0-1,0 0 1,-1 0-6,1 0 0,0 0 0,-1 0 0,1 0 89,0 0 1,0 0 0,-1 0-128,1 0 0,0 0 1,-1 0-381,1 0 0,0 0-264,-1 0 1,-4 0 28,0 0 0,-5 0-661,5 0-1129,-7 0 2231,4 0 0,-1 7 0,2 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3:20.462"/>
    </inkml:context>
    <inkml:brush xml:id="br0">
      <inkml:brushProperty name="width" value="0.06" units="cm"/>
      <inkml:brushProperty name="height" value="0.06" units="cm"/>
      <inkml:brushProperty name="color" value="#004F8B"/>
    </inkml:brush>
  </inkml:definitions>
  <inkml:trace contextRef="#ctx0" brushRef="#br0">74 589 7939,'-2'-9'750,"-3"4"0,4 5-680,-4 5 1,-2-1-1,2 5 103,2 3 1,-3-4-1,1 2 1,0 1 49,-2 2 1,6 4 0,-6-1-76,1-1 1,4 3-1,-3-9 1,3 4-38,2 2 0,0 5 0,0-1 0,0-1-118,0-1 1,0-3 0,0 1 0,2 0 44,3-1 1,-3 1 0,4 0 0,-1 0 23,0-1 0,5 1 0,-4-2 0,2-2 9,4-1 0,-4-2 0,2 4 0,1-4-3,2-1 1,2 2 0,0-2-35,-1 1 0,1-5 1,0 2-230,0-3 1,-1-2-1,1 0-247,0 0 0,-6 0 1,1 0-324,2 0 1,-4 0-476,2 0 0,-5 0 1240,4 0 0,-5 6 0,2 3 0</inkml:trace>
  <inkml:trace contextRef="#ctx0" brushRef="#br0" timeOffset="430">250 721 8358,'-8'0'1856,"2"0"-1503,6 0 0,6 6 1,4 4-109,3 3 0,2 0 0,-2-1 1,-2-3-1,-1 3-215,1 1 1,1 2-1,-1-1-14,-1 1 0,-2 0 0,4-2 0,-2-2-8,1-1 1,-3-2 0,2 4-270,1-3 0,2 1-227,2 5 1,-5-2 45,0-3 0,-5-2 0,4-5-1646,3 2 469,-6 0 1619,7-5 0,-11 7 0,5 1 0</inkml:trace>
  <inkml:trace contextRef="#ctx0" brushRef="#br0" timeOffset="748">471 706 7243,'-15'0'27,"0"0"0,1 7 1,-1 1 251,0 0 1,6 3 0,-1-4-1,-2 1 1,1 4-170,1 1 1,-3 1-1,3 1-141,-3 0 0,0-1 0,2 1 0,1 0-39,-2-1 0,-1 1 1,-1 0-105,-1 0 0,2-1 1,3 1-222,5 0 1,4-6-571,1 1 965,0-6 0,0 9 0,0-5 0</inkml:trace>
  <inkml:trace contextRef="#ctx0" brushRef="#br0" timeOffset="1286">603 515 8079,'0'10'528,"0"0"-369,0 1 0,2 0 1,1 1-1,4-2 31,1 1 1,0 2-1,3 4 1,-3 1-53,-1 1 0,3 1 0,-4-4 0,1 2-55,-1 2 0,4 4 0,-5-3 0,-2 1-74,-1-1 1,3 3 0,0-4-1,-2-2 65,-1-2 0,-2 1 1,1 0-1,3 3-160,0-2 0,1-7 0,-5-1 1,0 2 33,0 1 1,-1 1 0,-3 1-185,0 0 1,-6 0 0,3-2-1,1-2-146,-1-1 1,-3-5 0,4 3 8,-2-2 373,4 6 0,-9-10 0,5 4 0</inkml:trace>
  <inkml:trace contextRef="#ctx0" brushRef="#br0" timeOffset="2552">721 30 6949,'0'-10'744,"0"0"1,-2 7-105,-3-2-351,4 4-79,-6 1 0,7 1 0,2 4 0,1 5 0,3 3 24,3 2 1,0-1 0,6 1 0,-2 0-78,-3-1 1,8 6 0,-3 1 0,1 2-120,0 3 1,-1-3 0,0 2-1,-1 1-54,1 2 1,0 1 0,-2 2 0,-2 2 39,-1 1 1,0 0 0,5-4 0,-2 1-20,-4 3 0,3-3 0,-6 3 0,1-3 57,-1-1 1,4 4 0,-5 2 0,-2 0 18,-1 0 0,-2-2 1,0-3-1,0 2-68,0 1 1,-5 0 0,-1-3-1,-3 2-20,-2 1 1,3 1-1,-2-6 1,-1 0-26,-2 1 0,-2-1 0,0-1 0,0-2 16,1-1 0,-1-1 0,0 4 0,1-4-69,-1-4 1,5 1-1,0-1 1,-1-2-251,-2-2 0,3-6 0,2 0-1539,1 1-244,2-4 2118,5-1 0,7-12 0,1-2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6:30.925"/>
    </inkml:context>
    <inkml:brush xml:id="br0">
      <inkml:brushProperty name="width" value="0.06" units="cm"/>
      <inkml:brushProperty name="height" value="0.06" units="cm"/>
      <inkml:brushProperty name="color" value="#66CC00"/>
    </inkml:brush>
  </inkml:definitions>
  <inkml:trace contextRef="#ctx0" brushRef="#br0">207 0 7227,'0'8'172,"0"5"52,0-11 0,0 11 0,0-5-58,0 7 0,0-5 0,0-1-8,0 3 1,0 1 0,0 2-31,0-1 0,-2-1 1,-1-1-1,-2-2-18,2 1 1,1 2 0,2 2 0,0 0-55,0-1 0,0 1 1,0 0-1,0-1-27,0 1 1,0-5 0,0 0 0,0 1-33,0 2 1,0-3 0,0 0-99,0 1 55,0-4 1,0 1-152,0-3 78,0-4 1,2 11-345,3-7-679,-4 0-111,6-5 410,-7 0 843,0 0 0,6 0 0,2 0 0</inkml:trace>
  <inkml:trace contextRef="#ctx0" brushRef="#br0" timeOffset="2173">45 617 6170,'0'-8'677,"-7"2"0,4 6 86,-7 0-463,7 0 1,-3 1-116,6 4 1,-2-2 0,-1 7-25,-2 2 1,0 1 0,5 1-1,0 1-27,0 0 0,0 0 0,0-1 0,0 1-63,0 0 0,2-1 1,1 1-1,2 0 15,-2-1 0,0-4 0,1 0-72,0 2 1,6-4 0,-3 0 0,-1 0-45,1 0 1,4-5 6,-1 2 1,-2-3-1,2-2 20,1 0 0,-2 0 0,0 0 6,3 0 0,-4-2 1,2-3-9,1-4 0,-3-3 0,1 1 0,-1 3 0,-2-1-12,1 1 0,-1-2 24,-1-4 1,-3 4 0,3 0 56,-4-1 0,-1 3 1,0-2-1,0-2 11,0-1 0,0-1-5,0-1 0,-1 0 0,-2 0-37,-2 1 1,-7-1 0,4 0-36,0 1 0,0 4 1,3 0 64,-5-1 1,2 2 0,0 0 110,1-3 1,1 6-179,1 1 1,3 2-400,-3-2 0,2 3-56,-2-3 0,3 5-134,-3 5 0,4-2-714,1 7 0,0 0 1307,0 5 0,0-1 0,0 1 0</inkml:trace>
  <inkml:trace contextRef="#ctx0" brushRef="#br0" timeOffset="2788">398 764 7350,'0'10'508,"0"0"1,-2-7 0,-1 4 218,-2-1-468,0-4 0,3 4 127,-2-6-353,2 0-277,-5 0 88,7 0-2178,0 0 2334,7 0 0,1 0 0,7 0 0</inkml:trace>
  <inkml:trace contextRef="#ctx0" brushRef="#br0" timeOffset="3642">559 559 10615,'0'14'167,"0"1"1,0 0 0,0-1 0,0 1-35,0 0 0,2-1 0,1 1 1,2 0-1,-1 0 11,-3-1 0,-1 1 1,0 0-70,0-1 1,5-4 0,0 0-22,-2 1 1,-1 2-83,-2 2 1,0-5 7,0 0-254,0-7-124,0 4 0,0-6-280,0 4 0,0-3 1,2 4-359,2-6 1036,-2 0 0,11-6 0,-5-2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6:37.590"/>
    </inkml:context>
    <inkml:brush xml:id="br0">
      <inkml:brushProperty name="width" value="0.06" units="cm"/>
      <inkml:brushProperty name="height" value="0.06" units="cm"/>
      <inkml:brushProperty name="color" value="#66CC00"/>
    </inkml:brush>
  </inkml:definitions>
  <inkml:trace contextRef="#ctx0" brushRef="#br0">60 2029 8097,'-9'0'283,"3"0"0,6-2-279,0-3 0,0 2 102,0-7 1,0 5-29,0-5 1,0 1 44,0-6-161,0 0-39,0 1 0,0 4-205,0 0 0,0 5-254,0-5-44,0 7-483,0-4 1063,6 7 0,-4-6 0,5-2 0</inkml:trace>
  <inkml:trace contextRef="#ctx0" brushRef="#br0" timeOffset="691">30 1617 8426,'0'-8'184,"0"-5"1,0 3-70,0-3-1,0 3-125,0 0 1,0 6-38,0-6 0,0 5 0,0-5 0,0 5-6,0-5 0,0 5-171,0-4 0,0 4-236,0-5-379,0 7 363,0-10 0,0 9 477,0-5 0,0 4 0,0-5 0,7 7 0,1-4 0</inkml:trace>
  <inkml:trace contextRef="#ctx0" brushRef="#br0" timeOffset="1368">15 1176 6115,'-8'-6'1318,"2"4"-1167,6-5 0,0 6-57,0-4 1,0 2 0,0-7 89,0-2 1,0 4-47,0-2 1,0 6 0,0-6 163,0-2-108,0-1 105,0-1-402,0-1 0,0 5-154,0 0 203,0 7 0,0-5-106,0 3 0,0 2-262,0-7-56,0 7-120,0-10 0,0 9 372,0-5 1,0 4 0,0-5 225,0-2 0,6 6 0,2-1 0</inkml:trace>
  <inkml:trace contextRef="#ctx0" brushRef="#br0" timeOffset="1998">45 706 6270,'0'-8'595,"-2"1"24,-3 7-8,4 0-270,-6 0-203,7-6 0,0-3-54,0-5 1,0 4 0,0 0 42,0-1 1,0 3-159,0-2 67,0 6 0,0-4-223,0 3 66,0 4 0,0-7-8,0 3 23,0 3 0,0-6-67,0 3 0,0 2-448,0-7-79,0 7 369,0-10 0,0 9 331,0-5 0,7 5 0,1-2 0</inkml:trace>
  <inkml:trace contextRef="#ctx0" brushRef="#br0" timeOffset="2645">45 324 7233,'0'9'-915,"0"1"1549,0-6-116,0 2-123,0-6 342,0 0-420,0-6 1,0-3-137,0-5 0,0-1 1,0 0-55,0 1-64,0 5 0,0-4-16,0 4 0,0 0 13,0 0 0,0 4-101,0-5 1,0 5-86,0-5-138,0 7-482,0-4 99,0 7-429,0 0 0,1-5 1076,4 1 0,4-8 0,5 4 0</inkml:trace>
  <inkml:trace contextRef="#ctx0" brushRef="#br0" timeOffset="3374">89 88 6606,'-7'9'413,"6"-3"0,-6-7 9,7-4-30,0 3-188,0-11 1,0 10-64,0-7 1,0 0-53,0-5 1,0 6-280,0-1-81,0 7-141,0-11-67,0 13 104,0-6 1,2 7-625,3 0 999,-4 7 0,6 1 0,-7 7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6:42.598"/>
    </inkml:context>
    <inkml:brush xml:id="br0">
      <inkml:brushProperty name="width" value="0.06" units="cm"/>
      <inkml:brushProperty name="height" value="0.06" units="cm"/>
      <inkml:brushProperty name="color" value="#66CC00"/>
    </inkml:brush>
  </inkml:definitions>
  <inkml:trace contextRef="#ctx0" brushRef="#br0">30 1 6546,'-8'0'-764,"0"0"956,3 0 47,3 0-188,-4 0 527,6 0 878,0 0-1119,0 6 2,0-4-143,0 5 0,2-3 156,2 1-284,-2 0 0,9-3 1,-4 1-10,1 2 0,-3 0 1,3-3 47,-1 3 0,4-4-515,-1 4 189,3-3 0,2-2-427,-1 0 526,1 0 0,0 0 0,0 0-370,-1 0 1,1 0 0,0 0 489,-1 0 0,1 0 0,0-7 0,-1-1 0</inkml:trace>
  <inkml:trace contextRef="#ctx0" brushRef="#br0" timeOffset="625">457 30 7417,'-9'0'790,"3"0"-468,6 0 0,1 0 1,4 0-47,4 0-241,-1 0 0,0 0 39,-3 0 0,-2 5 0,7 0-63,1-2 1,-3 1-7,2 1 0,-5-4 0,3 6 0,0-2-64,1-1 1,-4 1-86,4-5 1,1 0-72,5 0 1,-5 0-1,-1 0-77,3 0 0,-4 0 0,2 0 46,1 0 1,2-1 0,2-3 245,0 0 0,-1-8 0,1 4 0</inkml:trace>
  <inkml:trace contextRef="#ctx0" brushRef="#br0" timeOffset="1359">927 89 7675,'-8'2'683,"3"3"-192,3-4-129,2 6 1,2-7-102,3 0 0,-2 0 0,7-2-144,1-3 1,-3 4-1,2-4-344,2 3 1,-4 2 103,2 0 1,-1 0 0,4-2-106,-3-2 0,3 2 0,-3-3-155,3 3 0,-3 2 0,0 0-169,1 0 0,2 0 0,2 0 552,0 0 0,-1 0 0,1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7:11.593"/>
    </inkml:context>
    <inkml:brush xml:id="br0">
      <inkml:brushProperty name="width" value="0.06" units="cm"/>
      <inkml:brushProperty name="height" value="0.06" units="cm"/>
      <inkml:brushProperty name="color" value="#66CC00"/>
    </inkml:brush>
  </inkml:definitions>
  <inkml:trace contextRef="#ctx0" brushRef="#br0">30 89 6465,'0'-8'-309,"0"1"1,0 6 352,0-4 27,0 3 1,0-6 63,0 3-69,0 3 0,0-6 191,0 3-59,0 4-95,0-6 0,-2 7 138,-2 0 125,2-6-182,-5 4 0,7-6 121,0 3-81,0 3-23,0-4 63,0 6 628,0 0 1,-1 6-778,-4 4 1,3 3 0,-3 2-22,4 0 1,1-1 0,0 1-1,0 0 60,0-1 0,0 1 1,0 0-18,0 0 1,0-1 0,0 1-43,0 0 0,0-1 0,0 1 53,0 0 1,0-1-100,0 1 0,0 0 0,0 0-36,0-1 1,0-4-1,0 0 95,0 1 0,0-3-9,0 2 0,0 0 11,0 5 0,0-5-140,0-1 20,0 1-21,0 5 135,0-7 212,0-1 33,0-7-6632,0 0 6283,6-7 0,2-1 0,7-7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7:15.929"/>
    </inkml:context>
    <inkml:brush xml:id="br0">
      <inkml:brushProperty name="width" value="0.06" units="cm"/>
      <inkml:brushProperty name="height" value="0.06" units="cm"/>
      <inkml:brushProperty name="color" value="#66CC00"/>
    </inkml:brush>
  </inkml:definitions>
  <inkml:trace contextRef="#ctx0" brushRef="#br0">88 74 8589,'-14'0'1016,"4"0"1,0 0-595,-2 0 1,6 7-1,-1 3-170,1 3 1,4 2 0,-4-1-117,-1 1 0,6 0 0,-4-1 40,3 1 0,2 0 0,0-1 0,0 1-220,0 0 0,0 0 0,0-1-18,0 1 0,0 0 1,0-1 20,0 1 0,7 0 64,2-1 1,3-4 0,-1-2 13,-1-1 0,-5 0 0,5-4 22,1 2 0,2 0 0,2-7-32,0-3 1,-6 3-1,1-4-30,2-1 1,1 1 0,0-6-35,-3 3 0,3-1 0,-4-5 71,5 0 0,-6 1 0,-3-1 67,-4 0 0,4 1 0,0-1 0,-2 0-100,-1 0 0,-2 6 0,-2-1 1,-1-2-84,-2-1 1,-1-1-1,1-1-9,-5 0 1,2 5-1,-2 2 1,-2 2-184,-1 3 1,-1-1 0,-1 1-153,0-2 1,1 0 0,-1 5-397,0 0 0,1 0-28,-1 0 0,2 2 88,3 3 0,3 3 762,7 7 0,0-1 0,0 1 0</inkml:trace>
  <inkml:trace contextRef="#ctx0" brushRef="#br0" timeOffset="642">441 354 7186,'-8'0'1250,"0"0"-684,3 0-26,3 0 0,-6 0 558,3 0-473,3 0-733,-4 0-348,6-7 509,0 6 167,0-6 79,0 7 466,0 0-184,0 7-597,0-6 1,-2 6-900,-3-7-1536,4 0 115,-6 0 2336,7 0 0,0 6 0,0 2 0</inkml:trace>
  <inkml:trace contextRef="#ctx0" brushRef="#br0" timeOffset="1750">617 74 6221,'-9'0'2549,"-1"0"-2231,7 0 1,-6 0 0,6 2-143,-2 3 0,0-2 1,4 5-1,-3 1 54,-1-1 1,1-3 0,4 4-3,0 3 1,0-4-107,0 2 1,0 0-4,0 4 0,0-4 26,0 0 0,4-5 10,1 5 0,7-7 18,-2 2 1,-2-4-152,2-1 0,-1 0 0,6 0 16,0 0 0,-5-4 1,-2-3-55,-2-1 1,6 3-25,-2-5 1,-2 2 0,0-3 82,-2 1 0,4 0 0,-5-5-8,-2 1 1,-1 4 0,-2 0-8,0-1 1,0 2 0,-2 0-16,-3-3 0,2 4 0,-7-2-195,-1-1 1,-2 3 0,-2-1-114,0 3 0,1 1 1,-1 5-123,0 0 1,6 0-1,-1 2-120,-2 3 1,-1-2-28,-1 7 0,4-2-68,0 2 0,7 3 23,-2-4 1,3 0 608,2 0 0,7 1 0,1 5 0</inkml:trace>
  <inkml:trace contextRef="#ctx0" brushRef="#br0" timeOffset="2535">632 236 8151,'-10'0'-383,"0"0"1,6 0 649,-6 0 1,7 2 0,-4 1 75,0 2 0,4 6-182,-7-1 0,7-2 1,-2 2-1,2 0 0,0 0 130,-2 0 1,0-1-1,5 6-121,0 0 0,0-1-102,0 1 1,0 0 0,0 0 77,0-1 1,5-4 0,1-2 35,2-1 1,2 3-1,5-4-24,0 2 0,-6-4 1,1 0-62,2-2 0,1-2 0,1 0-46,1 0 1,0-5 0,-2-1 0,-2-1-67,-1 1 1,0-6 0,5 2 41,-1-3 1,-4 3 0,-2 1 5,-1-3 0,3-1 1,-5-2-1,-2 1-46,-2-1 1,-1 0-1,0 1 1,0-1-121,0 0 1,0 1 0,-1-1 0,-2 0-50,-2 0 0,-7 2 0,2 2 1,-3 3 31,-1 1 0,-6-3 0,0 6 0,3 0-89,0 3 0,2 1 0,1 0-210,-1 0 0,0 0 0,1 1-151,-1 4 1,7-2 0,1 6-834,1-3 1433,4-1 0,-4 2 0,6 1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7:35.552"/>
    </inkml:context>
    <inkml:brush xml:id="br0">
      <inkml:brushProperty name="width" value="0.06" units="cm"/>
      <inkml:brushProperty name="height" value="0.06" units="cm"/>
      <inkml:brushProperty name="color" value="#66CC00"/>
    </inkml:brush>
  </inkml:definitions>
  <inkml:trace contextRef="#ctx0" brushRef="#br0">133 2411 8285,'0'-10'476,"0"0"486,0 7-248,0-10-527,0 11 0,0-6-431,0 3 1,0 2-314,0-7-44,0 0 21,0-4 306,0-1 1,1 5-601,4 0 410,-3 7 1,4-5 463,-6 3 0,7 3 0,-5-11 0,4 5 0</inkml:trace>
  <inkml:trace contextRef="#ctx0" brushRef="#br0" timeOffset="1358">59 1985 5750,'8'0'0,"-1"0"0,-7 0 2277,0 0-2057,0-7 1,0 4-138,0-7 0,0 5 93,0-5 0,0 0-110,0-4 0,0-1-57,0 0 1,0 1-64,0-1 0,0 5 45,0 0 1,0 5-223,0-4-200,0 5-410,0-2 346,0 6-383,0 0 878,6 0 0,-4 0 0,5 0 0</inkml:trace>
  <inkml:trace contextRef="#ctx0" brushRef="#br0" timeOffset="2171">59 1558 7907,'0'8'-2161,"0"1"2161,0-4 306,0-4-98,0 6 0,0-6 115,0 4 168,0-3 215,0 4-182,0-6-328,0 0 1,0-6-93,0-4 1,0 2-1,0-2-6,0-1 0,0-2 1,0-2-67,0 0 1,0 5-1,0 1-20,0-3 1,0-1-75,0-2 1,0 1 35,0-1 1,0 5-169,0 0 110,0 1 0,0-1-218,0 0-598,0 7 548,0-4 0,2 7-695,3 0 1047,-4 0 0,6 0 0,-1-6 0,3-3 0</inkml:trace>
  <inkml:trace contextRef="#ctx0" brushRef="#br0" timeOffset="2913">45 1117 6011,'0'-8'-54,"6"2"390,-4 6 214,4 0-140,-6 0 1126,0 0-1367,0-7 0,0 4-100,0-7 0,0 5 1,0-5-30,0-1 0,0-2 1,0-2-1,0 0-24,0 1 0,0-1 1,0 0-92,0 1 0,0-1-80,0 0 1,0 1-125,0-1 181,0 0-120,-6 0-363,4 7-7,-4 2 0,7 6-76,4 0 664,-3 0 0,4 0 0,-6 0 0,0 0 0</inkml:trace>
  <inkml:trace contextRef="#ctx0" brushRef="#br0" timeOffset="3644">45 647 8433,'0'-15'192,"0"5"1,0 1-176,0-3 1,0 4-177,0-2 1,0 0 134,0-4 0,0 4 1,0 0-25,0-1 1,0 3 0,0-2-57,0-2 1,0-1 0,-2 0-1,-1 2-107,-2 1 159,0 0 1,5 0-301,0 1-68,0 5 0,0-4-77,0 3 497,0 4 0,0-6 0</inkml:trace>
  <inkml:trace contextRef="#ctx0" brushRef="#br0" timeOffset="4409">0 235 8339,'9'0'-827,"-3"-1"1122,-6-4 0,0 2-194,0-7 0,0 0 10,0-5 1,0 5 0,0 1 90,0-3 0,0 4 0,0-2 0,0 0-130,0-4 0,0 4-20,0 0 0,0 5-154,0-5 54,0 7 0,0-5-41,0 3 0,0-3-16,0-7 1,5 1-121,0-1 0,0 7-607,-5 1 296,0 7-323,0 0 859,0 7 0,6 1 0,3 7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19.423"/>
    </inkml:context>
    <inkml:brush xml:id="br0">
      <inkml:brushProperty name="width" value="0.06" units="cm"/>
      <inkml:brushProperty name="height" value="0.06" units="cm"/>
      <inkml:brushProperty name="color" value="#66CC00"/>
    </inkml:brush>
  </inkml:definitions>
  <inkml:trace contextRef="#ctx0" brushRef="#br0">1750 44 7640,'-8'-8'-453,"1"2"0,7 4 666,0-3-170,0 3-12,0-4 1,0 4 0,-2-1 33,-3-2 1,2 0-30,-7 5 0,1 0 0,-6 0 0,0 0-20,1 0 1,2 0 0,-1 0-1,-3 0-46,-1 0 1,-1 5 0,0 0 0,-3-2-82,-2-1 0,0-2 0,-3 0 0,2 2 54,-2 2 0,-7-2 0,-1 3 0,1-2-25,2 2 1,8-3 0,2 3 0,1-4-72,1-1 1,4 5 0,5 0 152,-1-2 0,4-1 0,-6 5 0,5 1 0</inkml:trace>
  <inkml:trace contextRef="#ctx0" brushRef="#br0" timeOffset="854">574 59 7687,'-15'0'174,"5"0"1,1-2-273,-3-3 0,-1 4 0,-2-4 1,1 3-10,-1 2 0,0 0 0,1 0 1,-1 0 124,0 0 1,-1 0-1,-2 0 1,-2 0-9,2 0 0,-5 2 0,1 1 0,-3 2-77,1-2 1,4-1-1,-3 0 1,0 1-142,0 2 1,5 0-1,-1-5 1,1 0 120,-2 0 1,4 0-1,-4 0 87,4 0 0,1 6 0,1 2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21.360"/>
    </inkml:context>
    <inkml:brush xml:id="br0">
      <inkml:brushProperty name="width" value="0.06" units="cm"/>
      <inkml:brushProperty name="height" value="0.06" units="cm"/>
      <inkml:brushProperty name="color" value="#66CC00"/>
    </inkml:brush>
  </inkml:definitions>
  <inkml:trace contextRef="#ctx0" brushRef="#br0">1676 59 6385,'-10'0'436,"1"0"0,4-5-626,-5 1 1,5-1 281,-5 5 0,0-5-16,-4 0 1,-1 0 0,0 5-83,1 0 1,-1 0 0,-1 0 0,-2 2-91,-2 3 0,-6-4 1,1 4-1,-1-2-6,2 2 1,-4-3 0,3 3 0,-1-4 19,2-1 0,-2 2 0,6 1 0,2 2-327,2-2 409,1-1 0,0-2 0,1 0 0</inkml:trace>
  <inkml:trace contextRef="#ctx0" brushRef="#br0" timeOffset="959">515 30 7645,'-10'-8'-451,"0"3"0,1-2 443,-6 2 1,0 1-1,0 4 41,1 0 0,-1 0 0,0 0 0,1 0 50,-1 0 1,0 1 0,1 2 0,-1 4-97,0 1 1,0-5 0,-1 4-1,-2-2-35,-1 0 1,-3 5 0,4-4-1,-3 1-66,-2-1 1,4-1-1,-4-5 1,2 0-158,3 0 0,1 0 271,3 0 0,-8 0 0,-1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23.321"/>
    </inkml:context>
    <inkml:brush xml:id="br0">
      <inkml:brushProperty name="width" value="0.06" units="cm"/>
      <inkml:brushProperty name="height" value="0.06" units="cm"/>
      <inkml:brushProperty name="color" value="#66CC00"/>
    </inkml:brush>
  </inkml:definitions>
  <inkml:trace contextRef="#ctx0" brushRef="#br0">1617 59 6740,'-13'-1'261,"3"-4"1,-3 3 0,3-3-18,-3 4 1,-2 1-1,1 0-471,-1 0 1,-1 0 0,-2 0 0,-2 0 176,2 0 0,2-5 0,1 0 1,-1 2 69,-4 1 1,2 2 0,-6 0 0,-1 0-87,2 0 0,-4 0 0,4 0 1,-2 0-45,1 0 1,1 0 0,-3 0-1,1 0-34,-1 0 1,5 2-1,0 1 144,-1 2 0,6 0 0,-5-5 0</inkml:trace>
  <inkml:trace contextRef="#ctx0" brushRef="#br0" timeOffset="1028">514 15 6378,'-9'0'356,"-1"0"0,2-1 0,-4-3-343,3-1 0,-1 0 0,-5 5 0,0 0 57,1 0 1,-1 0-1,-1 0 1,-2 0-5,-2 0 1,-6 5 0,1 2 0,-1-1-126,2 1 1,-4 3 0,5-4 0,-1 1-76,-1-1 1,7 1-1,-1-4 1,2 4-162,3 1 0,-1-5 1,0 2 294,0-3 0,1 4 0,-1 2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25.302"/>
    </inkml:context>
    <inkml:brush xml:id="br0">
      <inkml:brushProperty name="width" value="0.06" units="cm"/>
      <inkml:brushProperty name="height" value="0.06" units="cm"/>
      <inkml:brushProperty name="color" value="#66CC00"/>
    </inkml:brush>
  </inkml:definitions>
  <inkml:trace contextRef="#ctx0" brushRef="#br0">603 1 6026,'-14'0'494,"4"0"1,0 0-375,-1 0 0,-2 2 0,-2 1-80,0 2 0,0 1 1,1-3-1,-1 2 45,0-1 0,1-1 0,-3 0 0,-1 2-99,-1-2 0,-6 4 0,6-2 0,-1-2-46,-1-1 0,0 3 1,-6-1-1,5 0-86,0-3 0,-2 1 0,4 1 0,1 2-47,-3-2 0,6-1 1,-3-2-1,2 0 193,2 0 0,1 0 0,-7 0 0,-2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53.700"/>
    </inkml:context>
    <inkml:brush xml:id="br0">
      <inkml:brushProperty name="width" value="0.06" units="cm"/>
      <inkml:brushProperty name="height" value="0.06" units="cm"/>
      <inkml:brushProperty name="color" value="#66CC00"/>
    </inkml:brush>
  </inkml:definitions>
  <inkml:trace contextRef="#ctx0" brushRef="#br0">89 89 6886,'-5'9'199,"-2"0"-150,-1-3 0,3 4 1,-4-4 53,-3 3 0,4-6 20,-2 2-112,7-4 0,-4-2 0,7-4-166,0-5 0,0 2 0,0-2 56,0-1 1,0 2 0,2 1 0,3 0 97,5 0 1,-2 0-1,2-4 1,1 3-17,2-3 1,-3 6-1,0-1 1,1 2 6,2 0 0,2 0 0,0 5 65,-1 0 0,-4 0 0,-2 2 27,-1 3 1,-2-2-1,-4 7 73,4 1 0,-3 2 0,1 2-50,-6 0 0,-4 0 0,-4-1-53,1 1 0,2 0 0,-3-2 0,2-2-72,3-1 1,-6-5 0,3 3-8,-4-1 0,0-1 0,1-3 0,2 2-1,-1-1 0,-2-3 0,0-2 4,3-4 0,2 1 0,4-5 0,0-3-244,0-1 0,3-2 1,1 1 161,0-1 1,0 0-1,1 2 1,3 2 126,0 1 0,8 2 0,-2-4 7,3 3 1,1 5 0,1-2-1,0 1-16,0 0 1,-6 0-1,1 5 98,2 0 0,-1 2 1,0 1 86,-1 2 1,-6 6 0,0-1-74,-2 3 1,-2-3 0,0 0 0,-2 0-52,-2-2 1,0 3 0,-4-4-1,0-1-39,0 1 0,3-2 1,-5-5-98,-1 0 0,2 0 1,0 0-413,-3 0 1,6-2 474,1-3 0,3-3 0,2-7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28:56.238"/>
    </inkml:context>
    <inkml:brush xml:id="br0">
      <inkml:brushProperty name="width" value="0.06" units="cm"/>
      <inkml:brushProperty name="height" value="0.06" units="cm"/>
      <inkml:brushProperty name="color" value="#66CC00"/>
    </inkml:brush>
  </inkml:definitions>
  <inkml:trace contextRef="#ctx0" brushRef="#br0">44 148 6579,'-8'-2'48,"3"-3"1,4 2 39,1-7-39,0 7 100,0-10 276,0 11-35,0-4-148,0 6 1,0 1-94,0 4 0,0-2-13,0 7 0,-2-6-34,-3 0-108,4-2 0,-8-2-89,4 0 0,4-2 0,-4-2 0,3-6 0,7 2 0,2-1 0,-1 1-28,1 0 1,4 5 90,-1-2 1,3 3-1,2 2 63,-1 0 1,-4 0-29,0 0 1,0 2 0,5 1 0,-2 4-29,-4 1 1,0-3-1,-6 5-39,2 1 1,0-3-1,-4 0 155,4-1 1,-5 4 45,0-1 1,-1-2 0,-9 0-45,-2-1 0,-1 3-20,-1-5 1,-1 4 0,0-4-72,0-1 1,6-3-1,-1-2-38,-2-4 1,4 1 10,-2-5 0,7-1 1,-2-5 11,4 0 0,2 6 0,3-1 1,2-2-149,2-1 0,-3 0 1,5 2-1,1 1 139,2-1 1,2-1 0,0 1 0,0 3 39,-1 1 0,6-3 0,-1 5 0,-1 2-13,-1 1 0,-3 2 0,1 0 31,0 0 0,-5 2 0,-2 3 15,-2 5 1,4 3-1,-5 2 62,-2-1 0,-1-4 0,-2 0 26,0 1 0,-7 2 0,-2 0-6,-4-3 1,-2 2-1,0-6-111,0 2 1,1-3 0,-1 3 0,0-1 10,1-4 1,-1-1 0,0-2-1,1 0-24,-1 0 1,0 0-58,0 0 0,2-7 0,2-1-78,1 0 1,7-5 0,-2 3 0,3-3-19,2-2 0,0 1 0,2-1 0,1 0 87,2 1 1,7 4 0,-3 0 0,4 0 91,2 2 1,-5 0-1,0 5 1,1-2-8,2 1 1,2 3 0,0 2-6,-1 4 1,-1-1 0,-3 5 0,-3 1-7,-1-2 1,-4 5 171,3-3 0,-4 3 74,-1 2 0,-6-2 0,-4-2-93,-3-1 0,-2-5 0,1 3 1,-1-1 22,0-4 1,5-1-1,1-2-203,-3 0 0,1-2 0,-1-3-98,3-5 1,5-3 0,-1-1-1,4-1-111,1 0 0,1 1 0,3-1 154,1 0 0,6 5 0,-1 2 7,3 2 0,-3 1 0,-2 6-9,-2 4 1,4 3-1,-5 7 1,-2 2 66,-1 2 0,-2-3 0,0 6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0:15.165"/>
    </inkml:context>
    <inkml:brush xml:id="br0">
      <inkml:brushProperty name="width" value="0.06" units="cm"/>
      <inkml:brushProperty name="height" value="0.06" units="cm"/>
      <inkml:brushProperty name="color" value="#004F8B"/>
    </inkml:brush>
  </inkml:definitions>
  <inkml:trace contextRef="#ctx0" brushRef="#br0">162 559 7782,'0'-15'-397,"-1"6"0,-3-1 0,-1-2 1,1-1 396,-3-1 1,4 4-1,-5 0 1,-1-1 318,1-3-19,5 0 0,-8 4-49,6 0 1,-7 0-1,2-4 177,-3-1 0,5 5 0,2 2 0,1 0 0,-2 1 1121,-1 1 737,5 1-1188,-10-2 86,11 6-690,-4-6 1,7 9-214,4 3 1,-2 1 0,7 6 0,2-3-52,1 3 0,1 1 0,1 0 0,0-2 0,-1-1 10,1 2 1,0 1 0,0 1-159,-1 1 0,1-2 0,0-1 0,-1-3-59,1 3 0,0-4 0,-1 2-107,1 1 0,0 1 1,0-1-306,-1-1 1,-4-7-267,0 2 1,-5-3-2234,5-2 2116,-7 0 1,5 0 238,-3 0-352,-4 0 0,8 0 0,-6-2-979,2-3 0,6-3 1864,-1-7 0,3-6 0,2-2 0</inkml:trace>
  <inkml:trace contextRef="#ctx0" brushRef="#br0" timeOffset="386">559 236 7736,'8'-10'1367,"-3"0"-123,-3 7-743,-2-4 0,0 9 0,-2 3-292,-3 5 0,2 3 0,-5 1 0,0 3 0,1 1 1,-1 3 527,0 2 0,3 3-607,-5 8 1,2-3-1,-3 4 1,1-3 164,-2 3 0,4-3 1,-2 6-158,-1-2 0,3 3-91,-2-5 0,5 5 0,-5-4 52,-1-3 1,3-1 0,-2-1-1,0-2 1,0-2-53,0-2 1,7-4 0,-3 3-46,-1-2 0,5-2-233,-2-4 1,-3 0-1,2 0-828,2-1 1,1-4-1168,2 0 882,0-7 1,2 4-1,3-7 1344,5 0 0,3-7 0,1-1 0</inkml:trace>
  <inkml:trace contextRef="#ctx0" brushRef="#br0" timeOffset="1017">868 633 8097,'-15'0'1701,"5"0"-276,0 0-545,7 0-650,-3 0-148,6 0 0,1 0 0,4 0 0,5 0 1,3 0-1,3 0 0,2 0 0,2 0 131,-2 0 1,-2 0-1,1 0 1,1 0-1,1 0-17,-1 0 0,-2 0 0,-1 0-61,0 0 0,0-5 0,-1 0-217,1 2 0,-5 1-43,0 2 1,-1 0-482,6 0 0,-5-5-1003,0 0 938,-7 0 1,3 4 0,-4-3 0,1-2-585,2-2 0,0 3 1255,-5-5 0,0 0 0,0-5 0</inkml:trace>
  <inkml:trace contextRef="#ctx0" brushRef="#br0" timeOffset="1362">897 353 8097,'-8'2'456,"3"3"1,2-4 866,-2 4-971,3-3 54,-4-2 1,7 0 13,4 0 0,3 0-177,7 0 0,0 0 5,0 0 0,-1 0-174,1 0 0,-5-2 0,0-1 0,1-2 15,2 2 0,-3 1 0,0 2-32,1 0 0,1-1 0,-1-3 1,-1-1-1,1 2-113,2 2 0,-3 1 0,-2-2 0,0-1-1109,1-2 1,-5 0 0,6 5-1901,2 0 3065,1 0 0,1-7 0,1-1 0</inkml:trace>
  <inkml:trace contextRef="#ctx0" brushRef="#br0" timeOffset="2106">1662 397 8217,'0'9'4500,"0"-3"-2991,0-6-1083,0 0 0,0-6-138,0-4 1,0 2 0,0-2 653,0-2-708,0-1 0,0-1 0,0-3 257,0-2-417,0 2 0,-5-9 1,0 5-1,0-2 51,-2-3 0,4-2 1,-5 0-36,1 4 0,-2-2 0,4 6 0,1 2 1,3 2 434,1 1-1059,-7 7-145,6 2 0,-6 7 379,7 4 1,0 5-1,2 8 1,1 3 329,2 2 1,0 3 0,-5 7-1,1 1 1,3-1-209,1-2 1,-1 0-1,-2 1-103,3 3 0,-3-1 1,3-5-1,-4-1-165,-1-3 1,0 1 0,2-5 0,1 0-78,2 0 0,0-1 1,-4-5-1,3-1-1411,1 1-174,0 0 2108,1 0 0,-4-7 0,11 5 0,-5-5 0</inkml:trace>
  <inkml:trace contextRef="#ctx0" brushRef="#br0" timeOffset="2439">1515 735 8140,'-10'0'297,"0"0"-19,7 0-57,-4 0 0,9 0 1,3 0-1,4 0 69,5 0 0,0 0 0,3 0 0,1 0 45,1 0 1,6 0 0,-4-1-1,2-2 1,1-2 24,-1 1 1,0 3 0,-5 1 0,2-2-84,-3-3 1,0 4 0,-1-4 0,2 3 70,2 2 1,-1 0-269,-4 0 1,0 0-1,-1 0-171,1 0 1,-5 0-173,0 0 1,-5 0-1826,4 0 1033,-5 0 0,4 0-1858,-3 0 2913,-4 0 0,6 0 0,-7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0:38.301"/>
    </inkml:context>
    <inkml:brush xml:id="br0">
      <inkml:brushProperty name="width" value="0.06" units="cm"/>
      <inkml:brushProperty name="height" value="0.06" units="cm"/>
      <inkml:brushProperty name="color" value="#004F8B"/>
    </inkml:brush>
  </inkml:definitions>
  <inkml:trace contextRef="#ctx0" brushRef="#br0">206 1 11229,'0'10'519,"0"-1"0,0 3 4,0 1 1,-5-3 0,0 0-257,2 1 0,0 2 1,-1 2-1,-2-1-77,-2 1 0,3 1 0,-5 2 1,-2 2-1,1-2 0,0-2 1,1-1-1,-2 0 0,1-1-162,1 1 1,-3 0 0,3 0-741,-3-1 1,3-4-90,1 0 1,4-7-3082,-5 2 3882,7-3 0,-4-2 0,7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0:42.463"/>
    </inkml:context>
    <inkml:brush xml:id="br0">
      <inkml:brushProperty name="width" value="0.06" units="cm"/>
      <inkml:brushProperty name="height" value="0.06" units="cm"/>
      <inkml:brushProperty name="color" value="#004F8B"/>
    </inkml:brush>
  </inkml:definitions>
  <inkml:trace contextRef="#ctx0" brushRef="#br0">324 192 7401,'0'-8'-682,"-2"-4"0,-1 6 747,-2-3 1,0 4 0,4-3 0,-3 0 746,-1 0-666,1 5 1,2-9-1,-1 6 364,-2-2 0,-2-2 300,2-5 1,2 0-281,-7 1 0,7 4 0,-4 2 700,1 1-535,4 2 1,-6 0 832,3 1-796,4-1-205,-6 5-268,7 0 0,0 1 0,0 4 0,0 5 0,0 3-44,0 2 1,0-1-1,0 3 1,0 1-140,0 1 0,0 6 0,0-4 0,2 2-57,3 3 1,-4 0-1,4 0 1,-2-1 10,2 1 0,-3 0 1,3 0-142,-4-1 1,4-6 0,0 4 0,-2 0 46,-1 0 0,3-5 0,0 1 0,-2-2 160,-1-3 1,-2 3 0,1-1 0,3 0 1,1-2 0,0-3 1,-5 4-1,0-1 0,0 1 1,0-5 0,0 0-14,0 1 0,0-3 0,0 2 0,-2 0-39,-3-2 1,2 3 0,-5-4 0,-1 0-103,1-1 1,-2 4 0,-4-5 0,-1 0 7,0 1 0,6-4 1,-1 3-1,-3-4-68,-5-1 1,1 0 0,-2 0 0,2 0-170,3 0 1,-1 0 0,0 0-373,1 0 1,4 0 0,0 0-2983,-1 0 109,4 0 2462,1 0 1068,19 0 0,-4 0 0,13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0:47.214"/>
    </inkml:context>
    <inkml:brush xml:id="br0">
      <inkml:brushProperty name="width" value="0.06" units="cm"/>
      <inkml:brushProperty name="height" value="0.06" units="cm"/>
      <inkml:brushProperty name="color" value="#004F8B"/>
    </inkml:brush>
  </inkml:definitions>
  <inkml:trace contextRef="#ctx0" brushRef="#br0">89 1 9741,'-9'0'1162,"3"1"-875,6 4 0,-5-1-9,0 5 1,-1 1-189,1 5 1,3-5-1,-3-1 1,2 3 0,0 1 105,-2 2-85,0-1 1,3 1-1,-1 0-111,-2-1 1,0 1 0,4 1 0,-3 2-80,-1 2 1,0 4 0,5-2 0,0-1-8,0 0 0,0 4 0,0-4 0,0 2 25,0 3 1,0-3 0,0 1 0,0 2 47,0 2 1,0-3 0,0-1 0,0 2-1,0 2 16,0 1 1,2-4 1,3-1 0,-2-1 0,5 3 1,-1-3 78,-4-1 0,5 2 0,1-4 0,0-2 53,1-2 1,0-1-1,5-1 1,-1 1-70,1 0 0,0-1 0,-1 0 0,1-3 1,-2-1 7,-3 1 0,3-3 0,-3 1 108,3-3 1,-3 4-98,0-5-289,-7 0 367,3-5-2042,-6 0 1572,0 0 0,0 0 0</inkml:trace>
  <inkml:trace contextRef="#ctx0" brushRef="#br0" timeOffset="1176">353 207 7355,'-10'-5'162,"1"0"0,4-5 665,-5 5 0,5-5-28,-5 5 1,7-1 104,-2 1-440,3 3-284,2-4 118,0 6-255,0 0 1,0 6 36,0 4 1,0 0-101,0 5 1,5-4 0,2 9 0,-1-2 99,1 1 0,3 2 1,-4 5-105,2-1 0,-3-1 0,4 6 0,-1-1 4,0 1 1,-3-1-1,3-1 1,-2-2 30,-2-2 0,2 1 1,1 3-1,-1-2 8,1-2 12,-2-6 0,0 4 3,0-8 1,1 1-1,-3 0 1,2-1-1,-1 1 35,-3 0 1,4-5-142,0-1 0,0-4 127,-5 5 326,0-7-176,0 4-67,0-7 0,1 0 0,3-2 0,1-3-252,-2-4 0,0-3 1,0 1 97,2 1 0,2 0 1,-4-5-1,4 1 1,-1-1-189,1 0 1,-1 1 0,-2-1 0,2 2 0,1 1-59,-1 3 0,6-1 0,-4-5 77,0 0 0,3 6 0,-4 0 33,1 3 1,-3 1-99,5 5 0,-5-5 175,4 0 1,-4 0 0,5 5 11,2 0 0,1 7 1,1 1 57,1 0 1,-5 5 0,-2-3-1,0 3 87,0 2 1,0 4 0,4 1 131,-2-2 1,-7-2 0,2-1 0,-2 0 0,0-1-5,2 1 1,2 0-140,-2-1 1,-4 1 0,4 0-40,-3 0 1,3-1-202,0 1 0,5-5 1,-6 0-479,0 1 0,-1-4 0,0-1 416,2 1 1,2-6-1950,-2 4 2180,-4-3 0,12 4 0,-5 2 0</inkml:trace>
  <inkml:trace contextRef="#ctx0" brushRef="#br0" timeOffset="2404">1088 471 7203,'-8'-8'2289,"2"1"-2133,6 7 0,-2 7 0,-1 3 1,-2 3 49,1 1 0,3 1 0,-1 0-174,-3 0 0,4 4 0,-4 1 0,3-1 83,2 3 0,0-6-188,0 4 0,0-2 0,0-1 79,0 3 0,0 5 1,0-6-1,0-1-91,0-2 0,0-1 0,0 0 1,0 0 58,0-1 0,5 1 0,2-2 30,1-3 0,-3 3 1,4-3 34,3 3 0,-4-3 0,2-2 0,0 0 161,-2 0 1,5-5-32,-3 2 0,3 2-23,1-2 1,1 0-60,0-5 0,-5 0 0,-1-2 1,3-1 75,1-2 0,2-2 1,-1 2 3,1-4 0,0-5 0,-1 0-20,1-1 1,-2 0 0,-1 1 0,-4-1-35,-2 0 0,-1 1 1,-5-3-1,0-1-36,0-1 0,0-1 0,0 4 1,0-2-63,0-2 0,0-1 1,-1 1-1,-3-3-29,-1 1 0,-6-1 1,3 5-1,-2-2-221,0 2 0,2 2 0,-3 1 0,1 0 47,-2 1 1,4-1 0,-2 2 86,-1 3 0,3-1 0,-2 6 0,-1 2-62,-3 1 0,5 2 0,-1 0 0,-2 0-111,-1 0 1,-1 5 0,1 1-1,1 1-171,2-1 0,5 6 1,-4-2 120,-3 3 0,4 1 1,0 1-1,0 0-71,0 0 0,4-1 0,-2-1 0,1-1 395,0-2 0,0-1 0,5 6 0,0 0 0,0-1 0</inkml:trace>
  <inkml:trace contextRef="#ctx0" brushRef="#br0" timeOffset="2931">1103 765 8129,'-15'8'2097,"1"-1"-1449,5-7-123,3 0-320,6 0 0,6 0 1,4 0-116,3 0 0,-3 0 0,0 0 0,1 0 96,2 0 0,2 0 0,0 0 1,-1 0 5,1 0 0,0 0 0,-1 0 0,1 0-30,0 0 0,-5 0 1,-1-2-36,3-3 1,1 4-427,2-4-1255,-7 3-164,-2 2 0,-4 0-306,3 0 2024,-3 0 0,4 7 0,-6 1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0:53.812"/>
    </inkml:context>
    <inkml:brush xml:id="br0">
      <inkml:brushProperty name="width" value="0.06" units="cm"/>
      <inkml:brushProperty name="height" value="0.06" units="cm"/>
      <inkml:brushProperty name="color" value="#004F8B"/>
    </inkml:brush>
  </inkml:definitions>
  <inkml:trace contextRef="#ctx0" brushRef="#br0">60 74 7041,'-8'0'3344,"1"0"-3187,7 0 0,-5 1 1,0 4-20,2 5 0,0 3 0,-1 2 0,0 0-70,0-1 1,3 1-85,1 0 0,0-1 0,0 1 0,-2 0 117,-3-1 0,4 1 0,-4 0 1,3 0-91,2-1 1,0 1 0,0 0 0,0-1 2,0 1 1,0 0 0,0-1 0,0 1 30,0 0 0,5-5 0,0-1 0,-2 3-46,-1 1 1,3 2-1,1-1-117,2 1 0,-3-5 0,5 0 16,1 1 0,1-3 0,-1 0 29,-1-1 0,-2-1 1,4-2-343,-3 1 299,1 0 0,0-5-434,0 0 1,-5 0-40,5 0 0,-6 0 77,6 0 0,-5 0 0,5 0 512,1 0 0,2-7 0,2-1 0</inkml:trace>
  <inkml:trace contextRef="#ctx0" brushRef="#br0" timeOffset="441">221 235 8182,'-9'-8'1576,"-1"3"-666,7 4-505,-4 1 1,9 1-196,3 4 0,1 3 1,6 6-1,-3-3 18,3-1 0,-4-5 1,2 3-156,1-2 0,-3 6 1,2-4-1,0 2 0,0 0-57,0 1 0,-2-3 1,3 0-1,-1-1-33,1-4 0,-2 4 0,-1-1 0,0 1-129,0-1 1,-3 1-315,5-2 1,0-2-143,4 7 0,-4-7-574,0 2 385,-7-3 126,10-2 0,-5 0-52,7 0 0,-5 0 717,0 0 0,-1-7 0,6-1 0</inkml:trace>
  <inkml:trace contextRef="#ctx0" brushRef="#br0" timeOffset="755">471 177 8111,'-6'-8'152,"4"1"0,-11 7-33,3 0 1,4 7-1,-1 2-184,1 4 1,2 2-1,-4 0 1,0 1-1,0 2 171,-3 2 0,2 4 1,0-4-1,-3-1-46,-1 3 1,-2-6 0,2 4 0,2-3 0,1 0-68,-1-2 0,4 2 1,1-7-56,-1 3 0,4 0 0,-5-1-167,1-2 1,2-5-485,5 4 0,0-4 713,0 5 0,7-7 0,1 4 0</inkml:trace>
  <inkml:trace contextRef="#ctx0" brushRef="#br0" timeOffset="1236">545 0 6313,'10'0'1036,"-1"0"0,3 0-671,1 0 1,-3 2 0,0 3 0,1 3-227,2 0 0,-3 7 0,0-2 0,1 5-24,2 0 1,0 0-1,-1 0 1,-3 1-15,3-1 1,-4 4 0,0-3 2,-1-1 1,-1 3 0,-2 1 0,0-1 0,0 2-25,-3 0 1,-1-5 0,0 3-101,0 0 86,0-5 1,0 7-38,0-3 1,0-4 0,0 4 0,0-4 44,0-1 1,0-1 0,-1 1 0,-3 0-1,0 0-67,0-1 1,-2 1-774,1 0 1,-2-2-370,2-3 1,2 1-826,-7-6 1960,7 6 0,-10-9 0,5 4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07.339"/>
    </inkml:context>
    <inkml:brush xml:id="br0">
      <inkml:brushProperty name="width" value="0.06" units="cm"/>
      <inkml:brushProperty name="height" value="0.06" units="cm"/>
      <inkml:brushProperty name="color" value="#004F8B"/>
    </inkml:brush>
  </inkml:definitions>
  <inkml:trace contextRef="#ctx0" brushRef="#br0">162 1000 10286,'-9'7'0,"1"2"0,-1 3 0,3-1 0,-2-1 0,1 2 0,1 1 0,1 0 0,0-2 0,-2-1 0,1 1 0,-2 1 0,1-1 0,-1-3 0,1 1 0,1-1 0,1 2 0,0-1 0,-2 0 0,-1-1 0,-3 0 0,4-5 0,1 4 0</inkml:trace>
  <inkml:trace contextRef="#ctx0" brushRef="#br0" timeOffset="1011">354 677 7997,'-5'-10'0,"-2"2"561,-1 1 1,3-3 1454,-5 6-684,7-1-877,-4 5 0,7 1-114,0 4 0,7 3 1,3 7-52,3 0 1,2-1 0,-1 1-178,1 0 1,-5-5 0,0-1-1,1 3 19,2 1 1,-3 0 0,0-2 0,1-1-273,2 2 0,-3-4 0,-2 2-15,-1 1 0,2-3 0,-2 0 0,0 1 0,1-3-179,0 1 1,-5-1-1,4-3-102,-1 2 1,-4 2 0,4-4-588,1 2 1,-4 0-576,7-5 0,-5 0 33,5 0 1565,-1 0 0,6-7 0,0-1 0</inkml:trace>
  <inkml:trace contextRef="#ctx0" brushRef="#br0" timeOffset="1435">765 603 6843,'-6'-8'2025,"2"0"-1135,-5 3-566,5 3 0,-4-4-25,3 6 1,2 6-1,-5 4 1,1 3-91,4 2 1,-4 0 0,1-1 0,-1 3-131,1 2 0,-1 3 0,4 4 0,-3-2 0,-3 2-28,-2 2 0,-2 1 0,-2 1 1,0-1-1,1 2-59,-1 4 1,0-4-18,1 3 1,-1-1-1,0-1 1,1 3 68,-1-3 1,0-1 0,0-3 0,1-2-17,-1-1 0,5-7 0,2 1 1,2-2-81,2-3 0,1-4-112,-2 0 1,4-5-390,-4 5 1,5-7-220,5 2 1,1-5 0,5-4 0,-1-2-769,2-2 1540,1-2 0,1-5 0,1 1 0</inkml:trace>
  <inkml:trace contextRef="#ctx0" brushRef="#br0" timeOffset="2464">912 15 8118,'-10'-1'197,"1"-4"450,-1 3-311,2-4-119,1 6 1,7 1-1,0 4 1,2 3 0,3 2-1,3 0 347,0 1 1,5 2 0,-3 2-365,3 0 1,2 1-1,-1 2 1,1 2-1,0-1 34,-1 3 0,1-4 0,0 4 0,-1 1-83,1 0 0,-5 2 0,0 2-189,1-2 0,1 3 1,-1-4-1,-3 4 84,-1 1 1,-1 1-162,-1-1 0,-3-4 1,3-1 13,-4 2 1,-1 2-1,0 1 104,0 1 0,0-1 0,0 1 0,0-1-4,0 0 1,-5 1-1,1-1 1,-1 1-1,-2-3-3,-3-2 0,2 3 1,0-4-1,1 2-48,4-1 1,-3 1 0,-1-7 68,-1-1 1,5-1-1,-2-3 1,3 1 35,2 0 1,-5-5 0,0-1-58,2 3 0,-3 1 0,-1 2-102,-1-1 0,3-4 0,-3 0-587,1 1-344,-4-4 317,9 6 1,-4-10 0,4 5-1313,-3-1 2032,3-2 0,-4-5 0,6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27.506"/>
    </inkml:context>
    <inkml:brush xml:id="br0">
      <inkml:brushProperty name="width" value="0.06" units="cm"/>
      <inkml:brushProperty name="height" value="0.06" units="cm"/>
      <inkml:brushProperty name="color" value="#004F8B"/>
    </inkml:brush>
  </inkml:definitions>
  <inkml:trace contextRef="#ctx0" brushRef="#br0">131 15 8459,'-14'0'0,"-1"0"0,0 0 0,1 0 0,-1 0 0,0 0 4591,1 0-3580,-1 0-717,7 0 1,3 0-363,10 0 0,-2 0 1,7 0-1,1 0 144,2 0 1,2 0-1,0 0-22,-1 0 1,1 0 0,0 0-1,-1 0-48,1 0 0,0 0 0,0 0 0,1 0 51,3 0 0,-2 0 0,2 0-107,-2 0 1,-6 0 65,4 0 0,-9 0 1,9 0 54,-2 0 0,-5 0 0,2 0 135,2 0-175,1 0 1,-4 0-34,1 0 1,-7-1 0,4-3-404,0 0-340,-6-1-618,6 5-1070,-7 0 1726,0 0 0,-7 0 0,-1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28.072"/>
    </inkml:context>
    <inkml:brush xml:id="br0">
      <inkml:brushProperty name="width" value="0.06" units="cm"/>
      <inkml:brushProperty name="height" value="0.06" units="cm"/>
      <inkml:brushProperty name="color" value="#004F8B"/>
    </inkml:brush>
  </inkml:definitions>
  <inkml:trace contextRef="#ctx0" brushRef="#br0">36 1 8039,'-15'0'584,"7"0"1,0 0 194,3 0 0,5 0-445,0 0 0,2 0 1,8 0-4,1 0 1,2 0 0,2 0-110,0 0 0,-1 0 0,1 0 0,0 0 0,-1 0 96,1 0 0,0 0 0,1 0-178,4 0 0,-4 0 0,4 0 0,-4 0 20,-1 0 0,-6 0 0,1 0-204,2 0 0,1 0-269,1 0 1,-4 0-751,0 0-1686,-7 0 1371,4 0 0,-2 1 1378,0 4 0,-1-3 0,-4 4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47.855"/>
    </inkml:context>
    <inkml:brush xml:id="br0">
      <inkml:brushProperty name="width" value="0.06" units="cm"/>
      <inkml:brushProperty name="height" value="0.06" units="cm"/>
      <inkml:brushProperty name="color" value="#004F8B"/>
    </inkml:brush>
  </inkml:definitions>
  <inkml:trace contextRef="#ctx0" brushRef="#br0">60 1 8011,'-15'0'-515,"0"0"1949,0 0-410,7 0-225,2 0 60,6 0-7,0 0-539,6 0 1,-2 0-135,5 0 1,1 0-47,5 0 1,-5 0 0,-1 0 0,3 0-44,1 0 1,2 0 0,-1 0 0,1 0 0,0 0 0,-1 0 0,3 0 0,1 0 0,1 0-28,-1 0 0,4 0 0,-3 0 38,-1 0 0,0 0 1,0 0-1,2 0 5,-2 0 0,-2 0 1,-1 0-199,-1 0 0,-4 0-1,0 0 167,0 0-508,-2 0-629,-2 0-1288,-6 0 252,-6 0 0,3 0 2099,-7 0 0,7 6 0,-4 3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48.676"/>
    </inkml:context>
    <inkml:brush xml:id="br0">
      <inkml:brushProperty name="width" value="0.06" units="cm"/>
      <inkml:brushProperty name="height" value="0.06" units="cm"/>
      <inkml:brushProperty name="color" value="#004F8B"/>
    </inkml:brush>
  </inkml:definitions>
  <inkml:trace contextRef="#ctx0" brushRef="#br0">44 87 8144,'-1'-14'-8,"-2"-1"565,-2 0 1,-5 5 41,5 1 1,-2 0-181,2 0 1,4 4-173,-4 10 1,3-1 0,2 10 0,0 2 30,0 0 1,2 7 0,1 2 0,2 2-49,-2 3 1,4 1-1,-2 1-52,-2 3 0,4 4 1,-2-3-1,-2 0 1,-2 0-214,-1-4 1,5 1 0,0 0 60,-2 1 0,-1 0 0,-2-6 0,0-2 0,0-1 0,0-1 164,0-1 1,0 3-1,0-5-118,0 2 1,0-5 0,0 3-1,0-1 29,0 0 0,0-1 1,0-4-103,0 0 1,0-1 0,0 1-140,0 0 0,0-5 0,0-1-1570,0 3 812,0-6-2492,0 1 3390,0-7 0,7 0 0,1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49.840"/>
    </inkml:context>
    <inkml:brush xml:id="br0">
      <inkml:brushProperty name="width" value="0.06" units="cm"/>
      <inkml:brushProperty name="height" value="0.06" units="cm"/>
      <inkml:brushProperty name="color" value="#004F8B"/>
    </inkml:brush>
  </inkml:definitions>
  <inkml:trace contextRef="#ctx0" brushRef="#br0">103 89 7966,'-13'2'-144,"3"3"1,2-2 207,3 7 0,2-7 1,-5 3 139,1 1 0,1 1 0,1 7 0,-4-1 22,1 1 1,2 0 0,6 0-1,0-1 1,0 1 41,0 0 0,-5-1 1,0 1-88,2 0 0,1-1 1,4 1-1,1 0-36,2 0 1,1-6 0,-1 1-68,5 2 1,-2-4 0,2 0 0,2-2 50,1-2 1,-4 2 0,1-1 0,2-2 14,1-1 0,1-2 0,1 0 1,0 0-66,-1 0 1,3-5-1,1-1 1,0-3-50,-5-2 1,5 3 0,-7-2-1,1-1 6,1-2 1,-2 3-1,1 0 1,-4-1 33,-2-3 1,1 0 0,-4-1 0,2 0-129,-2 1 0,-1-1 1,-2 0-1,0 1-96,0-1 1,-7-5-1,-2 1 1,-5 1 89,0 1 0,-1 3 1,0-1-1,1 0 9,-1 1 1,0 1 0,1 1 0,-1 4-47,0 1 0,0 1 1,1 3-1,-1-2-134,0 1 0,6 3 1,-1 1-194,-2 0 1,-1 6-1,0 4 1,2 3-55,1 2 0,7 0 0,-2 1 0,3 2-284,2 1 1,0 3 765,0-3 0,0-2 0,0 4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1:55.479"/>
    </inkml:context>
    <inkml:brush xml:id="br0">
      <inkml:brushProperty name="width" value="0.06" units="cm"/>
      <inkml:brushProperty name="height" value="0.06" units="cm"/>
      <inkml:brushProperty name="color" value="#004F8B"/>
    </inkml:brush>
  </inkml:definitions>
  <inkml:trace contextRef="#ctx0" brushRef="#br0">251 617 7699,'0'-8'1125,"0"0"-669,0 3 1,0 2 127,0-7 0,0 5-285,0-5 0,-2 2 0,-1-3 274,-2 1-424,-6 7 0,7-5 259,-5 3-516,-1 3 0,-5-4 49,0 6 0,6 0 0,-1 1-45,-2 4 1,-1 2 0,-1 4 0,0-1 153,5 1 1,-4 2 0,4 2-1,0 0 31,-1-1 0,2 1 1,-2 2-42,5 2 1,-2-3 0,3 4 0,0-4-27,3-1 0,1 0 0,0-1 1,0 1 55,0 0 1,0 0 0,1-1-150,4 1 1,-2-5 0,7 0 48,2 1 1,-4-4 0,2-3 37,1-2 0,2 3 0,2 0 0,0-2 1,-1-1 0,1-4-23,0-3 1,-1 2 0,1-7 0,0 0-45,-1 2 1,1-5 0,-2 3-1,-1-3 31,-3-1 0,-4 4 0,4 0 0,-3-1 43,-3-3 0,-1 0 0,0 1 0,1 1 57,2 2 1,0 1 99,-5-6 1,0 5-7,0 0-512,0 7 94,0-3 277,0 6 0,0 6 1,0 4 42,0 3 0,0 2 0,1-1 0,3 1 0,0 1 0,1 2-148,2 2 1,-4 4 20,7-4 1,-7 6 0,2-3 0,-2 2-34,2-1 0,-3 1 0,3 4 0,-4 0-90,-1 1 1,5-6 0,0-1 268,-1-2 1,-3 4 0,-1-6 0,0-1 193,0-1 1,0-3 0,0 1-145,0 0 0,0-5 1,-1-2 2,-4-2 0,1 4 0,-5-3-51,-3 1 0,-1-5 0,-2 2 1,1-3-169,-1-2 1,0 5-1,1-1 1,-1 0 70,0-3 1,0-1 0,-1 0 0,-2 0-172,-1 0 1,-1 0 0,5-1 24,1-4 1,-1 3 0,0-3 39,0 4-537,7-6-441,-5 5-458,5-4 509,-7 6 0,7 6 453,3 4 0,4-2 587,1 2 0,-7-6 0,-1 2 0</inkml:trace>
  <inkml:trace contextRef="#ctx0" brushRef="#br0" timeOffset="1203">809 0 10140,'-9'2'816,"0"3"-637,3 4 0,-1 1 0,4 3 0,-3 4 18,-3-1 1,6 0-1,-2 1 1,2 1-109,-2 1 0,3 6 1,-2-4-116,2 2 1,2-4-1,-2 6-64,-3 1 1,4-3 0,-4 0 26,3-2 41,2 5 0,0-3 1,0 5-1,0-2 0,2-3 1,1 0 102,2-1 1,2 1-1,-4 3 1,2-3 67,-2-1 1,5-1-1,0-3 1,2 1 0,0-1 151,1-1 1,-2 2 0,0 1 0,1-2-219,-2-2 0,5-6 0,-3 0 1,2 1 16,-3 2 1,4 0-1,-4-1 1,0-2-96,1 1 1,-5-3 0,5 0-115,1-1 0,-2-1-285,0-1-1247,-5-3-1120,9 4-239,-12-6 3000,6 7 0,-14 1 0,-1 7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10.631"/>
    </inkml:context>
    <inkml:brush xml:id="br0">
      <inkml:brushProperty name="width" value="0.06" units="cm"/>
      <inkml:brushProperty name="height" value="0.06" units="cm"/>
      <inkml:brushProperty name="color" value="#004F8B"/>
    </inkml:brush>
  </inkml:definitions>
  <inkml:trace contextRef="#ctx0" brushRef="#br0">30 58 7939,'-2'-15'0,"-2"0"3177,-6 1-2963,3 6 1,1 3 0,6 10 0,0 4 0,0 4 0,0 2 0,0 0 0,0 0 0,0 1 443,0 3 0,0-1-556,0 7 1,1-5 0,3 4 0,0 1 48,0-3 0,2 6 0,1-3 0,-1 2-266,1 3 1,-1-6 0,-2 1 0,1 1 0,-1 0-101,3-1 1,-5 2 0,3-4 195,-4 0 1,4 0-1,0-5 1,0 1 14,1-1 1,-4-1 0,5-3 0,-3 1 0,1 0 0,-1 0 39,4-1-30,-7 1 1,11-5 408,-7 0-274,0-7-43,-5 3 0,0-7 0,0-4 0,1-3 32,4 0 1,-3-6-380,3 5 1,-4-4 41,-1-2 0,2 0 1,1 0-1,2 1-40,-2-1 0,4-5 0,0 1 104,1 1 1,-3 0 0,3 0 0,0-2 46,0 2 0,-3 0 0,3 0 0,-1-1 0,-2 1-19,1 2 1,-3 1 0,6 0 133,-3 0-6,6 1 0,-11 4-30,4 0 0,-2 7 1,1 0 103,0 6 0,1 5 1,-3 7-1,1-1 27,2 1 0,2 2 1,-4 0-1,2 3-51,-2-2 0,0 3 0,1-1 0,2-1 21,2 3 0,-3-6 107,5 4 0,-5-4 0,3-1-86,-1-1 0,2 1 1,-2 0-1,0-1-7,-1 1 0,1 0 1,-4 0-1,3-2 19,3-4 1,-6 5 0,2-5-25,-4 4 1,4-3 0,0 0 0,-2 1-41,-1 2 1,3-3-1261,0 0 684,0-7 1,0 5-470,0-3 1,1-3-2359,-1 3 3350,-3-3 0,4-2 0,-6 0 0</inkml:trace>
  <inkml:trace contextRef="#ctx0" brushRef="#br0" timeOffset="1359">780 411 6586,'-8'-9'2444,"1"3"-2157,7 6 288,-6 0-271,4 0 0,-6 0 1,4 2-71,0 2 0,-6 5 1,5 5-1,2 1-48,1 0 1,-3-1-1,0 1-100,2 0 0,0 1 0,-1 2 0,-1 2 1,2-2-1,2 0 63,1 1 1,0-2 0,0 2-107,0-3 1,0 4-1,0 0 1,0-2 0,0-2-65,0-1 0,0-1 0,0 1 0,1 0 93,4-1-24,-3 1 1,11-2-6,-3-3 0,-2 3 0,2-5 0,1 0 31,2-3 1,2 2 0,-1-2 11,1-2 1,0-1-1,0-2 1,-1 0-63,1 0 1,5 0 0,-1 0 0,-1 0-5,-2 0 0,-1-2 0,0-1 1,0-4 8,-1-1 0,1 0 0,0-4-15,-1 3 1,1-1 0,-2-5-1,-1 2 1,-4 2 69,-2 1 0,4 0-77,-5-5 1,0 1 0,-5-1 0,0 0 0,-2 1-118,-3-1 1,2-1 0,-7-2 0,-1-2-66,-2 2 0,-2 0 0,-1 0 0,-2-2 0,-4 3-18,0 0 0,2 2 0,-3 1 1,2-1 39,3 0 0,-3 6 0,-1 0 0,1 3-34,0 3 0,-3 1 0,4 2 63,2 0 1,0 0 0,2 2-1,-1 1-72,4 2 0,7 5 0,-2-4-256,1 2 1,2-3 0,5 5 0,0 1-199,0 2 0,0-3 1,2 0 649,3 2 0,3 1 0,7 1 0</inkml:trace>
  <inkml:trace contextRef="#ctx0" brushRef="#br0" timeOffset="1911">824 705 8012,'-10'0'-239,"0"0"207,-1 0 0,3 0 1026,-2 0 329,0 0-856,-5 0 1,6 0 0,0 1 107,3 4 1,3-3-214,7 3 1,0-4 0,6-1-183,1 0 1,2 0 0,2 0 0,-1 0 0,1 0 169,0 0 0,1 0-176,4 0 1,-4 0-1,4 0 1,-4 0-74,-1 0 1,-1-1-1,1-3 1,0-1-54,0 2 0,-1 2 1,1 1-268,0 0 1,-6 0-566,1 0 0,-5 0-1810,5 0 1099,-7 0-955,4 0 2450,-7 0 0,6 6 0,2 2 0</inkml:trace>
  <inkml:trace contextRef="#ctx0" brushRef="#br0" timeOffset="2916">1412 190 6747,'-7'-8'1167,"4"1"63,-7 7-837,7 0 0,-10 2 1,5 3-77,0 5 0,-1 1 0,6 2 1,-2 0-118,2 4 0,-4 1-137,3-4 1,-6 3 0,5 1 0,0 3 125,-2 2 1,6-4 0,-6 4 0,2 0-128,0 0 0,1-4 0,4 4 1,0 0 79,0 0 0,0-5 0,0 2 0,0-4 12,0-1 0,6-1 0,2 1 0,2 0-8,0-1 1,0 1 0,4-2 0,1-1-16,0-3 0,1-4 0,2 4 0,2-1-95,-2 0 1,-2-5 0,-1 2 0,-1-3-182,1-2 1,0 0 0,-1 0-248,1 0 1,0 0-466,-1 0 1,-4 0-1385,0 0-704,-7 0 2945,10 0 0,-4 0 0,5 0 0</inkml:trace>
  <inkml:trace contextRef="#ctx0" brushRef="#br0" timeOffset="3361">1618 381 8065,'-9'0'2592,"-4"0"-1770,12 0 0,-6 2-437,7 3 0,2-2 0,1 7 0,4 0-111,1-2 1,0 5 0,3-3 0,-1 3-122,2 1 1,-4 1 0,2 0 0,1-1-92,2 1 0,-3 0 0,-2 0 0,0-1-73,0 1 0,-3 0 0,3-1 0,1 1-184,-1 0 0,-3-5 0,3-1 96,-2 3 1,4 1-1,-3 2-594,1-1 1,-3-1 0,3-1-594,-2-2 0,1-6-1007,-2 6 733,-3-6 1560,4 2 0,1-6 0,1 0 0</inkml:trace>
  <inkml:trace contextRef="#ctx0" brushRef="#br0" timeOffset="3801">1897 366 6551,'-15'0'1771,"0"2"-1630,1 3 1,1 3 0,1 5-1,4 0 25,2 2 0,-6-4 0,4 9 1,-2-4-87,0-1 1,1 1 0,-4 2-1,1 2-32,2-2 1,0 0 0,-4 0 0,1 1-41,3-1 0,-3-1 1,5-3 21,0 1 0,-1-5 0,6 0-501,-2 1 0,0-3-581,5 2 724,0-7 0,2 9 328,3-7 0,3 0 0,7-5 0</inkml:trace>
  <inkml:trace contextRef="#ctx0" brushRef="#br0" timeOffset="4370">1897 73 8100,'0'-10'81,"0"0"1851,0-2-1280,0 6-120,0-1-211,6 7 1,-2 2-91,5 3 0,0 3 0,2 7 0,-1 0-51,1-1 1,2 6 0,2 1 0,0 2-107,-1 3 0,1-3 0,0 1 0,0 3-32,-1 0-108,1 3 0,-2-1 0,-2 0 0,-2 1 45,-3-1 0,4-4 1,-4-2 80,3-2-33,-6 5 1,3-8-1,-6 5 33,0-2 1,0 0-75,0-1 1,0-2 0,0 5-57,0-2 1,0 3 0,0-2-1,-1-1 36,-4 0 1,2-1 0,-6-6 0,1 1-1,2 0-236,-1 0 0,1-1 0,2 1-373,0 0 1,-3-6-293,2 1 1,2-2 253,-7 2 0,7-2 1,-4-4 680,1 1 0,4 6 0,-4-3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28.502"/>
    </inkml:context>
    <inkml:brush xml:id="br0">
      <inkml:brushProperty name="width" value="0.06" units="cm"/>
      <inkml:brushProperty name="height" value="0.06" units="cm"/>
      <inkml:brushProperty name="color" value="#004F8B"/>
    </inkml:brush>
  </inkml:definitions>
  <inkml:trace contextRef="#ctx0" brushRef="#br0">4 0 11687,'-4'2'0,"6"1"0,5 4 0,2 1 0,1 3 0,0 2 0,1 2 0,1 0 0,-1 0 0,-1-1 0,2 3 0,-1 1 0,0 3 0,-1 0 0,0 2 0,0 0 0,0 3 0,-1 0 0,0 0 0,-3-1 0,-1 2 0,0 4 0,-2 4 570,-1-3 0,-2-2 0,0-4 1,0-2-787,0 3 0,0 0 0,0 3 0,0-1 0,-2-1-159,-3-4 303,4 4 1,-12-5 0,4 5 0,0-2 0,-1-2 5,-2 3 0,6-6 1,-1-2 122,1-2 1,3-3 0,-6 1 0,3 0-150,3-1 0,-1-4 1,1 0-581,-2 1-102,0-4 1,4 0-1477,-4-7 2250,3 0 0,-11 0 0,5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48.317"/>
    </inkml:context>
    <inkml:brush xml:id="br0">
      <inkml:brushProperty name="width" value="0.06" units="cm"/>
      <inkml:brushProperty name="height" value="0.06" units="cm"/>
      <inkml:brushProperty name="color" value="#004F8B"/>
    </inkml:brush>
  </inkml:definitions>
  <inkml:trace contextRef="#ctx0" brushRef="#br0">59 162 7835,'-7'-15'14,"6"5"1,-6 2 329,1 2 0,4-1-15,-3 2 1,2 4-34,-2-4 0,3 2 88,-3-2 1,2 3 589,-2-3 119,4 3-436,-6 2-542,7 0 1,0 2-1,0 3 214,0 5 0,0 3-296,0 2 0,5-1 0,1 1 0,1 0 15,0-1 0,-1 1 1,-1 0-1,3-1 0,2 1-9,0 0 0,-5 0 1,3-1-1,0 1-3,0 0 1,0-1-1,4 1-163,-2 0 0,-6-5 0,5-1 0,-1 1-4,0-2 0,-3 4 1,3-6-1,0 1-577,0-1 657,-4-1 1,4-5-824,-3 0 227,-4 0-777,12 0 1,-9 0-374,5 0 1475,1 0 1,3-1 321,-3-4 0,3-3 0,-5-7 0</inkml:trace>
  <inkml:trace contextRef="#ctx0" brushRef="#br0" timeOffset="489">500 15 7991,'0'-8'1591,"0"1"-1396,0 20 1,-5-3 0,0 10 0,2-4 49,1-1 1,0 1-1,-1 2 1,-2 3 355,2 2-467,-5 2 1,6 4-1,-4 0 1,-1 1 24,-3-1 0,2 1 1,-2-1-1,1 0-144,0 1 0,-7 4 1,5 0-1,-1-1 1,-1-2 177,0-1 0,-2-1-135,1 0 0,1 1 1,1-2-1,2-2-45,-1-2 1,3-1 0,0 3 26,1-1 1,-3-7-1,4 1 1,-1-2-165,1-3-9,1 1-43,5 0 0,0-6-1160,0 1 817,0-6 0,1 0-246,4-8 1,-1 2-1,4-5-1120,-2 1 1885,6 4 0,-4-17 0,7 2 0</inkml:trace>
  <inkml:trace contextRef="#ctx0" brushRef="#br0" timeOffset="1364">794 412 6399,'-15'0'1361,"7"0"471,-5 0-758,11 0-251,-4 0-950,6 0 170,0 0 16,0 6 0,6-2 0,4 4 1,3-2-1,2-2 167,-1-3 0,1-1 1,2 0-82,2 0 1,-3 0-1,4 0 1,-2 0 0,0 0-59,2 0 1,-1 0 0,-4 0 0,0 0-1,-1 0-85,1 0 1,-5 0-3,0 0 0,-1 0-100,6 0 1,0 0-178,-1 0 97,-5 0 1,-1 0-403,-3 0 1,-4-1-1076,4-4-853,-3 3 1004,-2-4 1506,0-1 0,-7 5 0,-1-4 0</inkml:trace>
  <inkml:trace contextRef="#ctx0" brushRef="#br0" timeOffset="1822">794 177 8014,'-10'0'2085,"0"0"-1871,7 0 1,-2 0 0,10 0 0,5 0 50,3 0 1,1 0-78,1 0 0,0 0 0,0 0-30,-1 0 0,3 0 0,1 0 0,1 0 0,1 1 107,1 4 1,-5-3 0,4 3 0,-4-4 0,-1-1 8,0 0 1,-1 0 0,1 2-432,0 3 149,-1-3 1,-4 4-40,0-6 0,-5 0 180,5 0 1,-5 2-571,4 3 1,-4-4-282,5 4 1,-5-3-2004,5-2 2721,-7-7 0,10-1 0,-5-7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51.596"/>
    </inkml:context>
    <inkml:brush xml:id="br0">
      <inkml:brushProperty name="width" value="0.06" units="cm"/>
      <inkml:brushProperty name="height" value="0.06" units="cm"/>
      <inkml:brushProperty name="color" value="#004F8B"/>
    </inkml:brush>
  </inkml:definitions>
  <inkml:trace contextRef="#ctx0" brushRef="#br0">162 15 8080,'-7'-8'-532,"4"1"762,-7 7 0,5 0 0,-4 0 8,-3 0 1,6 2 0,-1 1 0,1 4 9,-4 1 1,2 0-1,-1 3 1,3-1 27,3 2 1,-4 1-1,1 1 1,-1 1-17,0 0 0,1 4 1,3 3-121,-2 1 1,0-4 0,3 4 0,-1 0-104,-2 0 1,0-5-1,5 3 1,0-1-34,0-1 0,0 1 0,0-6 0,0 1-21,0 0 1,2 0-1,3-1 1,3 1-152,0 0 101,5-1 0,-6-4 54,2 0 0,4-5 1,-3 3-1,3 0 0,2-1 1,1-1 209,4-2 1,-4-1-180,4 2 0,-7-4 0,0 4 0,3-3 20,1-2 1,-1 0-1,-1-2 1,-1-1 14,1-2 0,0-1 0,0 2 1,-1-2-1,1-2 34,0-4 0,-1 1 1,1-1-7,0 2 1,-1 1 0,1-6 0,0 0-11,0 1 0,-6-1 0,-1 0 1,1 0 132,-1 1 0,-3-1-121,5 0 1,-7 1-65,2-1 1,-4-1-12,-1-4 0,0 4 0,0-6 0,0 3-148,0-1 1,-6-1 80,-4 1 0,-3 4 0,-2-5 0,-1 1-33,-4 1 1,2 4 0,-6 5-1,-2-1-18,-2-2 0,3 5-74,1 3 0,-1 3 0,-4 2 109,0 0 1,4 0 0,2 0-55,2 0 1,-3 0 0,4 0-1,2 2-120,2 3 0,1 1 1,2 5-1,1-1 0,4 2 1,0 1-413,0 1 1,5 1 0,-2 0-979,3 0 1639,2-1 0,0 1 0,0 0 0</inkml:trace>
  <inkml:trace contextRef="#ctx0" brushRef="#br0" timeOffset="991">838 427 7664,'8'0'718,"-1"-7"279,-7 5-53,0-4-421,0 6 1,0 6-269,0 4 0,1 3 0,3 2-161,0 0 1,1-1-1,-5 1 1,0 0-223,0-1 124,0-5 1,0 9 0,-1-4 6,-4 3 1,2-1 0,-6-1 0,1 1 0,0 2 0,-3 2 6,-2-2 1,3-2-1,0-1 1,0-1-133,2 1 1,-3-5 0,4-2 0,1 0-910,-1 0-289,-4-4-1730,9 2 3050,-5-6 0,7 0 0,0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54.880"/>
    </inkml:context>
    <inkml:brush xml:id="br0">
      <inkml:brushProperty name="width" value="0.06" units="cm"/>
      <inkml:brushProperty name="height" value="0.06" units="cm"/>
      <inkml:brushProperty name="color" value="#004F8B"/>
    </inkml:brush>
  </inkml:definitions>
  <inkml:trace contextRef="#ctx0" brushRef="#br0">221 13 7266,'-8'-1'741,"3"-4"1,2 3-479,-2-3 1,3 5-1,-3 5 24,4 5 1,1-2-1,0 2 1,0 1-80,0 2 0,0 2 0,1 1 0,3 2 0,2 2 19,2-2 1,-3 3-1,3 0 1,1 1-103,-1-1 1,-3 5 0,3-3 0,0 1-38,0 1 0,-3-2 0,3 3 1,-1-3-79,-4-2 0,0 5 0,1-3-27,0 0 0,1 3 0,-5-7 0,0 1 87,0 1 0,5-4 1,0 2-1,-2-2 32,-1-3 0,-2 1 0,0 0 20,0-1 1,-2 1-1,-1 0 1,-2-1 9,2 1 0,-5 0 1,0 0-71,-1-1 0,-4-4 1,4 0-1,-3 1-133,2 2 0,-3-3 0,3 0 0,-3 0 14,-1-2 1,-1 5 0,0-5-1,1 2 1,-1-2-85,0-1 0,1-1 0,-1-3-233,0 2 205,0 0 1,6-5-182,-1 0 1,0 0 0,-3-1 113,3-4 1,4 1-1253,6-5 1,1 5 1487,4-1 0,3-3 0,7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2:56.274"/>
    </inkml:context>
    <inkml:brush xml:id="br0">
      <inkml:brushProperty name="width" value="0.06" units="cm"/>
      <inkml:brushProperty name="height" value="0.06" units="cm"/>
      <inkml:brushProperty name="color" value="#004F8B"/>
    </inkml:brush>
  </inkml:definitions>
  <inkml:trace contextRef="#ctx0" brushRef="#br0">118 0 6585,'-10'5'2832,"2"2"-2032,1 1 1,-3-3-638,6 5 0,-6 0 1,5 4-1,0 1 1,0 0 31,0-1 1,-1 6-1,2 1 1,-2 0-1,-1 2 31,1 0 0,-1-3-93,2 4 1,4-1-1,-4 3-34,3-1 0,2-1 0,0 6 0,0-3-20,0-2 1,0 3 0,0-6-1,0 3 1,0-2 25,0-2 0,2 5 0,1-3 1,4 0 5,1-3 0,0-2 0,3-1 0,-1 3 0,2-2 7,1-2 1,1-1 0,1 0-61,0-1 1,-5 1 0,-1 0 0,3 0-12,1-1 1,-3 1-1,-1-2 1,1-2 14,-2-1 0,4-5 0,-6 3 29,3-1 0,0 3-131,6-5 0,0-1-192,-1-4 0,-4 0-1393,0 0-861,0 0 1,0 0 2485,-1 0 0,-5-6 0,2-2 0</inkml:trace>
  <inkml:trace contextRef="#ctx0" brushRef="#br0" timeOffset="2759">412 162 8030,'-2'-8'-51,"-3"3"922,4-3 346,-12 6-896,11-4 1,-5 7 0,7 4-97,0 5 1,0 3 0,2 3-1,1 2-34,2 2 1,2 1 0,-2-1 0,3 3-43,0 0 0,-2 4 0,-4-2 0,1 3-71,2 1 0,2-1 0,-4-2-55,2-2 1,0 1 0,-4 3 0,3-2 57,1-2 1,0-4-1,-5 3 1,1-2-26,4-3 0,-3-2 0,3-1 0,-4 0-50,-1-1 1,2-1-19,3-3-91,-4 3 1,8-11 122,-5 3 1,-2-5 0,5-3 0,-2-4-242,-1-1 95,1 5 0,-3-10 45,3 3 0,-3-3 0,4-2 1,-1 0-16,0 1 1,0-1 0,-5-1 0,1-2 1,4-2 1,-3 0-1,4 6-7,1-1 0,-4 0 102,7 1 1,0-1-94,5 0 1,-6 7 88,1 3 0,0 3 0,5 4 0,-1 3 78,1 5 1,-2 3 0,-1 2 0,-3-1 20,3 1 1,-1 0 0,1-1 0,-3 1 8,3 0 1,-4 4-1,0 1 1,0-2 35,1-2 0,-6-1 1,3 1-1,-1 2-20,0 2 1,0 4 0,-5-4 178,0-2 0,5 0-227,0 1 0,0-7 0,-4 3 1,3-2-276,1 0 1,1-3 66,-1-1 1,-2 0-1,5 2 1,1-3-1228,-1-1 826,-5-2 1,10-5-493,-3 0 0,-2 0 1,2 0 1027,1 0 0,2 0 0,2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00.804"/>
    </inkml:context>
    <inkml:brush xml:id="br0">
      <inkml:brushProperty name="width" value="0.06" units="cm"/>
      <inkml:brushProperty name="height" value="0.06" units="cm"/>
      <inkml:brushProperty name="color" value="#004F8B"/>
    </inkml:brush>
  </inkml:definitions>
  <inkml:trace contextRef="#ctx0" brushRef="#br0">132 1 7669,'-14'0'548,"-1"0"1,2 2-310,3 3 0,-1-2 1,6 7-1,0 1-1,-2 2 1,6 2 0,-6-1 0,2 3 17,0 2 0,1-1 0,2 7-166,-3 1 0,3 0 0,-4 0 0,1-1-90,0 1 0,0 0 0,5 0 0,0-3 0,0 0 80,0 0 27,0-5 0,0 3-49,0-6 0,2-2 0,1-2 0,4-1 0,1 0 0,2 0 76,-2-1 1,5-4 0,-3 3-60,3-1 0,1-2 1,1-5-1,0 0 1,-1 0 19,1 0 0,0 0 1,0 0-90,-1 0 1,1-2 0,0-1 0,-1-4 1,1-1 1,0 3 0,-1-4 0,1-3 0,0-1 27,-1-2 1,1 1 0,-2-1 0,-1 0 119,-3 1 0,-5-1-77,1 0 0,1 0 0,-1 1-30,-2-1 1,-1 0 0,-2 1 0,-2-1 0,-3 0-36,-4 1 0,0-1 1,0 0-1,-3 0-292,-1 1 158,-8-1 1,5-5-64,-4 1 0,-1-1 0,1 6 0,2 1 56,2 3 0,0-2 0,-1 6 0,-1-1-100,0 1 0,10 1 0,-7 5 0,2 0-143,0 0 1,-1 1 0,1 4-266,3 5 1,-2 3 49,7 2 0,-4 0 1,4-1-151,1 1 1,4 0 734,5-1 0,4 1 0,5 0 0</inkml:trace>
  <inkml:trace contextRef="#ctx0" brushRef="#br0" timeOffset="457">103 310 8045,'-15'0'1529,"7"0"1,3 0-1210,10 0 0,3 0 1,7 0-1,0 0-78,-1 0 0,1 0 0,1 0 0,2 0-59,2 0 0,0 0 0,-6 0 0,1 0-40,0 0 0,-1 0 1,1 0-1,0 0-73,-1 0 0,1 1 0,0 3-126,0 0 0,-6 1 0,1-5-339,2 0 1,-4 0-295,2 0 1,-6 0 0,5-1-2413,-3-4 2034,-1 3 1067,-5-4 0,0 6 0,0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07.545"/>
    </inkml:context>
    <inkml:brush xml:id="br0">
      <inkml:brushProperty name="width" value="0.06" units="cm"/>
      <inkml:brushProperty name="height" value="0.06" units="cm"/>
      <inkml:brushProperty name="color" value="#004F8B"/>
    </inkml:brush>
  </inkml:definitions>
  <inkml:trace contextRef="#ctx0" brushRef="#br0">74 60 7408,'-15'-7'259,"0"-3"0,5 2 417,1-2 0,5 6 518,-1-6-644,4 6-299,1-2 0,1 8 0,3 2 0,2 6 1,2 3-1,4 2 235,1 0 1,2 4-419,-1 1 1,1 6 0,0-1 0,1 2-24,4 3 1,-4-1 0,4 2 0,-6 2-1,-2 1 1,-2 0-164,1 2 1,-4 2-1,-3 4 1,0-1 19,1-2 0,-4-1 1,4 3-1,-3-4 3,-2-1 0,0 3 1,0-4-1,-2-1 21,-3 2 1,2-5 0,-5 3 70,1-3 1,-4-6 0,3-1 82,-1 2 0,-4-4 0,5-3 0,-2-2 0,1-3-89,-3 1 1,-1 0-1,-2-1-259,1 1 0,1-5 0,1-2-370,2-1 1,1 2 0,-6-4-492,0-1 1,5 2 91,1-1 1037,5 0 0,-9-5 0,5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03.510"/>
    </inkml:context>
    <inkml:brush xml:id="br0">
      <inkml:brushProperty name="width" value="0.06" units="cm"/>
      <inkml:brushProperty name="height" value="0.06" units="cm"/>
      <inkml:brushProperty name="color" value="#004F8B"/>
    </inkml:brush>
  </inkml:definitions>
  <inkml:trace contextRef="#ctx0" brushRef="#br0">88 74 7286,'0'-10'-347,"0"1"786,0 5 1,-1-2 7,-4 6 0,2 0 575,-7 0-738,7 0 1,-6 0-1,6 2-61,-2 2 1,0 0 0,4 4 0,-3 0 68,0 0 1,-1 2 0,5 5 0,-2-1-205,-3 1 0,4 0 1,-4-1-1,3 1 0,2 0 38,0 0 0,-5 1 1,0 2-1,2 1-88,1-1 0,2-1 1,0-3-1,0 1-42,0 0 1,0 0 0,0-1 0,0 1 0,2-2-104,3-3 1,-2 3 98,7-3 1,-5 1 0,5 1 0,1-4 0,0 0-39,-1 0 0,3-3 0,-3 3 33,3-1 0,2 2 0,0-4 0,-1-1-5,1-3 0,0 4 0,-1 0-30,1-2 0,0-1 0,-2 0 0,-2 1-527,-1 2 1,-5 0-356,5-5 620,-7 0 1,5 0-1097,-3 0 426,-3 0 268,4 0 0,-1-2 712,0-3 0,0 3 0,-5-4 0</inkml:trace>
  <inkml:trace contextRef="#ctx0" brushRef="#br0" timeOffset="534">309 192 6590,'-10'0'-85,"0"0"1,5 0 0,-4 0 2363,-3 0-929,6 0-883,-7 0 1,11 2-165,-3 2 1,3 0-1,4 5 127,3 3-261,-3-6 1,11 6-77,-4-7 1,5 5 0,0-4 0,1 2 47,0 4 1,-1-4 0,1 0 0,0 0 1,-1 0 1,1-3 0,0 3 0,0 1-53,-1-1 0,1-3 0,0 3 0,-1 0-12,1 0 1,0-5 0,-2 4 0,-2-2-51,-1 0 0,-5 1 1,5-2-308,1 0 0,-3 6 60,2-5 0,-5 0-1724,5-5 110,-7 0-356,4 0 961,-7 0 1227,0 0 0,-7 0 0,-1 0 0</inkml:trace>
  <inkml:trace contextRef="#ctx0" brushRef="#br0" timeOffset="869">515 148 7992,'8'-7'-1667,"-2"6"1990,-6-6 1,0 9-55,0 3 0,-4 3 0,-3 6 0,0 1-94,1 0 1,-4-5 0,4-1-1,-3 5-44,-2 4 1,3-2-1,-2 5 1,-1-1 11,-2-1 0,-7 6 1,0-4-1,2 0-62,2 0 1,1-1 0,1-5 0,1-1-56,3 1 0,-2 0 1,6-2-569,-2-3 168,4 3 1,-1-7-321,10 4 0,-1-3 0,5-7 694,3 0 0,1 0 0,2 0 0,-1 0 0</inkml:trace>
  <inkml:trace contextRef="#ctx0" brushRef="#br0" timeOffset="1431">632 30 7992,'0'-10'486,"0"1"1109,0 5-1020,0-2 1,2 7-377,3 4 1,-2-1 0,5 5-1,0 4 1,1 4-15,2 2 1,-3 1-1,2-4 1,0 2 29,-2 2 1,3 4-182,-6-4 1,5 1 5,-5-1 0,5-4 0,-5 5 0,-2-1 7,-1 0 1,3 1 0,-1-3 0,0 1-25,-3-1 1,-1 0 0,0 0-11,0 2 1,0 4 0,0-4 0,0 0-7,0 1 0,-5-5 1,1 4-1,-1-4-102,-2-1 0,5-1 1,-2 1-1,0 0-651,-1 0-275,4-1-517,-6 1 703,7-7-1252,0-1 2087,-6-7 0,4 0 0,-4 0 0</inkml:trace>
  <inkml:trace contextRef="#ctx0" brushRef="#br0" timeOffset="2186">1147 456 7255,'-5'-9'-126,"0"-1"1021,0 7 431,5-4-754,0 7 0,0 2-335,0 3 1,-2 3-1,-1 6-67,-2 1 1,-1 0 0,3 0-1,-2-1-46,1 1 0,-2 0 0,-1-1 0,1 1-213,-1 0 79,-4-1 1,8-4-222,-7 0 0,5-5-879,-5 5 280,7 0-1272,-4-2 1487,7-2 615,0-6 0,7-6 0,1-2 0</inkml:trace>
  <inkml:trace contextRef="#ctx0" brushRef="#br0" timeOffset="2768">1397 251 7004,'-10'-5'0,"0"0"1209,0-7 0,2 9 2454,3-7-3198,4 7 0,1-2-252,0 10 0,0-2 1,1 6-1,4-1 1,5-2 148,3 1 1,2 4-169,-1-1 1,1-2-102,0 2 1,-1 0 0,1 3-1,0-2-32,0-1 0,-1-5 1,1 5-65,0 1 0,-6-3 1,1 1-1,0-1 1,0-2-281,0 1 0,-2-1 0,3-2-257,-1 0 1,-7 3-1455,2-2-1079,-3-3 2009,-2 4 0,2-6 1064,2 0 0,-2-6 0,5-3 0</inkml:trace>
  <inkml:trace contextRef="#ctx0" brushRef="#br0" timeOffset="3135">1676 133 7902,'8'0'382,"-1"2"0,-7 3 0,0 4 0,0 4-49,0 2 1,0 0 0,0 1-1,0 2-98,0 2 1,0 6 0,0-3 0,0 3-37,0 3 1,-5-3 0,-2 9-1,-1-4-106,-3-2 0,-2 1 1,0-1-1,1 0 30,2 1 0,0-1 1,-3-1-53,4-4 0,-3 3 1,6-8-1,-1-1 1,1 0 123,2 2 0,-2-9 0,1 4-564,2-2 1,1-5-75,2 2 1,0-5 0,2 3-360,3-2 1,3-2 0,6-8 801,1 0 0,0-8 0,-1 4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26.696"/>
    </inkml:context>
    <inkml:brush xml:id="br0">
      <inkml:brushProperty name="width" value="0.06" units="cm"/>
      <inkml:brushProperty name="height" value="0.06" units="cm"/>
      <inkml:brushProperty name="color" value="#004F8B"/>
    </inkml:brush>
  </inkml:definitions>
  <inkml:trace contextRef="#ctx0" brushRef="#br0">58 410 8428,'-15'0'1209,"5"0"-234,0 0 183,7 0-274,-10 0-867,11 0 1,-3 0 0,10 0 0,5 0 111,3 0 0,2 0 0,0 0 0,-1 0 40,1 0 1,0 0 0,-1 0 0,3 0 21,2 0 1,-2 0 0,2 0-22,-2 0 0,-3 0 1,1-1-1,0-2-166,-1-2 1,1 0 0,0 5-181,0 0 1,-6-2-322,1-3 1,-5 4 127,5-4-390,-7 3 0,5 2-2286,-3 0 3045,-3 0 0,11 0 0,-5 0 0</inkml:trace>
  <inkml:trace contextRef="#ctx0" brushRef="#br0" timeOffset="594">675 72 8123,'-2'-14'-209,"-1"-1"728,-2 0 0,0 5 840,5 1-1126,0 5 0,0 0-34,0 8 0,0 5 0,0 5 1,0 3-1,0 1-51,0 1 1,5 6-1,0-4 1,0 2-72,2 3 1,-4-3-1,5 1-12,-1 2 1,-3 2 0,-4 0 0,2-2 43,3-1 1,-3-6 0,2 4 0,-2 0-284,-2 0 0,0-5 1,2 3 217,3 0 1,-4-4 0,4 2-74,-3-3 0,-2-1 1,0 0-470,0 0 0,0-6-549,0 1-2284,0 0 3331,6 5 0,-4-1 0,5 1 0</inkml:trace>
  <inkml:trace contextRef="#ctx0" brushRef="#br0" timeOffset="1523">1072 322 7820,'-13'10'-81,"3"0"285,5 1 0,2 2 1,0 4 18,-2 2 1,0-2-1,5 4 1,0 0-130,0 4 1,0-4 0,0 0-1,0-1 1,0-1 4,0-1 24,6-1 0,-2-8 49,5 1 1,-4-2 0,5 4 26,2-2 1,1-7-1,1 2 17,1-4 0,0-1 0,-1 0 0,1 0 21,0 0 0,-4 0 0,1-1 0,1-3-2,-2 0 1,1-8-171,2 2 1,-1-3-1,-1-1 1,-4-1-66,-2 0 1,4 5 0,-5 1-1,-2-3 1,1-3-65,1-4 1,-4 2 0,4-2 0,-3 3-59,-2 1 1,-5 0 0,-2 0-1,1 1-76,-1-1 1,-4 5 0,1 0-17,-3-1 0,-2 3 0,1 0 0,-1 1-67,0 4 0,0 1 0,1 2-325,-1 0 1,0 0 0,2 2 101,4 3 1,-3-2-1,6 7 1,-1 1-50,0 2 0,3 2 553,4 0 0,0 6 0,0 2 0</inkml:trace>
  <inkml:trace contextRef="#ctx0" brushRef="#br0" timeOffset="2441">1733 469 7916,'-13'-14'0,"2"1"-58,1 3 391,7-3 155,-10 4-270,5 1 0,-7-3-296,0 6 0,0 0 0,1 5 78,-1 0 0,5 7 0,0 1 1,-1 2-18,-2-1 1,3 3-1,0 6 1,-1 1 24,-2-1 1,0 0-1,1 0 1,3 3-1,-1 1 36,2-1 0,1 0 0,7-3 35,0 2 0,0-1 0,0-4-70,0 0 0,0-5 1,2-2 3,3-2 0,3 1 1,6-4-1,1 2 0,0-2-56,0-1 1,1-2 0,2 0 0,1-2-170,-1-3 0,-1 4 1,-3-6 246,1 1 1,0 2 0,0-5-30,-1-3 0,-4 4-61,0-2 1,0 2 43,4-2 1,-4 4-58,0 6 1,-5 1-1,5 4 0,-5 2 0,3 4-100,-2-1 0,4 0 101,-5 4 0,1 1 1,-2 0 38,1 0 1,4 1 0,-4 2-1,-1 1 1,-1-1 38,2-1 0,-4-1 1,4 2-1,-3 2 171,-2-2 1,0-2-6,0-1 0,0-1 1,0 1-1,-2 0 0,-1-1 430,-2 1 1,-6-5-458,1 0 1,-3 0-1,-2 3 1,-1-2 0,-2-1 15,-2 1 0,-1-3 1,3 1-1,-3-3-124,-2-3 1,3 4 0,-3-2-1,1-2-5,-1-1 1,3-2 2,-4 0 0,6 0 0,-4 0 0,3 0-514,-1 0 0,1 0 51,4 0 102,0 0 0,1-2-1267,-1-3 182,7 4 1406,1-6 0,7 7 0,0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25.681"/>
    </inkml:context>
    <inkml:brush xml:id="br0">
      <inkml:brushProperty name="width" value="0.06" units="cm"/>
      <inkml:brushProperty name="height" value="0.06" units="cm"/>
      <inkml:brushProperty name="color" value="#004F8B"/>
    </inkml:brush>
  </inkml:definitions>
  <inkml:trace contextRef="#ctx0" brushRef="#br0">74 294 8014,'-14'0'279,"4"0"1,0 0 1214,-1 0-1004,4 0 1,-1 0 482,3 0 0,5 0-543,0 0 1,7 0 0,7 0-350,1 0 0,0 0 0,-1 0 1,1 0 114,0 0 0,0 0 1,-1 0-158,1 0 1,1-4 0,2-1 0,2 1-137,-2 3 0,-2-1 0,-1-1 1,0-2-196,-1 2 1,1 1-13,0 2-41,-1 0 1,-1-2-834,-3-2-1381,-3 2 500,-7-5 612,0 7 1447,0 0 0,0-6 0,0-2 0</inkml:trace>
  <inkml:trace contextRef="#ctx0" brushRef="#br0" timeOffset="384">60 0 8256,'-15'0'680,"0"0"0,6 0 615,-1 0-276,6 0-434,-2 0-527,6 0 0,6 0 0,4 0 157,3 0 1,7 0 0,0 0 0,-3 0-41,0 0 1,2 0-1,1 0 1,0 0-39,1 0 1,-5 0 0,4 0-48,-4 0 1,-1 0-1,0 0 1,-1 0-1,1 0-166,0 0 0,-1 0-212,1 0 1,0 0-986,-1 0 1,-4 0-2038,0 0 3310,-7 0 0,10 0 0,-5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30.973"/>
    </inkml:context>
    <inkml:brush xml:id="br0">
      <inkml:brushProperty name="width" value="0.06" units="cm"/>
      <inkml:brushProperty name="height" value="0.06" units="cm"/>
      <inkml:brushProperty name="color" value="#004F8B"/>
    </inkml:brush>
  </inkml:definitions>
  <inkml:trace contextRef="#ctx0" brushRef="#br0">89 1 8063,'-8'0'584,"-4"1"1,6 4-515,-2 5 1,4 3 0,0 2-1,2-1 103,2 1 0,-5 1 0,0 4-27,2 5 1,-4-3 0,2 3 0,2-1-159,2-1 1,-4 5-1,0-5 1,1 1-154,3 1 1,1-1-1,0 4 149,0-3 1,0 1 0,0-5-1,0 0 1,1 2 0,3-2 71,1 1 0,4 2 0,-2-4 0,1-2-51,4-2 0,-4 2 0,2 0 1,1-3 81,2-2 1,0 3 0,-1-6 41,-3 3 1,1 0 0,5-2-124,0-1 0,-1-2 1,-1 4-1,-1-4-123,-2-2 1,-6 1 0,6-4-134,2 2 0,-4 2-437,2-2 0,-5-4-1092,4 4 1779,-5-3 0,2 4 0,-6 2 0</inkml:trace>
  <inkml:trace contextRef="#ctx0" brushRef="#br0" timeOffset="950">515 339 6988,'0'8'2585,"0"-2"-2039,0-6 0,0-1-81,0-4 1,0 2-159,0-7 0,0 5 0,0-5-71,0-1 0,0 2 0,0 0-16,0-3 0,0 4 0,0-2-75,0-1 1,0-2-1,-1-2-83,-4 0 1,3 6 0,-3-1-372,4-2-451,1 6 431,0-1 0,0 9 1,0 3-1,0 5 417,0 3 0,0 3 0,0 2-82,0 2 1,0 4 0,1-3 0,2 2 18,2 3 1,2-3 0,-4 2 0,2-1 0,-2 1 13,-1-1 1,3-4 0,0 3 0,0-1-21,1 1 0,-4-5 1,4 4-1,-1-3 0,0 1 21,-2-2 1,1-4-1,-1-2 1,2-2 12,-2 1 1,-1-3 0,-2 2 0,1 0 0,3 0 0,1-1 2,-2 3-548,-2-6-430,-1 1-532,0-7-777,0 0 2231,0 6 0,7-4 0,1 5 0</inkml:trace>
  <inkml:trace contextRef="#ctx0" brushRef="#br0" timeOffset="1863">1000 515 10102,'15'0'188,"0"0"1,-1 0-1,1 0-6,0 0 1,0 0-1,1 0 1,2 0 44,1 0 1,6 0-1,-4 0 1,0 0 0,2 0 1121,0 0-1174,-5 0 1,3 0-95,-6 0 0,0 0 1,-1 0-1,1 0 146,0 0 1,0 0 4,-1 0-202,1 0 0,-5 0-125,0 0-575,-7 0-496,3 0-692,-6 0-811,0 0 2669,7 0 0,-6 7 0,6 1 0</inkml:trace>
  <inkml:trace contextRef="#ctx0" brushRef="#br0" timeOffset="3428">1809 148 8116,'0'-15'-169,"-5"5"596,0 0 0,-2 5 804,3-4-109,2 5-1055,-5-2-88,7 6 1,0 6 0,0 4 38,0 3 0,2 2 1,1 0-1,2-1-35,-2 1 1,4 5 0,0 1 0,-1 2 43,1 3 0,2-3 1,-2 1-1,-1 2-32,1 2 0,0 1 0,-4 1 0,2-1-33,-2 1 0,4-6 0,-3-1 29,0-2 0,2 0 0,-1-3 0,-2 2 0,1-4 17,1-4 30,-4 1 0,6-10 1,-6 7 41,4 1-71,-3-4 311,4-1-190,-6-6 0,2 0 0,1-1 0,2-4 0,0-5-190,2-3 1,-4-2 0,5 1 0,0-1-156,0 0 0,-4 1 163,1-1 1,1 5-1,1 0-298,1-1 1,-3 3 114,4-2 0,-4 5 330,5-5-239,0 7-26,5-4 1,-1 7 102,1 0 1,-2 2 0,-1 1 0,-3 4-36,3 1 143,-6 2 0,7 4 0,-4 1 7,-1 0 1,5 0 0,-5-1-1,2 1-1,0 0 1,-6 1 0,5 2-1,-1 2 1,-2-2 82,1-2 1,-1-1-1,-2-1 1,1 1-54,-2 0 1,3-1-1,-1 1 1,-1 0-56,-3-1 0,4-4 1,0 0-1,-2 1 8,-1 3 1,3 0 0,0 1-234,-2 0 0,3-1-897,-1 1 344,7 0 0,-4-2-821,7-3 1087,-1-4 490,-5-6 0,10-6 0,-3-3 0</inkml:trace>
  <inkml:trace contextRef="#ctx0" brushRef="#br0" timeOffset="4324">2573 412 7998,'-8'2'99,"3"3"0,3-2 0,1 5 47,-4-1 0,3 4 0,-3-1 0,2 5-6,-2 4 1,4-2-1,-4 4 1,1-2-49,0 1 0,2 4 0,-3-2 0,3-1-63,2 0 0,-5 4 1,1-4-1,0 2 34,3 3 0,1-5 0,0-1 0,0-2-112,0 1 0,0-6 1,1 5 98,4 0 1,-3 0-1,4-5 1,-1-1 4,0-2 0,7-2 0,-4 3 0,2-3-10,-1-1 0,-4 3 0,3-4 0,1 1 61,-1-1 1,-3 4-1,4-5 1,1 0-7,-2 1 1,5-4 0,-3 3 70,3-3 1,2-2-1,0 0 1,-1 0-103,1 0 1,0 0 0,0 0 0,-1-2 37,1-3 1,-2 2-1,-2-7 1,-1 0 3,2 2 1,1-5-1,1 3 1,0-3-39,-5-2 0,3 1 1,-6-1-1,1 0 1,-1 1 91,-2-1-100,-3-6 0,-1 3-83,0-7 1,0 6-1,0-4 1,-1 0-81,-4 0 1,1 0 0,-5-3 0,-3 3-25,-1 2 1,3-4-1,1 6 1,-3-1 0,-1 1-1,-2-1-56,1 2 1,-1 7 0,0 1-26,1-2 1,4 6-1,0 1 1,-1 2-3,-3-2 1,0 3 0,-1-3 0,0 5-233,1 5 1,-1-2 0,0 6 0,1-1-77,-1 0 0,0-3 0,0 5 0,2 1-322,4 2 835,-4 8 0,11-4 0,-11 10 0,5-4 0</inkml:trace>
  <inkml:trace contextRef="#ctx0" brushRef="#br0" timeOffset="4763">2514 809 8578,'-6'8'1266,"4"-1"-1135,-4-7 1,12 0 0,4 0 0,3 0-3,2 0 0,-1 0 0,1 0 1,1 0 8,4 0 1,-4 0-1,4 0-19,-4 0 1,4 0-1,0 0 1,-2 0-27,-2 0 1,-1-2 0,-1-1-1,1-2-152,0 2 0,-1 1 0,1 2-635,0 0 1,-1-5-258,1 0 1,0 0 950,0 5 0,-1-6 0,1-2 0</inkml:trace>
  <inkml:trace contextRef="#ctx0" brushRef="#br0" timeOffset="5592">3117 236 9717,'-8'6'268,"1"2"1,2 7 0,1 0 0,0 0-194,3-1 0,1 1 1,-2 1-1,-1 2-73,-2 2 0,0-1 1,5-4-1,0 2-36,0 2 0,0-3 0,0 4 0,0-4 84,0-1 0,5 0 1,1-1-1,1 1-28,-1 0 1,6 0 0,-4-1 0,2-1-8,0-3 0,-2 3 0,3-5 0,-1 2 0,1-2 19,3-1 1,-5 3 0,1-4-122,2 2 1,1-4 0,1 1-233,1-4 1,0 4-1,-1 0-21,1-2 1,0-1-1,0-2 1,-1 0 67,1 0 0,0 0 1,-1 0-1,1 0-1305,0 0 1577,-1-7 0,1 6 0,0-6 0</inkml:trace>
  <inkml:trace contextRef="#ctx0" brushRef="#br0" timeOffset="5937">3426 368 8047,'-10'0'1029,"0"0"-124,7 0-697,-4 0-166,7 7 1,2-1-27,3 4 0,-2 3 0,7-5 1,0 2-13,-2 0 0,5-2 0,-5 3 0,2-1 45,0 2 1,0 1 0,4 1-381,1 1 1,0-2-306,-1-3 1,-4 3 28,0-3 0,-5-4 1,3 1 606,-2-1 0,6 3 0,-4 5 0</inkml:trace>
  <inkml:trace contextRef="#ctx0" brushRef="#br0" timeOffset="6278">3631 309 8047,'-14'0'-150,"-1"0"0,5 5 0,2 2 0,0 1 416,0 3 1,0 2 0,-4 2-215,2 0 1,5-1 0,-4 1 0,-1 2 0,0 0 90,0 3 1,2 0 0,-3-6-1,1 1-125,-2 0 1,4-1 0,-1 1-1,-1 0-135,2 0 1,-4-1-1,6 1-290,-3 0 0,5-1 86,-6 1 0,6-5-574,0 0 895,2-7 0,2 10 0,0-5 0</inkml:trace>
  <inkml:trace contextRef="#ctx0" brushRef="#br0" timeOffset="6796">3720 221 9954,'13'7'159,"-3"2"1,3 4-1,-4 2-194,4 0 1,-3 1-1,0 2 1,2 2-1,1-2 47,1-2 0,-4 4 0,0-1 0,0 1-8,-2 1 1,3-3 0,-4 5 0,-1 0-59,1 0 0,-2-4 0,-5 4 0,0-2 48,0-3 1,0-1-1,0-1-87,0 4 49,0-4 1,-5 5-96,0-6 0,-2-2 1,4-2-355,-2-1 0,0-5-223,5 5 1,-1-7 715,-4 2 0,-3-3 0,-7-2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3:39.030"/>
    </inkml:context>
    <inkml:brush xml:id="br0">
      <inkml:brushProperty name="width" value="0.06" units="cm"/>
      <inkml:brushProperty name="height" value="0.06" units="cm"/>
      <inkml:brushProperty name="color" value="#004F8B"/>
    </inkml:brush>
  </inkml:definitions>
  <inkml:trace contextRef="#ctx0" brushRef="#br0">74 102 6656,'-9'-14'-331,"0"3"0,1 1 808,0-1 1,5 3 0,-4-1 0,2 1-1,0 0 0,-1 5 0,3-4 126,-2 1-261,0 4 1,5-3-528,0 10 0,1 3 0,4 7 0,5 0 286,3-1 1,2 8 0,1 1 0,2 1-3,2 1 0,1-1 1,-3 5-1,3 2-33,2 4 0,-5-3 1,3 8-1,-1-1-23,0-2 0,-4 6 0,-5-4 1,2 3-1,-3 4 0,0 2 544,-2 1 0,-5 1-715,2-1 1,-3-3 0,-2 3 0,0-5 0,-2-3 109,-3-2 0,2-1 1,-7 2-1,-1-2 1,-2-2-153,-2-3 1,0-2-1,1-2 176,-1 0 1,0-1 0,1-2 0,-1-3-91,0-2 0,2-1 0,2-5-258,1-1 0,5-5-535,-5-5 1,7-4 876,-2-4 0,-3-5 0,0-5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5:55.693"/>
    </inkml:context>
    <inkml:brush xml:id="br0">
      <inkml:brushProperty name="width" value="0.06" units="cm"/>
      <inkml:brushProperty name="height" value="0.06" units="cm"/>
      <inkml:brushProperty name="color" value="#AB008B"/>
    </inkml:brush>
  </inkml:definitions>
  <inkml:trace contextRef="#ctx0" brushRef="#br0">250 279 7996,'-2'-13'0,"-1"2"0,-2 1 0,0 0 2513,-1 2-1615,4 2-522,-4 6 1,6 1-1,0 4 84,0 5 0,0 3-415,0 2 0,0-1 1,0 1-1,0 0 0,0-1 1,0 1-1,0 2 0,0 0 1,0 5-1,0 1 0,0 3 1,0 1-1,0 5 0,0 0 1,0 4-1,0 0 0,1 0 1,3-3-1,0-2 0,1-2 1,0-1-1,0-2 0,0-3 1,0 0-182,0 0 0,5-4 0,-5 4 0,-1-2 144,3-3 0,-5-1 1,4-1 33,1 3 0,-6-2 1,4 2 145,-3-2 0,3-3 1,0 1 18,-2 0 1,-1 0 0,-2-1 33,0 1 1,0-5-1,0 0-132,0 1 0,-5-3 0,-2 2-32,-1 1 1,0-2 0,-4-1-1,3-2-76,-3-2 25,-1-3 0,-2 4 0,1 0-54,-1-2 1,-1-1 0,-2-2 0,-2 0-195,2 0 0,2 0 0,1-2 0,0-1-305,1-2 1,-1 0-1,0 5-3038,1 0 892,5 0 1363,3 0 1310,6 0 0,-7 7 0,-1 1 0</inkml:trace>
  <inkml:trace contextRef="#ctx0" brushRef="#br0" timeOffset="929">809 30 8134,'0'-10'1310,"0"0"-838,-7 7 0,4-4-244,-7 7 1,7 2 0,-2 3-1,2 6 94,-2 7 1,1 0 0,-4 5-42,2-2 1,-1 5 0,4-1 0,-4 3-92,-1 1 1,0 0 0,-3 2-1,2 2-56,3 1 0,-4 5 0,4-4 0,-1-3 0,1-1 44,2-1 0,3-1 0,1 1-141,0-1 1,0 0 0,0 1-30,0-1 0,1 1 0,3-1 0,2-1 30,2-4 1,2 2-1,5-6 1,-1-2-1,-1-2 10,-3-1 0,7 0 0,-6-1 0,0 1-116,3 0 0,-1-5 0,0-1 1,-2 1-194,-1-2 0,-5 1 0,5-6-217,1 2 1,-3 0-417,2-5 0,0 0-497,4 0 1,-4 0 1390,0 0 0,0-7 0,5-1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5:57.736"/>
    </inkml:context>
    <inkml:brush xml:id="br0">
      <inkml:brushProperty name="width" value="0.06" units="cm"/>
      <inkml:brushProperty name="height" value="0.06" units="cm"/>
      <inkml:brushProperty name="color" value="#AB008B"/>
    </inkml:brush>
  </inkml:definitions>
  <inkml:trace contextRef="#ctx0" brushRef="#br0">30 43 8308,'-7'-8'-282,"6"-5"1405,-4 3-1003,-3 4 0,6 1 1,-3 10 44,3 4 0,2 4 0,0 2 0,0 0 58,0 0 0,5 1 1,2 3-1,-1 4 1,1 2 91,-4-1 0,4 1 1,-2 4-1,-1 1-85,3-1 0,-5 0 0,4 1-117,1-1 0,-4 5 0,5 1 0,-1-4-87,-4-5 1,3 2 0,-1-5 0,0 1 0,0-1 104,0-2 0,0-1 0,-5-6 1,5 1-161,0 0 0,0-5 71,-5-1 1,1-5-42,4 1 0,-3-5 0,4-4-231,1-1 1,-5-6 0,2 1 0,0-3 0,-1-2-95,2 1 1,0-6-1,-4-1 1,3-2-6,1-3 1,6 0 0,-1 0 14,3 1 1,2 2 0,-1-1 0,1 4-229,0 4 586,-1 1 0,-1 5 0,-1 2 177,-2 2 1,-1 1-151,6 5 1,-5 0 0,0 1 0,0 4 0,-2 5 106,-3 3 1,-2 2-1,0 1-49,2 4 0,0-2 1,-5 5-1,0 0 89,0-1 0,0-2 1,0 3-1,0 0-83,0 0 0,2-4 0,1 4 0,2-2-18,-2-3 0,-1-1 0,-2-3 0,1 1 9,4 0 0,-3-1 1,3 1-1,-2 0-104,2-1 1,-3-4 0,2 0-165,-2 1 0,3-2 0,0 0 173,-2 3 0,0-6 1,1 1-959,1-1 0,-1-2 0,-2 4 0,1 0-1217,2 0 2144,0-4 0,2 9 0,1-5 0</inkml:trace>
  <inkml:trace contextRef="#ctx0" brushRef="#br0" timeOffset="1620">662 411 8271,'-8'0'630,"-4"6"-473,7 4 0,0 8 0,5 1 0,0 1 7,0 1 0,-1-3 1,-2 5-1,-2 0-91,1 0 0,3 0 0,1 1 1,0-4 20,0-4 0,0 4 1,1-1-108,4-1 1,-3-1-1,4-3 1,-1 1 0,2-2 99,1-3 1,0 3-1,4-3 1,-3 1-45,3-1 0,-4 1 0,2-4 1,1 0-1,2-1 273,2-3 1,0 4-194,-1-2 1,3 0 0,1-5-29,1 0 1,1-5 0,-5-2 0,-1 1 0,1-2-33,0-1 1,-1 0-163,1-6 163,0 7 0,-5-5-10,-1 3-14,-5-3 1,7-2 0,-6 0 0,-2 1 15,-1-1 1,3 0 0,0 1-115,-2-1 1,-1-5 0,-2-1 0,-2 0 0,-1 0 0,-4 3-57,-1 1 0,-2 3 0,-3-1 37,3 0 1,-3 0 0,3 2 0,-3 2-148,-1 1 0,-1 7 0,0-2 0,1 3-80,-1 2 0,0 0 0,1 0 0,-1 0 43,0 0 0,0 2 0,1 1 0,-1 4 0,0-1-138,1 1 0,1-1 0,1-2 28,2 1 0,5 4 1,-4-2 154,-3 1 1,4-3 0,0 5 215,1 1 0,2-4 0,-1 6 0,-2-5 0</inkml:trace>
  <inkml:trace contextRef="#ctx0" brushRef="#br0" timeOffset="2034">618 705 8289,'-8'0'-1968,"1"1"2626,7 4 0,2-3-271,3 3 0,-2-4 0,7-1 0,3 0 0,3 0-92,4 0 1,4 0 0,-4 0 0,-2 0 0,0 0-31,1 0 0,-2 0-25,2 0 0,-2 0 0,-3 0-470,1 0 1,0 0-478,-1 0 0,1 0 101,0 0 1,-5 0 0,-1 0 141,3 0 0,-4 5 0,2 0 464,1-2 0,2 5 0,2 1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6:00.902"/>
    </inkml:context>
    <inkml:brush xml:id="br0">
      <inkml:brushProperty name="width" value="0.06" units="cm"/>
      <inkml:brushProperty name="height" value="0.06" units="cm"/>
      <inkml:brushProperty name="color" value="#AB008B"/>
    </inkml:brush>
  </inkml:definitions>
  <inkml:trace contextRef="#ctx0" brushRef="#br0">45 15 7993,'-9'0'1255,"3"0"-1098,-1 0 0,4 2-144,-7 2 1,7 5 0,-2 5 0,3 1 0,2 0 283,0-1 0,0 3-228,0 2 1,0-2-9,0 2 1,0-2-1,0-1-18,0 4 1,0-4 0,0 3 0,0-2-66,0-3 1,0 1 0,0 0 0,0 0-3,0-1 0,0 1 0,2 0 1,1-1-1,2 1-16,-2 0 0,1-5 1,-1-1 39,2 3 0,5-4 0,-4 2 0,2 1 83,4 2 1,1-3-313,2 0 1,-1-2-1,1 2-84,0-5 0,-6-2 0,1 0 71,2 2 1,1 0-1,1-5 1,1 0-329,0 0 361,0 0 0,-1 0 0,1 0 0,0 0 209,-1 0 0,1-2 0,0-2 0,-1-5 0,1-5 0</inkml:trace>
  <inkml:trace contextRef="#ctx0" brushRef="#br0" timeOffset="428">265 206 10383,'10'2'232,"-2"3"1,0 3 16,0 0 0,0 5 0,4-3 0,-2 1-92,1-1 0,2 3 0,2-3 0,0 3-87,-1 2 0,1-2 1,0-2-1,-1-3 3,1-1 0,-5 4 1,0-3-1,1 1-171,2-5 0,2 5-102,0 0 1,-1 0-616,1 0 0,-5-5-268,0 1 1,-6-2-882,6 2 1304,-6-4 406,2 6 254,-6-7 0,7-7 0,1-1 0</inkml:trace>
  <inkml:trace contextRef="#ctx0" brushRef="#br0" timeOffset="728">603 147 8251,'0'-10'496,"0"1"-356,0 5 1,-2-1 0,-1 10-131,-2 5 1,-6 5 0,3 3 0,-2 3 50,0 2 0,0-4 0,-4 4 1,-1 0 14,0 0 1,-1 0 0,-2 3 0,0-3-61,5-2-26,-2 5 1,7-9 0,-5 2 48,3-2 0,-1-8 1,6 1-720,2 2 0,-4-4-92,2 2 0,0-6-271,5 6 1043,0-6 0,0 2 0,0-6 0</inkml:trace>
  <inkml:trace contextRef="#ctx0" brushRef="#br0" timeOffset="1179">677 0 8663,'-9'0'83,"3"0"0,7 0 138,4 0 0,-1 5-40,5 0 0,1 8 0,3 0 0,-1 5 215,-2 0 1,-1-2-1,6 1-239,0 2 0,-5-1 0,-1 7 1,1-1-101,-2-1 0,4 3 1,-7-4-1,0-1-105,1 0 1,-4 3 0,3-2 0,-4-1-40,-1 0 1,0 4-1,0-6 1,0-1-103,0-1 179,0-9 1,0 5-80,0-3 44,0 3-163,0 1 1,0 1 0,-1-2-1,-3-1-267,-1-3 1,1-4 0,2 3-1275,-3-1 1749,3 4 0,-11-9 0,5 5 0</inkml:trace>
  <inkml:trace contextRef="#ctx0" brushRef="#br0" timeOffset="1658">1103 559 7056,'0'-8'751,"0"3"-180,0 10-276,0 3 1,0 6-97,0 1 1,0 0 0,0 0-54,0-1 0,-5 1 1,-2 0-71,-1-1 1,3 1 0,-4 0 0,-1-1-81,2 1 0,-5-5 0,4 0 1,0 0-899,-1-2 1,0 5-1,-5-3 902,1 3 0,-1 1 0,0 1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6:04.048"/>
    </inkml:context>
    <inkml:brush xml:id="br0">
      <inkml:brushProperty name="width" value="0.06" units="cm"/>
      <inkml:brushProperty name="height" value="0.06" units="cm"/>
      <inkml:brushProperty name="color" value="#AB008B"/>
    </inkml:brush>
  </inkml:definitions>
  <inkml:trace contextRef="#ctx0" brushRef="#br0">15 633 7944,'-5'-10'1035,"0"0"270,1 7-1187,4-3 0,1 12 0,2 4 141,2 3 0,7 0 0,-2-2 0,3-1-33,1 2 1,1 1-1,0 1-175,-1 1 0,1-2 0,-2-1 1,-1-3-1,-3 1-231,3-2 1,-4 4 0,0-6-207,-1 3 0,-1-5-212,-1 6 0,-2-5 61,7 5 0,-5-2-580,5 2 0,-5-4 1117,5-6 0,-1 0 0,0 7 0,-3 1 0</inkml:trace>
  <inkml:trace contextRef="#ctx0" brushRef="#br0" timeOffset="341">368 604 8260,'0'-15'0,"0"5"862,0 0-528,0 7 1,0-2-218,0 10 1,0 8-1,0 8 1,-2 1 562,-3-1-509,4 5 1,-12-3 0,5 6-135,-1 1 1,-4-1 0,4 0 0,-5 1 0,0 1-30,-1 3 0,0-3 0,2 2 0,2-5-9,1-4 0,2-1 0,-3 3-79,1-1 1,5-7-1,-3 3 1,1-2-93,4 1 1,0-2 0,-1-7 0,-1-1-275,2 2 0,2-4 0,1 2-1540,0 1 1986,0-4 0,0-1 0,0-6 0</inkml:trace>
  <inkml:trace contextRef="#ctx0" brushRef="#br0" timeOffset="937">500 74 8365,'-1'-14'-287,"-4"-1"1,3 0 657,-3 1 1,5 5 0,5 5-75,5 2 0,3 2 1,2 2 44,-1 2 1,1 5-1,0 5 1,-1 3-68,1 2 1,0 2-1,0 6 1,-1-3-85,1 2 0,0 4 1,-1 4-1,1 4-28,0-1 1,-7 4 0,-2-4-1,-1 3-59,0 0 0,0 6 1,-5-7-1,0 4-91,0 1 0,0-2 0,0-1 0,-1-3 1,-3-2-203,-1-4 0,-1-1 0,3-1 125,-2-1 0,-2 1 0,4-3 0,-2 0 0,0-3-1,-1 2 0,4-3-109,-3 2 1,3-6 75,2 6 1,-1-7 0,-3 1 0,0-2-169,0-3 1,3 1 0,1 0-432,0-1 0,0-4 213,0 0 1,-5 0 0,-2 4 483,-1 1 0,-2 0 0,-4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6:36.027"/>
    </inkml:context>
    <inkml:brush xml:id="br0">
      <inkml:brushProperty name="width" value="0.06" units="cm"/>
      <inkml:brushProperty name="height" value="0.06" units="cm"/>
      <inkml:brushProperty name="color" value="#AB008B"/>
    </inkml:brush>
  </inkml:definitions>
  <inkml:trace contextRef="#ctx0" brushRef="#br0">104 368 8165,'-8'0'-1994,"-5"0"2056,11 0-62,-5 0 0,14 0 0,1 0 0</inkml:trace>
  <inkml:trace contextRef="#ctx0" brushRef="#br0" timeOffset="530">104 354 6049,'-8'0'1381,"0"0"-573,3 0 193,3 0 447,-5 0-293,7 0 253,0 0-1330,7 0 1,1 0 0,7 0 0,0 0-4,-1 0 1,1 0 0,0 1-13,-1 4 1,1-3 0,1 3 0,2-4 0,2-1-1,0 0 79,1 0 0,-3 0 0,5-1 0,-1-3-56,1 0 0,0-3 0,3 4 0,-3-2-63,-2 2 0,-1-4 0,-5 2 0,-1 2-44,1 1 0,0-3-174,0 0-305,-7 1 67,-2 4-68,-6 0 1,-1 0-680,-4 0 0,1 0-877,-5 0 936,-1-7 0,0 1 1121,0-4 0,0-3 0,-4 4 0</inkml:trace>
  <inkml:trace contextRef="#ctx0" brushRef="#br0" timeOffset="960">45 104 8411,'-15'0'645,"6"0"42,-1 0 0,6-2 1133,0-3-1409,2 4 0,8-8 0,4 6-128,3-2 0,2 0 1,1 5-1,2 0-22,2 0 0,4 0 0,-2 0 0,1 0-13,3 0 0,-3 0 0,1 0 0,1 0-86,-3 0 1,5 0 0,-6 0 0,0 0-91,0 0 1,0-5 0,-3 1-1,2 0 1,-2 3-193,-2 1 1,-6-2-1,0-1-639,1-2-2363,2 0 1243,-4 5 1,-1 2 1878,-3 3 0,-4 3 0,6 6 0</inkml:trace>
  <inkml:trace contextRef="#ctx0" brushRef="#br0" timeOffset="1822">854 251 8228,'-15'0'-79,"0"-2"181,0-3 303,7 4 376,-5-6 0,5 7 642,-7 0-409,7 0 52,2 0-823,6 0 1,6 0 0,4 0-1,3 0-80,2 0 0,1 0 0,2 0 0,2 0 1,-1 0 110,2 0 1,-3 0 0,5 0-254,-2 0 1,1 0-1,-4 0 1,3 0 66,2 0 1,-5-5 0,3 0-6,0 2 1,-4 1 0,2 1-1,-3-3-100,-1 0 0,-5-1 0,0 5-411,1 0 0,-3-5-1528,2 0 992,-7 0 0,4 7 0,-9 3-3047,-3 4 3313,4-2 698,-6 6 0,7-5 0,0 7 0</inkml:trace>
  <inkml:trace contextRef="#ctx0" brushRef="#br0" timeOffset="2564">1603 163 6680,'-8'-15'144,"-5"5"1,3 0 984,-3-1 1,3 4-215,0 2 0,6 4 803,-6 1-1389,6 0 1,0 1-1,8 4 1,6 5-105,3 3 1,7 0-1,0 0 1,-2-1 0,-1 1-103,3-2 0,-4 1 0,4 2-177,-4 1 0,-1 0 0,0-1-50,-1 1 1,0 0 0,-3-2-1,-1-2-266,1-1 0,-3-2 0,1 4 0,-1-4-789,0-2 0,-3 6-434,5-2 1,-6 1-91,6-1 1683,-6-4 0,9-6 0,-5 0 0</inkml:trace>
  <inkml:trace contextRef="#ctx0" brushRef="#br0" timeOffset="2916">1971 16 6265,'0'-9'1547,"0"3"1,-5 8-1,-2 2-1179,-1 6 1,5 10 0,-4 3-151,1 0 0,-1 6 1,-4 0-1,1 9 1,-1 4 4,-3 2 0,0 1 0,-1-1 0,0-2-92,1-3 1,-1 4-1,2-4 1,1 3-213,3 3 1,-1-3 0,-3-1-1,1-4-467,3-1 465,5 5 1,-7-11 84,6-1 0,-2-1 1,4-9-1,-2-1-6,2-1 0,1-3 1,2 1-1,0 0-549,0-1 1,0-4-838,0 0 0,2-7-1254,3 2 2644,-3-3 0,11-2 0,-5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6:40.591"/>
    </inkml:context>
    <inkml:brush xml:id="br0">
      <inkml:brushProperty name="width" value="0.06" units="cm"/>
      <inkml:brushProperty name="height" value="0.06" units="cm"/>
      <inkml:brushProperty name="color" value="#AB008B"/>
    </inkml:brush>
  </inkml:definitions>
  <inkml:trace contextRef="#ctx0" brushRef="#br0">0 59 5734,'0'-10'348,"0"1"0,0 4 0,0-5 1649,0-2-1015,0 6-437,0-1 0,0 9-229,0 3 0,0 5 1,2 8-119,3 1 1,-2 2-1,5-1 1,0 5 0,-1 2-37,-1 3 1,4-6 0,-5 1-115,-2 1 0,4 2 0,-2 1 0,-2 0 0,0 1 0,0-1 18,2 1 1,0-1 0,-5 0 0,0-1-155,0-3 1,0 2 0,2-4 0,1 0 0,2-3-21,-2-4 0,-1-1 0,-2-1 1,0 1-129,0 0 1,2-5-292,2-1 1,-2-4 244,3 5 1,3-7-671,2 2 0,-2-3 0,2-2-991,1 0 1943,2 0 0,2-7 0,0-1 0</inkml:trace>
  <inkml:trace contextRef="#ctx0" brushRef="#br0" timeOffset="592">470 368 7397,'-14'0'-611,"4"1"888,0 4 0,7-1 0,-2 5 0,2 3-85,-2 1 0,3 2 0,-3 1 1,2 2-1,0 1 0,-2 1 122,2 1 0,1-4 0,2 2-252,0-2 1,0-3 0,0 1 12,0 0 1,0-1-1,0 1 1,2-2-21,2-3 0,0 1 0,4-4 0,0-1 36,0 1 1,-3-2 0,5-4 0,1 3 57,2 1 1,4 0 0,1-7-82,1-3 1,1 2 0,-5-7 11,-1-1 1,1 2-1,0 0 1,-2-3-64,-3-1 1,3 3 0,-5 0-1,0-1 7,-3-2 1,1-2 0,-1 1 0,-1-1 0,-3 0 0,-1-1-90,0-4 1,0 4 45,0-4 1,-1 4 0,-4 1 0,-5 1-89,-3-1 1,-2 2-1,0 1 1,1 4-90,-1 2 0,-5 1 0,1 5 0,1 0-192,1 0 1,3 0-1,-1 1 1,0 3-421,1 1 1,4 4 458,0-4 0,5 5 0,-3-3 1,0 1 348,0 3 0,4-3 0,0 2 0,2 2 0,2 1 0,0 1 0,13 1 0,3 0 0</inkml:trace>
  <inkml:trace contextRef="#ctx0" brushRef="#br0" timeOffset="1481">970 427 8158,'-10'-13'397,"1"3"1,4 3-128,-5 7 0,0 0 1,-5 2-141,1 3 1,4-2-1,0 7 1,0 1 18,2 2 0,-5 2 1,3 1-1,-1 2-28,1 2 1,-3 6 0,3-3 0,-1 1-19,1 1 0,-2-6 0,8 4 0,0-1 31,3-4 0,1-2 0,0-1-253,0-1 1,0 1 0,1-2 89,4-3 0,-2-2 0,7-5-32,2 2 0,1 0 0,1-5-14,1 0 0,0 0 0,0 0-56,-1 0 0,1-2 0,0-2-87,-1-6 1,-1-3 0,-1-2 1,-2 0 163,-7 1 0,3-1 1,-4 0-1,1 0-67,2 1 1,0 4 0,-3 0-20,3-1-25,-4 4 116,6 1 1,-7 12 0,1 2 40,4 1 1,-3 4-1,3-4 30,-3 4 0,2 4 1,1 1-1,0 1 1,0 1 24,0 1 0,5 0 0,-4 6 0,1-5 99,-1 0-136,6 4 0,-6-3 0,6 4-6,-2-2 1,-7-2 0,3-5 0,-1 1-48,0-1 0,0-1 1,-5-3 210,0 1 1,0 0-1,0-1 1,-1 1 298,-4 0 0,-4-5 1,-5-2-368,-1-2 1,0 4 0,1-3 0,-3-1-41,-2 1 0,2-1 0,-2-2 0,2 0-100,3 0 1,-1-3 0,-1-1-130,-4 0 0,4 0 0,-4 0 1,4 0-1,1 0-341,0 0 0,-1 0 0,-2-1 0,-1-3 148,1 0 0,1-6 0,3 3 0,-1 1 361,0-1 0,-6-4 0,-2 3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7:12.437"/>
    </inkml:context>
    <inkml:brush xml:id="br0">
      <inkml:brushProperty name="width" value="0.06" units="cm"/>
      <inkml:brushProperty name="height" value="0.06" units="cm"/>
      <inkml:brushProperty name="color" value="#AB008B"/>
    </inkml:brush>
  </inkml:definitions>
  <inkml:trace contextRef="#ctx0" brushRef="#br0">176 14 9083,'-9'-9'807,"-1"4"1,7 5-429,-2 5 0,1-3-54,-1 3 1,2 3-1,-5 2 1,2 3-44,2 2 0,-2-1 1,-1 1-1,1 0-75,-1-1 0,1 3 0,2 1-69,-1 1 0,-4 3 1,2-3-945,-1 6 634,5-4 1,-6 8-1,6-1 1,-3 5-1,-1-1 72,1-1 0,-1-1 0,4-2 106,-2-4 0,0 4 1,5-4-1,0 4 1,0 0 65,0-4 0,0 2 0,0-4 0,0-1 241,0 0-281,7-1 0,-6-1 155,4 1 1,3 0-1,2-6 2,3 1 1,-3 0 0,0-2-1,0-2-36,-2-1 0,5-5 0,-3 5 0,3-1 171,1 0 1,1-1-1,0-5 1,-1 4-306,1 1 0,0-5 0,0 4-334,-1-1 0,-4-4 0,0 3-911,1-4 0,-3 4-2596,2 0 3822,-7 0 0,11 1 0,-6 3 0</inkml:trace>
  <inkml:trace contextRef="#ctx0" brushRef="#br0" timeOffset="1360">397 175 8055,'-5'-10'0,"-2"2"0,1 0 0,-1 0 0,3-2 1776,-3 2-893,5 1-253,-4 7-534,6 0 1,0 2 0,0 3 54,0 5 1,0 3 0,1 2-109,4-1 0,-1 6 0,4 1 1,0 2 5,0 3 0,-3 2 0,3 1 0,0 1-125,0-1 1,-3 2 0,4 2 0,-3 1 38,-3-1 0,1-7 0,-1-3 0,2-2 615,-2-3-566,5-2 1,-6-1 0,3 0 53,-4-1 1,-1 1 0,2 0 236,3-1 0,-3-4 0,2 0 60,-2 1-441,-2-4-606,0-1 679,0-6 1,2 0-80,3 0 0,-4-1 1,4-4-1,-2-5 0,2-3-182,5-2 0,-2 1 0,0-3 1,1-1 142,-1-1 1,-3 1 0,3 6 0,-2 3 3,-2-3 0,-1 6 1,0-1-111,2 1 1,2 4-33,-2-3 0,3 3 190,6 2 1,-4 2 0,0 1 68,1 2 0,-2 5 0,-1-3 0,0 1 1,0 3 179,4 2 1,-4 2 0,1 0 0,1-1 4,-2 1 1,6 0 0,-6-1-1,1 1 1,1 0 42,2-1 1,-6 1 0,1 0 0,-2 0-68,0-1 1,4 1-1,-4 0-286,-1-1 0,-3 1 1,1 0 75,3-1 1,-4-4 0,4 0-292,-3 1 1,0-4-942,2-2 1,0-3 1282,5-2 0,1 6 0,5 2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7:14.802"/>
    </inkml:context>
    <inkml:brush xml:id="br0">
      <inkml:brushProperty name="width" value="0.06" units="cm"/>
      <inkml:brushProperty name="height" value="0.06" units="cm"/>
      <inkml:brushProperty name="color" value="#AB008B"/>
    </inkml:brush>
  </inkml:definitions>
  <inkml:trace contextRef="#ctx0" brushRef="#br0">191 1 8053,'-14'0'-122,"4"0"0,2 1 280,1 4 0,1-1 0,2 5 0,-2 3 106,-2 1 0,4 2 1,-2 1-160,-1 4 0,6-3 1,-6 8-1,2 1 1,0 0 79,2-1 0,-3 3 0,1-6 1,1 3-58,3-1 1,1-1-1,0 3 1,0-3-1,0-2 36,0-3 1,0-1 0,1-3-13,4 1 0,3 0 1,7-2-1,1-2 15,4-1 1,-4-7 0,4 2-115,-4-3 1,-1 3-1,1 0 1,2-2 28,2-1 0,1-4 0,-3-1 1,2-2 11,-2 2 1,-2-4 0,-1 1-1,-1-3-222,1-2 1,0-1 0,0 1 0,-2 1 46,-4-1 1,3-2 0,-6 0 0,1 1 23,-1 2 1,-1 1 0,-5-6-1,0 0-56,0 1 1,-5-3 0,-1-1-1,-2-3-80,-4-2 1,-2 5 0,-4-3 0,-2 1 106,2 1 0,0-6 1,0 6-1,-3 1-66,-2 1 1,3 4 0,-2 2 0,-1 3-17,0 1 0,3 2 0,-3 5 0,2 2 35,3 3 1,-3 3 0,1 7 0,2-1-50,2 1 0,6 0 0,0-1 1,1 1-1,-1 0-302,0 0 1,7-1-1,-2 1 1,3 0 483,2-1 0,0 1 0,0 0 0</inkml:trace>
  <inkml:trace contextRef="#ctx0" brushRef="#br0" timeOffset="430">162 309 7959,'-7'9'256,"-2"-4"0,-3-2 515,2 2-269,4-4 1,7 11-1,4-7-74,5-2 1,5-1-1,3-2 1,3 0-160,2 0 0,-3-2 0,2-1 0,0-2 0,-3 1-65,2 3 1,-4 1 0,2-2 0,-2-1 0,-3-2-266,1 2 1,0 1-1,0 2-89,-1 0 1,-4 0 66,0 0 0,-5 0-5263,5 0 2626,-7 0 2720,10 0 0,-11 7 0,4 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7:16.348"/>
    </inkml:context>
    <inkml:brush xml:id="br0">
      <inkml:brushProperty name="width" value="0.06" units="cm"/>
      <inkml:brushProperty name="height" value="0.06" units="cm"/>
      <inkml:brushProperty name="color" value="#AB008B"/>
    </inkml:brush>
  </inkml:definitions>
  <inkml:trace contextRef="#ctx0" brushRef="#br0">148 398 6433,'-8'0'2470,"-6"0"-1962,5 0 1,1 0-1,-2 0-144,-2 0 1,6 1-1,-1 2 1,2 4-113,0 1 0,-1 0 0,3 4 0,-2-2 1,0 3-55,-2 5 0,6-2 0,-4 4 0,1-2 152,0 1 1,2 2-322,-3 4 1,-1 3 0,1-6 0,1 3-199,3-1 1,1-1-1,0 3 1,0-3 199,0-1 0,0-3 0,1-4 1,4 0 74,5-1 1,-2 1 0,2-2 0,1-2-92,3-1 0,0-5 0,3 3 0,1-1-50,1-4 1,1 4 0,-6-2-209,1-2 0,0-2 0,0-1 1,-1 0-477,1 0 1,-5 0-565,0 0 1,-1 0-522,6 0 1294,-7 0 1,0 0 509,-3 0 0,-3-6 0,4-2 0</inkml:trace>
  <inkml:trace contextRef="#ctx0" brushRef="#br0" timeOffset="441">280 618 8132,'-10'-5'1790,"0"0"-892,7 0 1,-3 7-366,6 3 1,0-2 0,1 7 61,4 1 0,3 2-368,7 2 0,0-5 0,-1 0 0,3 0 0,1-1 1,1 1 1,1-2 0,-4 4 0,2-2-104,2 1 1,-1-3 0,-2 0 0,1 0-55,1 1 0,1-4 0,-5 3 1,-1 0-82,1 0 0,0-5 1,-1 2-1,1-2-601,0 2 0,-5-3 1,-1 3-297,3-3 0,1-2-1749,2 0-581,-7 0 3237,-2 0 0,-6 0 0</inkml:trace>
  <inkml:trace contextRef="#ctx0" brushRef="#br0" timeOffset="743">589 545 8317,'-7'-9'268,"-3"5"1,2 2 0,0 4-29,1 2 1,-2 5 0,2 7-50,-1 4 1,3-3 0,-5 8 0,-1-1-38,-2-1 1,-2 5 0,0-5 0,1 1 15,-1 1 1,-5-5-1,1 2 1,1 0-439,2-4 0,1 3 0,2-2 0,1-2 79,3-6 1,0 2-701,0-3-613,2 3 702,7-5 1,7-1 799,2-7 0,4-7 0,2-1 0</inkml:trace>
  <inkml:trace contextRef="#ctx0" brushRef="#br0" timeOffset="1272">736 456 8128,'-10'0'-576,"0"0"1283,7 0 0,-4-1 199,7-4 1,2 5-648,3 0 1,1 1-1,6 9-90,-2 2 1,-1 1 0,6 1 0,0 1-59,-1 0 0,1 4 0,0 3 0,0-1 0,-1 2-116,1 0 0,-5-4 1,-2 6-1,-2-1-87,-2-1 1,2 0 0,-1-5 0,-2 2-1,-1-2-95,-2-2 0,0-1 0,0 1 0,-2 2 82,-2 1 1,0 1-50,-6-5 1,7-5 0,-2-1 0,2 1 0,0 0-118,-2 0 0,0-5 0,3 3-1779,-3-2 2050,4-1 0,-6-5 0,7 0 0</inkml:trace>
  <inkml:trace contextRef="#ctx0" brushRef="#br0" timeOffset="2383">1103 74 7110,'-10'-13'345,"1"3"0,4-3 1,-4 3 1227,3-3-750,1 5-468,5 2-55,0 6 1,2 1-1,3 4 1,4 5-65,4 3 1,2 2 0,0 0-142,0-1 0,-1 6 1,3 1-1,1 0 0,1 2 1,-1 2 39,-2 6 1,4-5-1,0 6 1,-2 1-214,-2-2 1,-1 5-1,-1 0 1,1 0 61,0 0 0,-5 3 0,-2-5 0,-2 1 0,-2-1-45,-3 0 0,4 1 0,0-6 87,-2 0 1,-1 1 0,-4-1 63,-3 1 0,2-1 1,-7 0-1,-1 1-2,-2-1 0,-4 1 0,-1-1 0,-1 0-114,1 1 1,0-6 0,0-1-1,-2 0-355,2 0 1,2-5-1,1 1 1,1-2-86,-1-3 0,5-4-862,0 0-1150,1 0 2478,0-2 0,9-8 0,9-8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9:33.621"/>
    </inkml:context>
    <inkml:brush xml:id="br0">
      <inkml:brushProperty name="width" value="0.06" units="cm"/>
      <inkml:brushProperty name="height" value="0.06" units="cm"/>
      <inkml:brushProperty name="color" value="#AB008B"/>
    </inkml:brush>
  </inkml:definitions>
  <inkml:trace contextRef="#ctx0" brushRef="#br0">14 1 7622,'-8'0'2460,"3"0"1,10 0-2196,5 0 0,-2 0 1,2 0-1,1 0-62,2 0 1,2 0-1,0 0 1,-1 0-1,1 0 0,0 0 1,1 5 0,2-1 0,2 0-89,-3-3 1,0-1 0,-1 0 0,2 0-49,2 0 1,-1 0-1,-4 0 1,0 0 115,-1 0 0,1 0 1,0 0-58,-1 0 0,-4 2 1,0 1 21,2 2 1,-4 0-342,1-5-350,-5 0 19,2 0-1578,-6 0 506,0 0 0,0 7 0,0 1 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9:34.814"/>
    </inkml:context>
    <inkml:brush xml:id="br0">
      <inkml:brushProperty name="width" value="0.06" units="cm"/>
      <inkml:brushProperty name="height" value="0.06" units="cm"/>
      <inkml:brushProperty name="color" value="#AB008B"/>
    </inkml:brush>
  </inkml:definitions>
  <inkml:trace contextRef="#ctx0" brushRef="#br0">147 0 9466,'-13'2'1077,"3"3"0,-1-2-902,6 7 1,0-5-1,4 3 82,-4-2 0,3 6 0,-5-2 0,3 3-43,-1 1 1,0 1 0,3 0 0,-1-1-72,-2 1 1,-2 1 0,4 2 0,-2 2 26,2-2 0,-4 3-126,3-1 1,-6 4 0,5-2 0,2 0 0,1 3-47,2-2 0,-5 5 0,0-6 0,2 3 28,1-1 1,2 1-1,0 4 1,0-1 170,0-3 1,0 1 0,0-5 0,0 2 84,0 3 0,0-3 1,2 0-1,1-1-53,2 1 1,2-5 0,-4 4 0,3-3-1,1 1 82,-1-2 1,4-2 0,-3-1 192,1-1-364,-5 1 1,10 0 0,-5 0-20,1-1 0,2 1-194,-6 0 0,5-6-247,-5 1 1,1-2-1922,-1 2-739,-3-3 1056,4-7 1,-4 0 733,3 0 1190,3-7 0,7-1 0,-1-7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50:21.360"/>
    </inkml:context>
    <inkml:brush xml:id="br0">
      <inkml:brushProperty name="width" value="0.06" units="cm"/>
      <inkml:brushProperty name="height" value="0.06" units="cm"/>
      <inkml:brushProperty name="color" value="#AB008B"/>
    </inkml:brush>
  </inkml:definitions>
  <inkml:trace contextRef="#ctx0" brushRef="#br0">45 131 7410,'-7'-15'131,"5"5"0,-2 0 417,2-1 1,0-2-1,-1-2 337,-2 1 1,0 4-100,5 0 0,-1 7-36,-4-2-120,3 3-65,-5-4-589,7 4 0,0-3 1,0 10-1,0 5 91,0 3 1,0 8 0,2 4 18,3 2 1,-3 3 0,4-1 0,-1 1 0,0-1 80,-2 0 1,1 2 0,-1 2 0,2 3-61,-2 2 1,-1-6 0,-1 3 0,2-6 0,2-3-86,-1-1 1,-3-6 0,1 4 92,3-2 0,-4 0 0,4-1-152,-3 5 1,-2-9 0,0-1-20,0-2 1,2 0 0,1 1-356,2 1-1551,0-7 655,-5-1 1,1-7 216,4 0 1,-2 0 0,7-2-921,2-3 2010,1-3 0,-5-7 0,-2 1 0</inkml:trace>
  <inkml:trace contextRef="#ctx0" brushRef="#br0" timeOffset="743">412 484 6566,'-13'-10'903,"3"0"0,2 7-514,3-2 0,2 3-31,-7 2 1,5 2-1,-3 3 46,1 4 1,-2 5-216,4 0 0,0 1 0,5 0-23,0-1 1,-5 3-66,0 2 1,0-2-1,5 2 1,0-2 0,0-3 51,0 1 0,2 0 0,1-1 1,4 1-66,1 0 19,-5-7 1,10 3-1,-3-4 56,3 1 1,-3-5-49,0 2 1,-1-3-1,6-2 1,0 0 41,-1 0 1,1 0 0,0-2 0,0-1-89,-1-2 1,1-6 0,0 1 0,-1-3-121,1-2 0,-5 5 0,0 0 0,-1-1 0,0-2 222,-4-2 1,1 1 0,-1-1-198,-2 0 1,-1 0-1,-2 1 1,0-1-1,0 0 1,0 1-1,0-1 1,-2 0 0,-3 1-1,-4 0 1,-5 3-1,0 1 1,-3 0-1,-1 1 1,-1 0-1,-1 3 1,1 3 0,-3 1-993,0 2 0,2 0 651,-5 0 0,8 5 0,-3 0-463,4-2 1,6 4-63,0-2 1,7 6 281,-2-1 1,3-2-1,4 2 610,3 1 0,3 2 0,7 2 0</inkml:trace>
  <inkml:trace contextRef="#ctx0" brushRef="#br0" timeOffset="1868">985 572 6428,'-8'-7'355,"2"4"0,4-7 277,-3-1 0,2-2-246,-7-2 0,5 0 1,-5 1 227,-1-1 1,-2 2-419,-2 3 1,5 3-1,1 7 1,-3 0-27,-1 0 1,-2 0 0,1 2-115,-1 3 1,5-2 0,0 7-1,-1 1 53,-2 3 1,-2 0-1,0 1 1,1 1 44,-1 4 1,5-4 0,2 5-84,2 1 1,-6-6 0,4 4 0,0-2 0,3 0 0,3 1-1,2-1 1,0-2 2,0-1 0,0 0 1,2-2-1,3-3-119,5-5 1,-2 1-1,2-1 4,1-2 0,-3-1 1,2-2-1,1 0-110,2 0 0,2-2 0,0-1 0,0-2 6,-1 2 0,1-5 0,0 0 75,-1-1 1,-4-2 0,0 4-1,1 1 1,1-2-14,-2 0 1,1 3-1,-4-4 51,1 3 1,-3-4 0,3 4 0,0-1 121,0 1 0,-3 1 1,3 3-64,-1-3 1,-1 3-15,-1-2 1,-2 2 0,7 2 76,2 0 0,-4 6 7,2 4 1,-2 3 0,3 0-18,-1-3 0,-5 3 0,3-3 1,-1 3 28,-4 2 0,0 1 0,0 2 0,2 2-154,-1-2 0,-3-2 0,-1-1 1,0-1 115,0 1 1,0 0 0,0 0 159,0-1 0,-5-4 0,-1 0-142,-2 1 0,3-3 1,-5 1-1,-2-1-9,-1 0 0,2 0 1,-2 4-1,-3-4-16,-1-2 1,1 4-1,0-3 1,-2-1-46,-2 1 0,-1-1 0,3-3 0,-2 2-53,2-1 0,-3-1 0,1 0 0,2 2-210,2-2 1,1-1 0,1 0 0,-1 1-175,0 2 1,1 1-196,-1-1 0,5-3-1285,0 3-518,7-4 2416,-3-1 0,12 0 0,2 7 0,7 1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49:50.378"/>
    </inkml:context>
    <inkml:brush xml:id="br0">
      <inkml:brushProperty name="width" value="0.06" units="cm"/>
      <inkml:brushProperty name="height" value="0.06" units="cm"/>
      <inkml:brushProperty name="color" value="#AB008B"/>
    </inkml:brush>
  </inkml:definitions>
  <inkml:trace contextRef="#ctx0" brushRef="#br0">60 353 9788,'0'-15'1047,"0"9"0,-2 4 1,-1 7-824,-2 3 1,0 2 0,5 4 0,0 1-224,0 0 0,0 1 0,0 2 0,0 3 1,-2 2-1,-1 3 0,-2 1 0,2-1 0,0-2 1,-1 1-1,-1-1 0,1-1 0,-1 0 0,0-2 1,1 0-1,3-3 0,1 0 0,0 0 0,0 2 1,0-2-1,0-2 0,0-1 0,0 0 0,0-1-1,0 1 0,6-13 0,3-4 0</inkml:trace>
  <inkml:trace contextRef="#ctx0" brushRef="#br0" timeOffset="982">398 661 6231,'-10'0'2186,"0"0"147,-1 0-1648,4 0 1023,1 0-38,6 0-1235,0 0 1,6 0 0,4 0-106,3 0 0,2-1 1,-1-2-16,1-2 0,1-2-139,4 2 1,-4 4 0,4-4-1,-4 3 78,-1 2 1,0-2 0,-1-1-15,1-2 0,0 0 0,-1 5-1,1 0 0,0 0-31,0 0 0,-6 0 140,1 0-340,-7 0 244,4 0-1237,-7 0-3860,0 0 0,5 2 4845,0 3 0,6-3 0,-3 4 0</inkml:trace>
  <inkml:trace contextRef="#ctx0" brushRef="#br0" timeOffset="1668">942 588 8006,'-7'-15'621,"-3"1"0,2-1 314,-2 0 1,5 2 768,-4 3 288,5-3-1581,-2 12 1,7-6-1,4 9 1,5 1 112,3 2 1,2 5-371,0-5 0,-1 4 0,3-2 1,1-1-13,1 1 0,1 3 1,-6-4-1,1 2-140,0 4 1,0-4 0,-1 2-149,1 1 0,-2-3 1,-2 1-350,-1-3 1,0 6-189,5-3 173,-1 4 0,0 2-2828,-5 0-80,4-7 2481,-4-1 937,-1-7 0,5-7 0,-5-1 0</inkml:trace>
  <inkml:trace contextRef="#ctx0" brushRef="#br0" timeOffset="2024">1383 367 6800,'-7'-14'131,"4"6"1262,-7 3 1,5 10-1,-3 4-878,1 4 1,1 2 0,3 2-228,-2 2 0,-5-1 0,3 7 1,-1-1-1,-2 1 20,2-1 0,-5 1 1,5 6-75,0 3 0,-5-3 1,3 3-1,-3-3 3,-2-1 0,0-1 1,1 0-1,-1 1-56,0-1 1,1-4-1,1-1 1,1 1-178,2-2 1,2 3-1,-2-5 1,4 0 0,1 0-138,0-3 0,0-1 0,4-4-2311,-4-3 818,3 3-49,-5-12 1,14 4 1674,3-10 0,3-3 0,2-7 0</inkml:trace>
  <inkml:trace contextRef="#ctx0" brushRef="#br0" timeOffset="2992">1500 0 10829,'8'15'447,"5"1"1,-3 2 0,2 2-256,-3-2 0,4 4 0,-3 1 0,3 2-52,2-1 1,0-1 0,-1 3-1,-1-1-66,-3 1 1,3 2 0,-3 3-1,2 0-16,-3-2 0,3 9 0,-6-9 1,1 2 60,-1 0 1,1-1 0,-4-1-1,2 0-33,-2 1 0,-1-6 0,-2-1 1,0 0 41,0 0 1,0 0-1,0 3 1,0-2-15,0 2 0,-2-3 1,-1 2-1,-3-1-101,-3-1 0,1 5 0,-3-5 0,1 0-8,-1-4 0,2 3 0,0-1 0,-1 0 5,2 0 1,-5-1 0,4-5-1,0-1-79,-1 1 0,5 0 0,-3-1 0,0-1-436,-1-3 0,6 3 0,-3-5-1195,-1 1-684,5-3 628,-4-6 1756,6 0 0,0-6 0,0-3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50:26.521"/>
    </inkml:context>
    <inkml:brush xml:id="br0">
      <inkml:brushProperty name="width" value="0.06" units="cm"/>
      <inkml:brushProperty name="height" value="0.06" units="cm"/>
      <inkml:brushProperty name="color" value="#AB008B"/>
    </inkml:brush>
  </inkml:definitions>
  <inkml:trace contextRef="#ctx0" brushRef="#br0">74 16 9482,'0'-9'2773,"0"3"-2421,0 6 272,0 0 0,-5 2-434,0 2 1,-2 5-1,4 5-95,-2 1 0,0 0 0,5 1 0,-1 2-53,-4 2 0,3 1 0,-3-2 0,4 4-49,1 0 1,-5 5 0,0-4 0,2 3-62,1-3 1,0 9-1,-1-4 1,-2 2 286,2 0 1,1-1 0,2-1-1,0 0-36,0 1 0,0-6 0,0 1 0,0 1 49,0 2 1,0-4 0,2-1-74,3-2 1,-2 4 0,5-6 0,0-1 16,1-1 0,0-3 0,6 1 0,-2 0-73,-3-1 0,3 1 0,-3 0 0,3-2 1,0-2 26,-3-1 0,3-2 0,-3 4-42,3-2 0,1-2 0,-1 3-47,-3-1 1,-2-7-1,-4 4-150,0-1-613,8-4 591,-4 11-3532,0-11 1090,-1 4-276,-7-6 2849,0 0 0,6-6 0,2-3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50:39.135"/>
    </inkml:context>
    <inkml:brush xml:id="br0">
      <inkml:brushProperty name="width" value="0.06" units="cm"/>
      <inkml:brushProperty name="height" value="0.06" units="cm"/>
      <inkml:brushProperty name="color" value="#AB008B"/>
    </inkml:brush>
  </inkml:definitions>
  <inkml:trace contextRef="#ctx0" brushRef="#br0">15 500 9940,'0'-15'0,"0"1"0,-2-1 0,-1 0 0,-2 0 4398,2 1-3296,1 6-697,2 1 1,0 19 0,0 2 0,2 3-113,3-1 0,-2 0 0,5 4 0,-1 4 0,-3 2 0,1 2 0,2 0 0,-1 3 197,1 0 0,-2 0-332,-5-2 1,5 2-1,0 2 1,-2 1 62,-1-1 1,-2-7 0,0-3-1,0 0-106,0 0 0,0-4 0,0 4 1,0-1-1,0-3-41,0 2 0,0-3 0,0 5 0,0-2-103,0-3 1,0-1 0,0-3-218,0 1 1,0 0-369,0 0 0,1-7-358,4-3 1,-2-4-400,7-1 0,-5 0 0,5-1 1,1-3-3017,2-1 4387,2-6 0,6-4 0,2-8 0</inkml:trace>
  <inkml:trace contextRef="#ctx0" brushRef="#br0" timeOffset="765">441 853 14177,'-15'0'0,"1"0"0,-1 0 0,0 0 0,1 0 0,2 0 0,7 0 0,10 0 0,7 0 0,4 0 0,3 0 0,4 0 0,2 0 0,-2 0 0,0-2 0,-2-1 0,2-2 0,-2 2 0,0 1 0,-3 0 0,-2-1 0,-1-2 0,0 2 0,0 1 0,-1 2 0,1 0 0,0 0 0,-2-1 0,-4-4 0,-9 3 0,-8-4 0</inkml:trace>
  <inkml:trace contextRef="#ctx0" brushRef="#br0" timeOffset="2090">1073 265 8204,'-6'-8'-6,"-1"-5"1,-4 4-1,2 0 329,3-1 1,-6 5-93,3-5 0,1 7 721,-2-2-546,6 3 1,-4 2-143,3 0 0,4 7 0,-4 3-82,3 3 1,2 1 0,0 3 0,2 2-15,3 6 0,3-2 0,5 3 0,-2 3-65,-1 4 0,0 3 0,5-4 0,-1 3 25,1-3 0,0 4 0,-2-1-70,-3-3 0,3-1 0,-5-1 1,2-2-1,-2-2 0,0-3 33,0-2 0,-3 0 0,3-3 0,-1 2-30,-4-2 0,4-7 0,-3-1 0,1 0-257,2-2 243,-5 5-67,11-12 0,-10 6 0,5-9-25,-1-3 1,2-3-1,-2-6 1,-1-1-6,1 0 0,0-6 1,-4-2-1,3-1-330,2-1 0,1 2 0,2-1 0,-1 2 209,1 1 1,-3 7 0,1-3 0,-1 6 109,0-1 0,-3 6-14,5 1 0,-1 5 0,6 3 131,0 2 0,-7 7 0,-1-3 0,-3 4 145,1 2-149,7 6 1,-11-4 0,6 2 66,0-2 0,-6 2 0,6 1 0,-2-2 65,-1-2 0,3-1 1,-4-1-1,2 1 8,-2 0 0,4 0 1,0-1-1,-1 1-58,1 0 0,2-1 0,-2-1 1,-1-1-125,1-2 0,3-1 0,-4 6 1,1 0-227,-1 0 1,4-6-1,-3 1 40,1 2 1,-3-1-1,3 0 1,0-2-679,0-3 1,-4 1 0,2-4-462,1 2 1,-6 1 1314,4-1 0,3 3 0,0 7 0</inkml:trace>
  <inkml:trace contextRef="#ctx0" brushRef="#br0" timeOffset="3100">1882 588 8081,'-7'-8'120,"5"3"1,-4 8 83,-1 2 1,6 7 0,-6-2 0,2 3-125,0 1-3,0 1 1,5 0 0,0 1-21,0 4 0,0-2 1,0 4-1,0 1 0,0 0-3,0 3 1,0 0-1,0 1 1,0-5-1,0 1-23,0 0 0,0-5 0,0 2 0,0-4 13,0-1 1,5 4-1,2 1 1,-1-2 11,1-2 0,-1-3 0,-2-1 30,1-2 0,6-2 0,-3 3 0,2-1 366,0 1 0,0-2-326,4 0 0,1-4 0,0 3 1,-1-1 26,1-4 1,0-1-97,0-2 1,-2-2-1,-2-1 1,-1-4-1,1-1-36,2-3 0,2 3 0,-2-2 0,-1-2-23,-3-1 1,0 4 0,2-1 76,-1-2 0,-5-1-49,4-1 1,-5-6-1,1 0-13,-4 2 0,4 2 0,0 0 1,-2-2-24,-1-2 0,-2-1 0,-2 3 0,-1-2 0,-3 2-104,-3 2 1,4 1 0,-4 1 0,-3-1 11,-1 0 1,-2 1 0,1 0-17,-1 5 0,0-3 1,1 7-1,-1 2-120,0 1 1,1-2 0,-1-1-1,0 1-798,0 3 753,1 1 0,-1 0-124,0 0 1,1 5 132,-1 0 0,5 1-15,0-1 0,2-2 0,-3 5 0,3 1-129,1-1 0,1 0 418,1 2 0,-4 3 0,-5-5 0</inkml:trace>
  <inkml:trace contextRef="#ctx0" brushRef="#br0" timeOffset="3753">1808 941 8077,'0'8'1789,"0"-1"-1478,0-7 1,2 0 0,3 0 0,4 0-259,4 0 0,2 0 0,0 0 0,0 0 0,-1 0 1,1-2-1,0-1 0,-1-2 0,1 2 0,0 1 1,-1 2-1,1 0 0,0 0 0,0 0 0,-1 0 1,-1-2-1,-1-1 0,-2-2 0,1 2-53,2 1 0,2 2 0,-1 0 0</inkml:trace>
  <inkml:trace contextRef="#ctx0" brushRef="#br0" timeOffset="4652">2440 471 7787,'0'-9'794,"-2"3"-592,-2 6 0,2 2 0,-3 2 23,3 6 0,-2 3 0,-3 2-106,-1 0 0,5-1 0,-2 3 0,1 1-8,-1 1 1,4 3 0,-4-5 0,2 5-107,-2 1 0,3-4 1,-3 4-1,4-2 120,1-3 0,0 0 1,0 0-1,0 2 0,0-2 1,0-2 0,0-1-1,1-1-47,4 1 0,-2-2 1,6-1-1,-3-3 0,6 1 0,-4 5 0,2-2 0,-1-2 83,3-1 0,1-2 0,2 4-133,-1-2 1,1-5 0,0 3 0,-1-2-185,1-2 0,-5-1 0,0 0-307,1 2 0,2 0 1,2-5-121,0 0 0,-6 0 1,1-2 120,2-3 1,-4 4 0,2-6-452,1 1 0,0 2 913,-1-5 0,3-1 0,-5-5 0</inkml:trace>
  <inkml:trace contextRef="#ctx0" brushRef="#br0" timeOffset="5032">2631 691 8188,'-8'0'948,"2"0"-1,6 7-719,0 2 0,0 0 65,0 0 0,1-4-150,4 5 0,3 0 0,5 5 0,-1-2 68,-2-4 0,-2 4 0,3-4 0,-1 0-39,1 1 0,2-2 0,2 4 0,0-4 41,-1-1 0,-4 2 0,0-2-234,2 1 1,1 0-1,0 4 1,-2-4-269,-1-2 0,-7 1 0,4-4-329,-1 2 1,-3 2-449,7-3-2438,-6-2 3504,2 5 0,1-7 0,1 0 0</inkml:trace>
  <inkml:trace contextRef="#ctx0" brushRef="#br0" timeOffset="5356">2910 573 8141,'-9'-4'-35,"-1"-1"1,5 1 107,-5 9 0,5 3-18,-5 7 0,6 2 106,-6 2 1,2-1-1,-4 5-69,2-2 1,1 5 0,-6-1 0,0 1 54,0-2 1,2 3 0,2-6-94,1 2 0,0-5 0,-3 1 0,2-2-261,1-3 1,2 1-206,-2 0 1,4-6-253,6 1 664,0-6 0,6 2 0,2-6 0</inkml:trace>
  <inkml:trace contextRef="#ctx0" brushRef="#br0" timeOffset="5818">2984 500 7851,'0'-8'1609,"0"1"0,0 9-1437,0 3 1,5-2 0,1 7 0,3 1-86,2 2 1,-3 2-31,2 0 1,-2 1-14,2 4 0,3-2 0,-5 5 1,2-1-1,-2 1-15,-1 3 1,2-3-1,-2 0 1,0-2 20,-1-3 1,1 4-1,-4-3 1,2-1 0,-2-2-175,-1-1 0,-2 0 0,0 0 0,0-1-120,0 1 0,0 0 176,0-1 0,0 1 0,0 0 0,0-1-139,0 1 1,0-5-1,-2 0-184,-3 1 0,2 1-806,-7-3 1,5 3 1196,-5-7 0,1 0 0,-6-5 0</inkml:trace>
  <inkml:trace contextRef="#ctx0" brushRef="#br0" timeOffset="8004">3234 15 8444,'0'-8'235,"0"1"1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30T02:50:49.955"/>
    </inkml:context>
    <inkml:brush xml:id="br0">
      <inkml:brushProperty name="width" value="0.06" units="cm"/>
      <inkml:brushProperty name="height" value="0.06" units="cm"/>
      <inkml:brushProperty name="color" value="#AB008B"/>
    </inkml:brush>
  </inkml:definitions>
  <inkml:trace contextRef="#ctx0" brushRef="#br0">30 45 6905,'-7'-8'949,"5"0"-286,-2 3 0,0 3 989,-1-3-748,4-3-430,-6 6-682,7-4 1,2 8 335,3 2 1,-2 0 0,5 6-9,-1 1 0,4 0 1,-1 1-1,3-2-38,2 1 0,-1 4 1,-1 3-1,-1 1 111,-2-1-119,-1-1 0,6-1-291,0 4 265,0-4 1,-2 7 0,-2-5 0,-1 3-35,1 2 0,2 0 0,0 3 0,-1-3-125,-2-2 1,-2 5-1,3-1 42,-1 2 0,-5-2 0,3-1 0,-1 1 0,-4-1-26,-1 1 1,2-6 0,1 4-1,0 0 122,2 0 1,-6-3 0,4 2 0,-3 0-11,-2-4 0,5 3 1,0-2-1,-2 1-6,-1 1 0,-2-4 0,0 4 1,0-2-1,0 1 26,0-2 1,0 3-17,0-1 0,0-1 1,-2-2-1,-1 1 1,-2 1-26,2-1 0,-4-1 0,2-3 0,0 1-6,-1 0 1,4-5-1,-3-1 1,2 3-1,-2 1 0,3-3 1,-4-2-1,1 0 0,0 0 84,2 4 1,0-4-73,-2 2 1,3-6 0,-5 5 114,1-3 0,4 1 1,-4-4 88,-1 2 1,6 1-172,-4-1 0,1 2 32,0 3-134,2-4 31,-5-6-52,7 0-1413,0 0 1,7-6 0,1-3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1123B-27E9-3441-BB33-CAEDF81C501C}" type="datetimeFigureOut">
              <a:rPr lang="es-ES_tradnl" smtClean="0"/>
              <a:t>29/10/25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38C403-380A-954D-BA17-885FAAE8C872}" type="slidenum">
              <a:rPr lang="es-ES_tradnl" smtClean="0"/>
              <a:t>‹Nº›</a:t>
            </a:fld>
            <a:endParaRPr lang="es-ES_tradnl"/>
          </a:p>
        </p:txBody>
      </p:sp>
    </p:spTree>
    <p:extLst>
      <p:ext uri="{BB962C8B-B14F-4D97-AF65-F5344CB8AC3E}">
        <p14:creationId xmlns:p14="http://schemas.microsoft.com/office/powerpoint/2010/main" val="471204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youtu.be/k964_uNn3l0?si=uy01HybJKaQ7Vh0s"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5738C403-380A-954D-BA17-885FAAE8C872}" type="slidenum">
              <a:rPr lang="es-ES_tradnl" smtClean="0"/>
              <a:t>6</a:t>
            </a:fld>
            <a:endParaRPr lang="es-ES_tradnl"/>
          </a:p>
        </p:txBody>
      </p:sp>
    </p:spTree>
    <p:extLst>
      <p:ext uri="{BB962C8B-B14F-4D97-AF65-F5344CB8AC3E}">
        <p14:creationId xmlns:p14="http://schemas.microsoft.com/office/powerpoint/2010/main" val="2591299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2507F-79F2-7D11-A313-66A3E6B967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6838A6-4624-CC3D-1E13-A3EC4534DF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9E3DE5-BB8B-5F30-B792-8314897F8B3F}"/>
              </a:ext>
            </a:extLst>
          </p:cNvPr>
          <p:cNvSpPr>
            <a:spLocks noGrp="1"/>
          </p:cNvSpPr>
          <p:nvPr>
            <p:ph type="body" idx="1"/>
          </p:nvPr>
        </p:nvSpPr>
        <p:spPr/>
        <p:txBody>
          <a:bodyPr/>
          <a:lstStyle/>
          <a:p>
            <a:r>
              <a:rPr lang="es-ES_tradnl" dirty="0"/>
              <a:t>Hay que dibujar la recta que representa el modelo (función hipótesis).</a:t>
            </a:r>
          </a:p>
          <a:p>
            <a:r>
              <a:rPr lang="es-ES_tradnl" dirty="0"/>
              <a:t>Dibujar que pasaría si se ven afectados 2200 equipos, mostrar cual sería el costo que predice nuestro modelo de regresión.</a:t>
            </a:r>
          </a:p>
          <a:p>
            <a:endParaRPr lang="es-ES_tradnl" dirty="0"/>
          </a:p>
        </p:txBody>
      </p:sp>
      <p:sp>
        <p:nvSpPr>
          <p:cNvPr id="4" name="Marcador de número de diapositiva 3">
            <a:extLst>
              <a:ext uri="{FF2B5EF4-FFF2-40B4-BE49-F238E27FC236}">
                <a16:creationId xmlns:a16="http://schemas.microsoft.com/office/drawing/2014/main" id="{141A7B2F-675D-BDB6-5FDA-9B4095B9F5E1}"/>
              </a:ext>
            </a:extLst>
          </p:cNvPr>
          <p:cNvSpPr>
            <a:spLocks noGrp="1"/>
          </p:cNvSpPr>
          <p:nvPr>
            <p:ph type="sldNum" sz="quarter" idx="5"/>
          </p:nvPr>
        </p:nvSpPr>
        <p:spPr/>
        <p:txBody>
          <a:bodyPr/>
          <a:lstStyle/>
          <a:p>
            <a:fld id="{5738C403-380A-954D-BA17-885FAAE8C872}" type="slidenum">
              <a:rPr lang="es-ES_tradnl" smtClean="0"/>
              <a:t>14</a:t>
            </a:fld>
            <a:endParaRPr lang="es-ES_tradnl"/>
          </a:p>
        </p:txBody>
      </p:sp>
    </p:spTree>
    <p:extLst>
      <p:ext uri="{BB962C8B-B14F-4D97-AF65-F5344CB8AC3E}">
        <p14:creationId xmlns:p14="http://schemas.microsoft.com/office/powerpoint/2010/main" val="1539402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ES_tradnl" dirty="0"/>
              <a:t>Dibujar sobre la gráfica de clasificación la FUNCIÓN HIPÓTESIS (línea vertical) que intentará clasificar a un correo sea SPAM o NO SPAM.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_tradnl" dirty="0"/>
              <a:t>¿Qué pasaría si llegara un correo nuevo con un numero de tags HTML (6)?, ¿Cómo sería clasificado de acuerdo a nuestro modelo?</a:t>
            </a:r>
          </a:p>
          <a:p>
            <a:pPr marL="171450" indent="-171450">
              <a:buFont typeface="Arial" panose="020B0604020202020204" pitchFamily="34" charset="0"/>
              <a:buChar char="•"/>
            </a:pPr>
            <a:endParaRPr lang="es-ES_tradnl" dirty="0"/>
          </a:p>
          <a:p>
            <a:pPr marL="171450" indent="-171450">
              <a:buFont typeface="Arial" panose="020B0604020202020204" pitchFamily="34" charset="0"/>
              <a:buChar char="•"/>
            </a:pPr>
            <a:r>
              <a:rPr lang="es-ES_tradnl" dirty="0"/>
              <a:t>Dibujar sobre la gráfica de clasificación por dos características, la FUNCIÓN HIPOTESIS (línea diagonal) que clasificaría un correo como SPAM o NO  SPAM</a:t>
            </a:r>
          </a:p>
          <a:p>
            <a:pPr marL="171450" indent="-171450">
              <a:buFont typeface="Arial" panose="020B0604020202020204" pitchFamily="34" charset="0"/>
              <a:buChar char="•"/>
            </a:pPr>
            <a:r>
              <a:rPr lang="es-ES_tradnl" dirty="0"/>
              <a:t>¿Qué pasaría si llegara un correo nuevo con un numero de tags HTML (5) y 3 palabras en otro idioma?, ¿Cómo sería clasificado de acuerdo a nuestro modelo?</a:t>
            </a:r>
          </a:p>
        </p:txBody>
      </p:sp>
      <p:sp>
        <p:nvSpPr>
          <p:cNvPr id="4" name="Marcador de número de diapositiva 3"/>
          <p:cNvSpPr>
            <a:spLocks noGrp="1"/>
          </p:cNvSpPr>
          <p:nvPr>
            <p:ph type="sldNum" sz="quarter" idx="5"/>
          </p:nvPr>
        </p:nvSpPr>
        <p:spPr/>
        <p:txBody>
          <a:bodyPr/>
          <a:lstStyle/>
          <a:p>
            <a:fld id="{5738C403-380A-954D-BA17-885FAAE8C872}" type="slidenum">
              <a:rPr lang="es-ES_tradnl" smtClean="0"/>
              <a:t>15</a:t>
            </a:fld>
            <a:endParaRPr lang="es-ES_tradnl"/>
          </a:p>
        </p:txBody>
      </p:sp>
    </p:spTree>
    <p:extLst>
      <p:ext uri="{BB962C8B-B14F-4D97-AF65-F5344CB8AC3E}">
        <p14:creationId xmlns:p14="http://schemas.microsoft.com/office/powerpoint/2010/main" val="4053666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ES_tradnl" dirty="0"/>
              <a:t>Encerrar dos conjuntos de datos, representando su estructura en la grafica.</a:t>
            </a:r>
          </a:p>
        </p:txBody>
      </p:sp>
      <p:sp>
        <p:nvSpPr>
          <p:cNvPr id="4" name="Marcador de número de diapositiva 3"/>
          <p:cNvSpPr>
            <a:spLocks noGrp="1"/>
          </p:cNvSpPr>
          <p:nvPr>
            <p:ph type="sldNum" sz="quarter" idx="5"/>
          </p:nvPr>
        </p:nvSpPr>
        <p:spPr/>
        <p:txBody>
          <a:bodyPr/>
          <a:lstStyle/>
          <a:p>
            <a:fld id="{5738C403-380A-954D-BA17-885FAAE8C872}" type="slidenum">
              <a:rPr lang="es-ES_tradnl" smtClean="0"/>
              <a:t>16</a:t>
            </a:fld>
            <a:endParaRPr lang="es-ES_tradnl"/>
          </a:p>
        </p:txBody>
      </p:sp>
    </p:spTree>
    <p:extLst>
      <p:ext uri="{BB962C8B-B14F-4D97-AF65-F5344CB8AC3E}">
        <p14:creationId xmlns:p14="http://schemas.microsoft.com/office/powerpoint/2010/main" val="407671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01516-0291-E58F-9587-CA167AE004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66C2B7-DD86-B433-5A50-810C0B51D3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94196A-53A3-9F52-C3B3-605DE76B7331}"/>
              </a:ext>
            </a:extLst>
          </p:cNvPr>
          <p:cNvSpPr>
            <a:spLocks noGrp="1"/>
          </p:cNvSpPr>
          <p:nvPr>
            <p:ph type="body" idx="1"/>
          </p:nvPr>
        </p:nvSpPr>
        <p:spPr/>
        <p:txBody>
          <a:bodyPr/>
          <a:lstStyle/>
          <a:p>
            <a:pPr marL="171450" indent="-171450">
              <a:buFont typeface="Arial" panose="020B0604020202020204" pitchFamily="34" charset="0"/>
              <a:buChar char="•"/>
            </a:pPr>
            <a:r>
              <a:rPr lang="es-ES_tradnl" dirty="0"/>
              <a:t>Dibujar la función que encierra Los datos (dos conjuntos) indicando que seria trabajo de un ANALISTA identificar de acuerdo a las características, cuales son SPAM y cuales NO.</a:t>
            </a:r>
          </a:p>
          <a:p>
            <a:pPr marL="171450" indent="-171450">
              <a:buFont typeface="Arial" panose="020B0604020202020204" pitchFamily="34" charset="0"/>
              <a:buChar char="•"/>
            </a:pPr>
            <a:endParaRPr lang="es-ES_tradnl" dirty="0"/>
          </a:p>
        </p:txBody>
      </p:sp>
      <p:sp>
        <p:nvSpPr>
          <p:cNvPr id="4" name="Marcador de número de diapositiva 3">
            <a:extLst>
              <a:ext uri="{FF2B5EF4-FFF2-40B4-BE49-F238E27FC236}">
                <a16:creationId xmlns:a16="http://schemas.microsoft.com/office/drawing/2014/main" id="{3924EBBE-7CCF-52AF-9477-EFC29D4290F3}"/>
              </a:ext>
            </a:extLst>
          </p:cNvPr>
          <p:cNvSpPr>
            <a:spLocks noGrp="1"/>
          </p:cNvSpPr>
          <p:nvPr>
            <p:ph type="sldNum" sz="quarter" idx="5"/>
          </p:nvPr>
        </p:nvSpPr>
        <p:spPr/>
        <p:txBody>
          <a:bodyPr/>
          <a:lstStyle/>
          <a:p>
            <a:fld id="{5738C403-380A-954D-BA17-885FAAE8C872}" type="slidenum">
              <a:rPr lang="es-ES_tradnl" smtClean="0"/>
              <a:t>17</a:t>
            </a:fld>
            <a:endParaRPr lang="es-ES_tradnl"/>
          </a:p>
        </p:txBody>
      </p:sp>
    </p:spTree>
    <p:extLst>
      <p:ext uri="{BB962C8B-B14F-4D97-AF65-F5344CB8AC3E}">
        <p14:creationId xmlns:p14="http://schemas.microsoft.com/office/powerpoint/2010/main" val="3913499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6943-EB80-84F3-3A51-C025AD18FE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A4FE69-BAC6-E3CF-7AA2-6D4D6F516F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B76E87-B38C-8B83-DF41-E45B1C19439F}"/>
              </a:ext>
            </a:extLst>
          </p:cNvPr>
          <p:cNvSpPr>
            <a:spLocks noGrp="1"/>
          </p:cNvSpPr>
          <p:nvPr>
            <p:ph type="body" idx="1"/>
          </p:nvPr>
        </p:nvSpPr>
        <p:spPr/>
        <p:txBody>
          <a:bodyPr/>
          <a:lstStyle/>
          <a:p>
            <a:pPr marL="171450" indent="-171450">
              <a:buFont typeface="Arial" panose="020B0604020202020204" pitchFamily="34" charset="0"/>
              <a:buChar char="•"/>
            </a:pPr>
            <a:endParaRPr lang="es-ES_tradnl" dirty="0"/>
          </a:p>
        </p:txBody>
      </p:sp>
      <p:sp>
        <p:nvSpPr>
          <p:cNvPr id="4" name="Marcador de número de diapositiva 3">
            <a:extLst>
              <a:ext uri="{FF2B5EF4-FFF2-40B4-BE49-F238E27FC236}">
                <a16:creationId xmlns:a16="http://schemas.microsoft.com/office/drawing/2014/main" id="{C6D37D9A-2D3D-9650-870D-02E5DD9D0887}"/>
              </a:ext>
            </a:extLst>
          </p:cNvPr>
          <p:cNvSpPr>
            <a:spLocks noGrp="1"/>
          </p:cNvSpPr>
          <p:nvPr>
            <p:ph type="sldNum" sz="quarter" idx="5"/>
          </p:nvPr>
        </p:nvSpPr>
        <p:spPr/>
        <p:txBody>
          <a:bodyPr/>
          <a:lstStyle/>
          <a:p>
            <a:fld id="{5738C403-380A-954D-BA17-885FAAE8C872}" type="slidenum">
              <a:rPr lang="es-ES_tradnl" smtClean="0"/>
              <a:t>18</a:t>
            </a:fld>
            <a:endParaRPr lang="es-ES_tradnl"/>
          </a:p>
        </p:txBody>
      </p:sp>
    </p:spTree>
    <p:extLst>
      <p:ext uri="{BB962C8B-B14F-4D97-AF65-F5344CB8AC3E}">
        <p14:creationId xmlns:p14="http://schemas.microsoft.com/office/powerpoint/2010/main" val="1667041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14:m>
                  <m:oMath xmlns:m="http://schemas.openxmlformats.org/officeDocument/2006/math">
                    <m:r>
                      <a:rPr lang="es-ES" sz="1800" b="1" i="1" smtClean="0">
                        <a:solidFill>
                          <a:srgbClr val="000000"/>
                        </a:solidFill>
                        <a:latin typeface="Cambria Math" panose="02040503050406030204" pitchFamily="18" charset="0"/>
                      </a:rPr>
                      <m:t>𝒚</m:t>
                    </m:r>
                    <m:r>
                      <a:rPr lang="es-ES" sz="1800" b="1" i="1" smtClean="0">
                        <a:solidFill>
                          <a:srgbClr val="000000"/>
                        </a:solidFill>
                        <a:latin typeface="Cambria Math" panose="02040503050406030204" pitchFamily="18" charset="0"/>
                      </a:rPr>
                      <m:t>=</m:t>
                    </m:r>
                    <m:r>
                      <a:rPr lang="es-ES" sz="1800" b="1" i="1" smtClean="0">
                        <a:solidFill>
                          <a:srgbClr val="000000"/>
                        </a:solidFill>
                        <a:latin typeface="Cambria Math" panose="02040503050406030204" pitchFamily="18" charset="0"/>
                      </a:rPr>
                      <m:t>𝒎𝒙</m:t>
                    </m:r>
                    <m:r>
                      <a:rPr lang="es-ES" sz="1800" b="1" i="1" smtClean="0">
                        <a:solidFill>
                          <a:srgbClr val="000000"/>
                        </a:solidFill>
                        <a:latin typeface="Cambria Math" panose="02040503050406030204" pitchFamily="18" charset="0"/>
                      </a:rPr>
                      <m:t>+</m:t>
                    </m:r>
                    <m:r>
                      <a:rPr lang="es-ES" sz="1800" b="1" i="1" smtClean="0">
                        <a:solidFill>
                          <a:srgbClr val="000000"/>
                        </a:solidFill>
                        <a:latin typeface="Cambria Math" panose="02040503050406030204" pitchFamily="18" charset="0"/>
                      </a:rPr>
                      <m:t>𝒃</m:t>
                    </m:r>
                  </m:oMath>
                </a14:m>
                <a:r>
                  <a:rPr lang="es-MX" sz="1800" b="1" dirty="0">
                    <a:solidFill>
                      <a:srgbClr val="000000"/>
                    </a:solidFill>
                  </a:rPr>
                  <a:t>  </a:t>
                </a:r>
                <a:r>
                  <a:rPr lang="es-MX" b="0" dirty="0">
                    <a:solidFill>
                      <a:srgbClr val="000000"/>
                    </a:solidFill>
                  </a:rPr>
                  <a:t>es también</a:t>
                </a:r>
                <a:r>
                  <a:rPr lang="es-MX" b="0" baseline="0" dirty="0">
                    <a:solidFill>
                      <a:srgbClr val="000000"/>
                    </a:solidFill>
                  </a:rPr>
                  <a:t> conocida como función de la recta</a:t>
                </a:r>
                <a:endParaRPr lang="es-MX" b="0" dirty="0"/>
              </a:p>
            </p:txBody>
          </p:sp>
        </mc:Choice>
        <mc:Fallback xmlns="">
          <p:sp>
            <p:nvSpPr>
              <p:cNvPr id="3" name="Marcador de notas 2"/>
              <p:cNvSpPr>
                <a:spLocks noGrp="1"/>
              </p:cNvSpPr>
              <p:nvPr>
                <p:ph type="body" idx="1"/>
              </p:nvPr>
            </p:nvSpPr>
            <p:spPr/>
            <p:txBody>
              <a:bodyPr/>
              <a:lstStyle/>
              <a:p>
                <a:r>
                  <a:rPr lang="es-ES" sz="1800" b="1" i="0">
                    <a:solidFill>
                      <a:srgbClr val="000000"/>
                    </a:solidFill>
                    <a:latin typeface="Cambria Math" panose="02040503050406030204" pitchFamily="18" charset="0"/>
                  </a:rPr>
                  <a:t>𝒚=𝒎𝒙+𝒃</a:t>
                </a:r>
                <a:r>
                  <a:rPr lang="es-MX" sz="1800" b="1" dirty="0">
                    <a:solidFill>
                      <a:srgbClr val="000000"/>
                    </a:solidFill>
                  </a:rPr>
                  <a:t>  </a:t>
                </a:r>
                <a:r>
                  <a:rPr lang="es-MX" b="0" dirty="0">
                    <a:solidFill>
                      <a:srgbClr val="000000"/>
                    </a:solidFill>
                  </a:rPr>
                  <a:t>es también</a:t>
                </a:r>
                <a:r>
                  <a:rPr lang="es-MX" b="0" baseline="0" dirty="0">
                    <a:solidFill>
                      <a:srgbClr val="000000"/>
                    </a:solidFill>
                  </a:rPr>
                  <a:t> conocida como función de la recta</a:t>
                </a:r>
                <a:endParaRPr lang="es-MX" b="0" dirty="0"/>
              </a:p>
            </p:txBody>
          </p:sp>
        </mc:Fallback>
      </mc:AlternateContent>
      <p:sp>
        <p:nvSpPr>
          <p:cNvPr id="4" name="Marcador de número de diapositiva 3"/>
          <p:cNvSpPr>
            <a:spLocks noGrp="1"/>
          </p:cNvSpPr>
          <p:nvPr>
            <p:ph type="sldNum" sz="quarter" idx="5"/>
          </p:nvPr>
        </p:nvSpPr>
        <p:spPr/>
        <p:txBody>
          <a:bodyPr/>
          <a:lstStyle/>
          <a:p>
            <a:fld id="{5738C403-380A-954D-BA17-885FAAE8C872}" type="slidenum">
              <a:rPr lang="es-ES_tradnl" smtClean="0"/>
              <a:t>23</a:t>
            </a:fld>
            <a:endParaRPr lang="es-ES_tradnl"/>
          </a:p>
        </p:txBody>
      </p:sp>
    </p:spTree>
    <p:extLst>
      <p:ext uri="{BB962C8B-B14F-4D97-AF65-F5344CB8AC3E}">
        <p14:creationId xmlns:p14="http://schemas.microsoft.com/office/powerpoint/2010/main" val="3100198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4F2BB-31C2-1248-4469-5EB63056F6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0F88C6-E263-FEF3-F0AF-5922A70F1D1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BA9F79FC-D524-E115-DB11-558CF034ED1D}"/>
                  </a:ext>
                </a:extLst>
              </p:cNvPr>
              <p:cNvSpPr>
                <a:spLocks noGrp="1"/>
              </p:cNvSpPr>
              <p:nvPr>
                <p:ph type="body" idx="1"/>
              </p:nvPr>
            </p:nvSpPr>
            <p:spPr/>
            <p:txBody>
              <a:bodyPr/>
              <a:lstStyle/>
              <a:p>
                <a14:m>
                  <m:oMath xmlns:m="http://schemas.openxmlformats.org/officeDocument/2006/math">
                    <m:r>
                      <a:rPr lang="es-ES" sz="1800" b="1" i="1" smtClean="0">
                        <a:solidFill>
                          <a:srgbClr val="000000"/>
                        </a:solidFill>
                        <a:latin typeface="Cambria Math" panose="02040503050406030204" pitchFamily="18" charset="0"/>
                      </a:rPr>
                      <m:t>𝒚</m:t>
                    </m:r>
                    <m:r>
                      <a:rPr lang="es-ES" sz="1800" b="1" i="1" smtClean="0">
                        <a:solidFill>
                          <a:srgbClr val="000000"/>
                        </a:solidFill>
                        <a:latin typeface="Cambria Math" panose="02040503050406030204" pitchFamily="18" charset="0"/>
                      </a:rPr>
                      <m:t>=</m:t>
                    </m:r>
                    <m:r>
                      <a:rPr lang="es-ES" sz="1800" b="1" i="1" smtClean="0">
                        <a:solidFill>
                          <a:srgbClr val="000000"/>
                        </a:solidFill>
                        <a:latin typeface="Cambria Math" panose="02040503050406030204" pitchFamily="18" charset="0"/>
                      </a:rPr>
                      <m:t>𝒎𝒙</m:t>
                    </m:r>
                    <m:r>
                      <a:rPr lang="es-ES" sz="1800" b="1" i="1" smtClean="0">
                        <a:solidFill>
                          <a:srgbClr val="000000"/>
                        </a:solidFill>
                        <a:latin typeface="Cambria Math" panose="02040503050406030204" pitchFamily="18" charset="0"/>
                      </a:rPr>
                      <m:t>+</m:t>
                    </m:r>
                    <m:r>
                      <a:rPr lang="es-ES" sz="1800" b="1" i="1" smtClean="0">
                        <a:solidFill>
                          <a:srgbClr val="000000"/>
                        </a:solidFill>
                        <a:latin typeface="Cambria Math" panose="02040503050406030204" pitchFamily="18" charset="0"/>
                      </a:rPr>
                      <m:t>𝒃</m:t>
                    </m:r>
                  </m:oMath>
                </a14:m>
                <a:r>
                  <a:rPr lang="es-MX" sz="1800" b="1" dirty="0">
                    <a:solidFill>
                      <a:srgbClr val="000000"/>
                    </a:solidFill>
                  </a:rPr>
                  <a:t>  </a:t>
                </a:r>
                <a:r>
                  <a:rPr lang="es-MX" b="0" dirty="0">
                    <a:solidFill>
                      <a:srgbClr val="000000"/>
                    </a:solidFill>
                  </a:rPr>
                  <a:t>es también</a:t>
                </a:r>
                <a:r>
                  <a:rPr lang="es-MX" b="0" baseline="0" dirty="0">
                    <a:solidFill>
                      <a:srgbClr val="000000"/>
                    </a:solidFill>
                  </a:rPr>
                  <a:t> conocida como función de la recta</a:t>
                </a:r>
              </a:p>
              <a:p>
                <a:r>
                  <a:rPr lang="es-MX" b="0" baseline="0" dirty="0">
                    <a:solidFill>
                      <a:srgbClr val="000000"/>
                    </a:solidFill>
                  </a:rPr>
                  <a:t>Los valores que le damos a los diferentes parámetros de la función es lo que determina la forma en como se dibujan las líneas. (indicar los parámetros en la función)</a:t>
                </a:r>
              </a:p>
              <a:p>
                <a:r>
                  <a:rPr lang="es-MX" b="0" baseline="0" dirty="0">
                    <a:solidFill>
                      <a:srgbClr val="000000"/>
                    </a:solidFill>
                  </a:rPr>
                  <a:t>El objetivo es encontrar los valores óptimos de cada parámetro, que hagan que el modelo se ajuste lo mejor posible la recta a la tendencia del conjunto de datos.</a:t>
                </a:r>
                <a:endParaRPr lang="es-MX" b="0" dirty="0"/>
              </a:p>
            </p:txBody>
          </p:sp>
        </mc:Choice>
        <mc:Fallback xmlns="">
          <p:sp>
            <p:nvSpPr>
              <p:cNvPr id="3" name="Marcador de notas 2">
                <a:extLst>
                  <a:ext uri="{FF2B5EF4-FFF2-40B4-BE49-F238E27FC236}">
                    <a16:creationId xmlns:a16="http://schemas.microsoft.com/office/drawing/2014/main" id="{BA9F79FC-D524-E115-DB11-558CF034ED1D}"/>
                  </a:ext>
                </a:extLst>
              </p:cNvPr>
              <p:cNvSpPr>
                <a:spLocks noGrp="1"/>
              </p:cNvSpPr>
              <p:nvPr>
                <p:ph type="body" idx="1"/>
              </p:nvPr>
            </p:nvSpPr>
            <p:spPr/>
            <p:txBody>
              <a:bodyPr/>
              <a:lstStyle/>
              <a:p>
                <a:r>
                  <a:rPr lang="es-ES" sz="1800" b="1" i="0">
                    <a:solidFill>
                      <a:srgbClr val="000000"/>
                    </a:solidFill>
                    <a:latin typeface="Cambria Math" panose="02040503050406030204" pitchFamily="18" charset="0"/>
                  </a:rPr>
                  <a:t>𝒚=𝒎𝒙+𝒃</a:t>
                </a:r>
                <a:r>
                  <a:rPr lang="es-MX" sz="1800" b="1" dirty="0">
                    <a:solidFill>
                      <a:srgbClr val="000000"/>
                    </a:solidFill>
                  </a:rPr>
                  <a:t>  </a:t>
                </a:r>
                <a:r>
                  <a:rPr lang="es-MX" b="0" dirty="0">
                    <a:solidFill>
                      <a:srgbClr val="000000"/>
                    </a:solidFill>
                  </a:rPr>
                  <a:t>es también</a:t>
                </a:r>
                <a:r>
                  <a:rPr lang="es-MX" b="0" baseline="0" dirty="0">
                    <a:solidFill>
                      <a:srgbClr val="000000"/>
                    </a:solidFill>
                  </a:rPr>
                  <a:t> conocida como función de la recta</a:t>
                </a:r>
              </a:p>
              <a:p>
                <a:r>
                  <a:rPr lang="es-MX" b="0" baseline="0" dirty="0">
                    <a:solidFill>
                      <a:srgbClr val="000000"/>
                    </a:solidFill>
                  </a:rPr>
                  <a:t>Los valores que le damos a los diferentes parámetros de la función es lo que determina la forma en como se dibujan las líneas. (indicar los parámetros en la función)</a:t>
                </a:r>
              </a:p>
              <a:p>
                <a:r>
                  <a:rPr lang="es-MX" b="0" baseline="0" dirty="0">
                    <a:solidFill>
                      <a:srgbClr val="000000"/>
                    </a:solidFill>
                  </a:rPr>
                  <a:t>El objetivo es encontrar los valores óptimos de cada parámetro, que hagan que el modelo se ajuste lo mejor posible la recta a la tendencia del conjunto de datos.</a:t>
                </a:r>
                <a:endParaRPr lang="es-MX" b="0" dirty="0"/>
              </a:p>
            </p:txBody>
          </p:sp>
        </mc:Fallback>
      </mc:AlternateContent>
      <p:sp>
        <p:nvSpPr>
          <p:cNvPr id="4" name="Marcador de número de diapositiva 3">
            <a:extLst>
              <a:ext uri="{FF2B5EF4-FFF2-40B4-BE49-F238E27FC236}">
                <a16:creationId xmlns:a16="http://schemas.microsoft.com/office/drawing/2014/main" id="{A1DB1142-8F76-F919-6EAF-91B9FF50AFE9}"/>
              </a:ext>
            </a:extLst>
          </p:cNvPr>
          <p:cNvSpPr>
            <a:spLocks noGrp="1"/>
          </p:cNvSpPr>
          <p:nvPr>
            <p:ph type="sldNum" sz="quarter" idx="5"/>
          </p:nvPr>
        </p:nvSpPr>
        <p:spPr/>
        <p:txBody>
          <a:bodyPr/>
          <a:lstStyle/>
          <a:p>
            <a:fld id="{5738C403-380A-954D-BA17-885FAAE8C872}" type="slidenum">
              <a:rPr lang="es-ES_tradnl" smtClean="0"/>
              <a:t>24</a:t>
            </a:fld>
            <a:endParaRPr lang="es-ES_tradnl"/>
          </a:p>
        </p:txBody>
      </p:sp>
    </p:spTree>
    <p:extLst>
      <p:ext uri="{BB962C8B-B14F-4D97-AF65-F5344CB8AC3E}">
        <p14:creationId xmlns:p14="http://schemas.microsoft.com/office/powerpoint/2010/main" val="4232054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p:cNvSpPr>
                <a:spLocks noGrp="1"/>
              </p:cNvSpPr>
              <p:nvPr>
                <p:ph type="body" idx="1"/>
              </p:nvPr>
            </p:nvSpPr>
            <p:spPr/>
            <p:txBody>
              <a:bodyPr/>
              <a:lstStyle/>
              <a:p>
                <a:pPr marL="228600" indent="-228600">
                  <a:buFont typeface="+mj-lt"/>
                  <a:buAutoNum type="arabicPeriod"/>
                </a:pPr>
                <a:r>
                  <a:rPr lang="es-MX" dirty="0"/>
                  <a:t>Indicar que se hará uso de una función de coste para identificar cuál es el error entre los datos reales y el modelo propuesto.</a:t>
                </a:r>
              </a:p>
              <a:p>
                <a:pPr marL="228600" indent="-228600">
                  <a:buFont typeface="+mj-lt"/>
                  <a:buAutoNum type="arabicPeriod"/>
                </a:pPr>
                <a:r>
                  <a:rPr lang="es-MX" dirty="0"/>
                  <a:t>Explicar en la gráfica de la derecha como  se representa gráficamente el error entre uno de los puntos (casos reales etiquetados) y la predicción que nos da el modelo.</a:t>
                </a:r>
              </a:p>
              <a:p>
                <a:pPr marL="228600" indent="-228600">
                  <a:buFont typeface="+mj-lt"/>
                  <a:buAutoNum type="arabicPeriod"/>
                </a:pPr>
                <a:r>
                  <a:rPr lang="es-MX" dirty="0"/>
                  <a:t>Explicar que es necesario conocer el resultado de la función de coste, para posteriormente usar otra función (optimización) que se encargará de ir ajustando los parámetros </a:t>
                </a:r>
                <a14:m>
                  <m:oMath xmlns:m="http://schemas.openxmlformats.org/officeDocument/2006/math">
                    <m:sSub>
                      <m:sSubPr>
                        <m:ctrlPr>
                          <a:rPr lang="es-MX" b="1" i="1" smtClean="0">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oMath>
                </a14:m>
                <a:r>
                  <a:rPr lang="es-ES_tradnl" b="1" dirty="0">
                    <a:solidFill>
                      <a:srgbClr val="000000"/>
                    </a:solidFill>
                  </a:rPr>
                  <a:t> </a:t>
                </a:r>
                <a:r>
                  <a:rPr lang="es-ES_tradnl" dirty="0">
                    <a:solidFill>
                      <a:srgbClr val="000000"/>
                    </a:solidFill>
                  </a:rPr>
                  <a:t>y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ea typeface="Cambria Math" panose="02040503050406030204" pitchFamily="18" charset="0"/>
                          </a:rPr>
                          <m:t>𝟏</m:t>
                        </m:r>
                      </m:sub>
                    </m:sSub>
                  </m:oMath>
                </a14:m>
                <a:r>
                  <a:rPr lang="es-MX" dirty="0"/>
                  <a:t> de tal manera que se minimice</a:t>
                </a:r>
                <a:r>
                  <a:rPr lang="es-MX" baseline="0" dirty="0"/>
                  <a:t> el error que calcula la función de coste.</a:t>
                </a:r>
              </a:p>
              <a:p>
                <a:pPr marL="228600" indent="-228600">
                  <a:buFont typeface="+mj-lt"/>
                  <a:buAutoNum type="arabicPeriod"/>
                </a:pPr>
                <a:r>
                  <a:rPr lang="es-MX" baseline="0" dirty="0"/>
                  <a:t>Explicar que el algoritmo de regresión lineal, va inicializar los valores de los parámetros </a:t>
                </a:r>
                <a14:m>
                  <m:oMath xmlns:m="http://schemas.openxmlformats.org/officeDocument/2006/math">
                    <m:sSub>
                      <m:sSubPr>
                        <m:ctrlPr>
                          <a:rPr lang="es-MX" b="1" i="1" smtClean="0">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oMath>
                </a14:m>
                <a:r>
                  <a:rPr lang="es-ES_tradnl" b="1" dirty="0">
                    <a:solidFill>
                      <a:srgbClr val="000000"/>
                    </a:solidFill>
                  </a:rPr>
                  <a:t> </a:t>
                </a:r>
                <a:r>
                  <a:rPr lang="es-ES_tradnl" dirty="0">
                    <a:solidFill>
                      <a:srgbClr val="000000"/>
                    </a:solidFill>
                  </a:rPr>
                  <a:t>y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ea typeface="Cambria Math" panose="02040503050406030204" pitchFamily="18" charset="0"/>
                          </a:rPr>
                          <m:t>𝟏</m:t>
                        </m:r>
                      </m:sub>
                    </m:sSub>
                  </m:oMath>
                </a14:m>
                <a:r>
                  <a:rPr lang="es-MX" baseline="0" dirty="0"/>
                  <a:t> de manera aleatoria, usará esos valores con la función de coste para calcular el error que se obtiene con el uso de esos parámetros con respecto a las etiquetas de los conjuntos de datos y después va a usar la función de optimización para minimizar el error de manera que vaya generando un modelo que se ajuste mejor a la tendencia de los datos (cuando el resultado de la función de coste, ya no pueda minimizarse más).</a:t>
                </a:r>
              </a:p>
              <a:p>
                <a:pPr marL="228600" indent="-228600">
                  <a:buFont typeface="+mj-lt"/>
                  <a:buAutoNum type="arabicPeriod"/>
                </a:pPr>
                <a:endParaRPr lang="es-MX" dirty="0"/>
              </a:p>
            </p:txBody>
          </p:sp>
        </mc:Choice>
        <mc:Fallback xmlns="">
          <p:sp>
            <p:nvSpPr>
              <p:cNvPr id="3" name="Marcador de notas 2"/>
              <p:cNvSpPr>
                <a:spLocks noGrp="1"/>
              </p:cNvSpPr>
              <p:nvPr>
                <p:ph type="body" idx="1"/>
              </p:nvPr>
            </p:nvSpPr>
            <p:spPr/>
            <p:txBody>
              <a:bodyPr/>
              <a:lstStyle/>
              <a:p>
                <a:pPr marL="228600" indent="-228600">
                  <a:buFont typeface="+mj-lt"/>
                  <a:buAutoNum type="arabicPeriod"/>
                </a:pPr>
                <a:r>
                  <a:rPr lang="es-MX" dirty="0"/>
                  <a:t>Indicar que se hará uso de una función de coste para identificar cuál es el error entre los datos reales y el modelo propuesto.</a:t>
                </a:r>
              </a:p>
              <a:p>
                <a:pPr marL="228600" indent="-228600">
                  <a:buFont typeface="+mj-lt"/>
                  <a:buAutoNum type="arabicPeriod"/>
                </a:pPr>
                <a:r>
                  <a:rPr lang="es-MX" dirty="0"/>
                  <a:t>Explicar en la gráfica de la derecha como  se representa gráficamente el error entre uno de los puntos (casos reales etiquetados) y la predicción que nos da el modelo.</a:t>
                </a:r>
              </a:p>
              <a:p>
                <a:pPr marL="228600" indent="-228600">
                  <a:buFont typeface="+mj-lt"/>
                  <a:buAutoNum type="arabicPeriod"/>
                </a:pPr>
                <a:r>
                  <a:rPr lang="es-MX" dirty="0"/>
                  <a:t>Explicar que es necesario conocer el resultado de la función de coste, para posteriormente usar otra función (optimización) que se encargará de ir ajustando los parámetros </a:t>
                </a:r>
                <a:r>
                  <a:rPr lang="es-MX" b="1" i="0">
                    <a:solidFill>
                      <a:srgbClr val="000000"/>
                    </a:solidFill>
                    <a:latin typeface="Cambria Math" panose="02040503050406030204" pitchFamily="18" charset="0"/>
                    <a:ea typeface="Cambria Math" panose="02040503050406030204" pitchFamily="18" charset="0"/>
                  </a:rPr>
                  <a:t>𝜽_</a:t>
                </a:r>
                <a:r>
                  <a:rPr lang="es-MX" b="1" i="0">
                    <a:solidFill>
                      <a:srgbClr val="000000"/>
                    </a:solidFill>
                    <a:latin typeface="Cambria Math" panose="02040503050406030204" pitchFamily="18" charset="0"/>
                  </a:rPr>
                  <a:t>𝟎</a:t>
                </a:r>
                <a:r>
                  <a:rPr lang="es-ES_tradnl" b="1" dirty="0">
                    <a:solidFill>
                      <a:srgbClr val="000000"/>
                    </a:solidFill>
                  </a:rPr>
                  <a:t> </a:t>
                </a:r>
                <a:r>
                  <a:rPr lang="es-ES_tradnl" dirty="0">
                    <a:solidFill>
                      <a:srgbClr val="000000"/>
                    </a:solidFill>
                  </a:rPr>
                  <a:t>y </a:t>
                </a:r>
                <a:r>
                  <a:rPr lang="es-MX" b="1" i="0">
                    <a:solidFill>
                      <a:srgbClr val="000000"/>
                    </a:solidFill>
                    <a:latin typeface="Cambria Math" panose="02040503050406030204" pitchFamily="18" charset="0"/>
                    <a:ea typeface="Cambria Math" panose="02040503050406030204" pitchFamily="18" charset="0"/>
                  </a:rPr>
                  <a:t>𝜽_𝟏</a:t>
                </a:r>
                <a:r>
                  <a:rPr lang="es-MX" dirty="0"/>
                  <a:t> de tal manera que se minimice</a:t>
                </a:r>
                <a:r>
                  <a:rPr lang="es-MX" baseline="0" dirty="0"/>
                  <a:t> el error que calcula la función de coste.</a:t>
                </a:r>
              </a:p>
              <a:p>
                <a:pPr marL="228600" indent="-228600">
                  <a:buFont typeface="+mj-lt"/>
                  <a:buAutoNum type="arabicPeriod"/>
                </a:pPr>
                <a:r>
                  <a:rPr lang="es-MX" baseline="0" dirty="0"/>
                  <a:t>Explicar que el algoritmo de regresión lineal, va inicializar los valores de los parámetros </a:t>
                </a:r>
                <a:r>
                  <a:rPr lang="es-MX" b="1" i="0">
                    <a:solidFill>
                      <a:srgbClr val="000000"/>
                    </a:solidFill>
                    <a:latin typeface="Cambria Math" panose="02040503050406030204" pitchFamily="18" charset="0"/>
                    <a:ea typeface="Cambria Math" panose="02040503050406030204" pitchFamily="18" charset="0"/>
                  </a:rPr>
                  <a:t>𝜽_</a:t>
                </a:r>
                <a:r>
                  <a:rPr lang="es-MX" b="1" i="0">
                    <a:solidFill>
                      <a:srgbClr val="000000"/>
                    </a:solidFill>
                    <a:latin typeface="Cambria Math" panose="02040503050406030204" pitchFamily="18" charset="0"/>
                  </a:rPr>
                  <a:t>𝟎</a:t>
                </a:r>
                <a:r>
                  <a:rPr lang="es-ES_tradnl" b="1" dirty="0">
                    <a:solidFill>
                      <a:srgbClr val="000000"/>
                    </a:solidFill>
                  </a:rPr>
                  <a:t> </a:t>
                </a:r>
                <a:r>
                  <a:rPr lang="es-ES_tradnl" dirty="0">
                    <a:solidFill>
                      <a:srgbClr val="000000"/>
                    </a:solidFill>
                  </a:rPr>
                  <a:t>y </a:t>
                </a:r>
                <a:r>
                  <a:rPr lang="es-MX" b="1" i="0">
                    <a:solidFill>
                      <a:srgbClr val="000000"/>
                    </a:solidFill>
                    <a:latin typeface="Cambria Math" panose="02040503050406030204" pitchFamily="18" charset="0"/>
                    <a:ea typeface="Cambria Math" panose="02040503050406030204" pitchFamily="18" charset="0"/>
                  </a:rPr>
                  <a:t>𝜽_𝟏</a:t>
                </a:r>
                <a:r>
                  <a:rPr lang="es-MX" baseline="0" dirty="0"/>
                  <a:t> de manera aleatoria, usará esos valores con la función de coste para calcular el error que se obtiene con el uso de esos parámetros con respecto a las etiquetas de los conjuntos de datos y después va a usar la función de optimización para minimizar el error de manera que vaya generando un modelo que se ajuste mejor a la tendencia de los datos (cuando el resultado de la función de coste, ya no pueda minimizarse más).</a:t>
                </a:r>
              </a:p>
              <a:p>
                <a:pPr marL="228600" indent="-228600">
                  <a:buFont typeface="+mj-lt"/>
                  <a:buAutoNum type="arabicPeriod"/>
                </a:pPr>
                <a:endParaRPr lang="es-MX" dirty="0"/>
              </a:p>
            </p:txBody>
          </p:sp>
        </mc:Fallback>
      </mc:AlternateContent>
      <p:sp>
        <p:nvSpPr>
          <p:cNvPr id="4" name="Marcador de número de diapositiva 3"/>
          <p:cNvSpPr>
            <a:spLocks noGrp="1"/>
          </p:cNvSpPr>
          <p:nvPr>
            <p:ph type="sldNum" sz="quarter" idx="5"/>
          </p:nvPr>
        </p:nvSpPr>
        <p:spPr/>
        <p:txBody>
          <a:bodyPr/>
          <a:lstStyle/>
          <a:p>
            <a:fld id="{5738C403-380A-954D-BA17-885FAAE8C872}" type="slidenum">
              <a:rPr lang="es-ES_tradnl" smtClean="0"/>
              <a:t>26</a:t>
            </a:fld>
            <a:endParaRPr lang="es-ES_tradnl"/>
          </a:p>
        </p:txBody>
      </p:sp>
    </p:spTree>
    <p:extLst>
      <p:ext uri="{BB962C8B-B14F-4D97-AF65-F5344CB8AC3E}">
        <p14:creationId xmlns:p14="http://schemas.microsoft.com/office/powerpoint/2010/main" val="2817085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5E4E-A32E-FCE6-331D-67300FED27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7E3E13-FD29-30D1-BE8D-3A8BA677C21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44ABA8C4-CAB7-BBA4-E078-49A8A5E19F97}"/>
                  </a:ext>
                </a:extLst>
              </p:cNvPr>
              <p:cNvSpPr>
                <a:spLocks noGrp="1"/>
              </p:cNvSpPr>
              <p:nvPr>
                <p:ph type="body" idx="1"/>
              </p:nvPr>
            </p:nvSpPr>
            <p:spPr/>
            <p:txBody>
              <a:bodyPr/>
              <a:lstStyle/>
              <a:p>
                <a:pPr marL="0" indent="0">
                  <a:buFont typeface="+mj-lt"/>
                  <a:buNone/>
                </a:pPr>
                <a:r>
                  <a:rPr lang="es-MX" dirty="0"/>
                  <a:t>Se deberá calcular la diferencia de las valores etiquetados para cada caso menos el valor que nos arroja la predicción</a:t>
                </a:r>
              </a:p>
              <a:p>
                <a:pPr marL="0" indent="0">
                  <a:buFont typeface="+mj-lt"/>
                  <a:buNone/>
                </a:pPr>
                <a:r>
                  <a:rPr lang="es-MX" dirty="0"/>
                  <a:t>Se sumaran todas esas diferencias y se dividirá entre (2n) Para obtener la media (se multiplica por dos, pues en la práctica esto da mejores resultados</a:t>
                </a:r>
              </a:p>
              <a:p>
                <a:pPr marL="0" indent="0">
                  <a:buFont typeface="+mj-lt"/>
                  <a:buNone/>
                </a:pPr>
                <a:r>
                  <a:rPr lang="es-MX" dirty="0"/>
                  <a:t>El valor de </a:t>
                </a:r>
                <a14:m>
                  <m:oMath xmlns:m="http://schemas.openxmlformats.org/officeDocument/2006/math">
                    <m:r>
                      <a:rPr lang="es-MX" b="1" i="1" smtClean="0">
                        <a:solidFill>
                          <a:schemeClr val="accent1">
                            <a:lumMod val="50000"/>
                          </a:schemeClr>
                        </a:solidFill>
                        <a:latin typeface="Cambria Math" panose="02040503050406030204" pitchFamily="18" charset="0"/>
                      </a:rPr>
                      <m:t>𝒋</m:t>
                    </m:r>
                    <m:d>
                      <m:dPr>
                        <m:ctrlPr>
                          <a:rPr lang="es-MX" b="1" i="1" smtClean="0">
                            <a:solidFill>
                              <a:schemeClr val="accent1">
                                <a:lumMod val="50000"/>
                              </a:schemeClr>
                            </a:solidFill>
                            <a:latin typeface="Cambria Math" panose="02040503050406030204" pitchFamily="18" charset="0"/>
                          </a:rPr>
                        </m:ctrlPr>
                      </m:dPr>
                      <m:e>
                        <m:r>
                          <a:rPr lang="es-MX" b="1" i="1" smtClean="0">
                            <a:solidFill>
                              <a:schemeClr val="accent1">
                                <a:lumMod val="50000"/>
                              </a:schemeClr>
                            </a:solidFill>
                            <a:latin typeface="Cambria Math" panose="02040503050406030204" pitchFamily="18" charset="0"/>
                            <a:ea typeface="Cambria Math" panose="02040503050406030204" pitchFamily="18" charset="0"/>
                          </a:rPr>
                          <m:t>𝜽</m:t>
                        </m:r>
                      </m:e>
                    </m:d>
                  </m:oMath>
                </a14:m>
                <a:r>
                  <a:rPr lang="es-MX" dirty="0"/>
                  <a:t> es el error general</a:t>
                </a:r>
                <a:r>
                  <a:rPr lang="es-MX" baseline="0" dirty="0"/>
                  <a:t> que está proporciona la función hipótesis que se ha construido usando valores aleatorios para   </a:t>
                </a:r>
                <a14:m>
                  <m:oMath xmlns:m="http://schemas.openxmlformats.org/officeDocument/2006/math">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0</m:t>
                        </m:r>
                      </m:sub>
                    </m:sSub>
                  </m:oMath>
                </a14:m>
                <a:r>
                  <a:rPr lang="es-MX" dirty="0"/>
                  <a:t> y </a:t>
                </a:r>
                <a14:m>
                  <m:oMath xmlns:m="http://schemas.openxmlformats.org/officeDocument/2006/math">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1</m:t>
                        </m:r>
                      </m:sub>
                    </m:sSub>
                  </m:oMath>
                </a14:m>
                <a:endParaRPr lang="es-MX" dirty="0"/>
              </a:p>
            </p:txBody>
          </p:sp>
        </mc:Choice>
        <mc:Fallback xmlns="">
          <p:sp>
            <p:nvSpPr>
              <p:cNvPr id="3" name="Marcador de notas 2">
                <a:extLst>
                  <a:ext uri="{FF2B5EF4-FFF2-40B4-BE49-F238E27FC236}">
                    <a16:creationId xmlns:a16="http://schemas.microsoft.com/office/drawing/2014/main" id="{44ABA8C4-CAB7-BBA4-E078-49A8A5E19F97}"/>
                  </a:ext>
                </a:extLst>
              </p:cNvPr>
              <p:cNvSpPr>
                <a:spLocks noGrp="1"/>
              </p:cNvSpPr>
              <p:nvPr>
                <p:ph type="body" idx="1"/>
              </p:nvPr>
            </p:nvSpPr>
            <p:spPr/>
            <p:txBody>
              <a:bodyPr/>
              <a:lstStyle/>
              <a:p>
                <a:pPr marL="0" indent="0">
                  <a:buFont typeface="+mj-lt"/>
                  <a:buNone/>
                </a:pPr>
                <a:r>
                  <a:rPr lang="es-MX" dirty="0"/>
                  <a:t>Se deberá calcular la diferencia de las valores etiquetados para cada caso menos el valor que nos arroja la predicción</a:t>
                </a:r>
              </a:p>
              <a:p>
                <a:pPr marL="0" indent="0">
                  <a:buFont typeface="+mj-lt"/>
                  <a:buNone/>
                </a:pPr>
                <a:r>
                  <a:rPr lang="es-MX" dirty="0"/>
                  <a:t>Se sumaran todas esas diferencias y se dividirá entre (2n) Para obtener la media (se multiplica por dos, pues en la práctica esto da mejores resultados</a:t>
                </a:r>
              </a:p>
              <a:p>
                <a:pPr marL="0" indent="0">
                  <a:buFont typeface="+mj-lt"/>
                  <a:buNone/>
                </a:pPr>
                <a:r>
                  <a:rPr lang="es-MX" dirty="0"/>
                  <a:t>El valor de </a:t>
                </a:r>
                <a:r>
                  <a:rPr lang="es-MX" b="1" i="0">
                    <a:solidFill>
                      <a:schemeClr val="accent1">
                        <a:lumMod val="50000"/>
                      </a:schemeClr>
                    </a:solidFill>
                    <a:latin typeface="Cambria Math" panose="02040503050406030204" pitchFamily="18" charset="0"/>
                  </a:rPr>
                  <a:t>𝒋(</a:t>
                </a:r>
                <a:r>
                  <a:rPr lang="es-MX" b="1" i="0">
                    <a:solidFill>
                      <a:schemeClr val="accent1">
                        <a:lumMod val="50000"/>
                      </a:schemeClr>
                    </a:solidFill>
                    <a:latin typeface="Cambria Math" panose="02040503050406030204" pitchFamily="18" charset="0"/>
                    <a:ea typeface="Cambria Math" panose="02040503050406030204" pitchFamily="18" charset="0"/>
                  </a:rPr>
                  <a:t>𝜽)</a:t>
                </a:r>
                <a:r>
                  <a:rPr lang="es-MX" dirty="0"/>
                  <a:t> es el error general</a:t>
                </a:r>
                <a:r>
                  <a:rPr lang="es-MX" baseline="0" dirty="0"/>
                  <a:t> que está proporciona la función hipótesis que se ha construido usando valores aleatorios para   </a:t>
                </a:r>
                <a:r>
                  <a:rPr lang="es-MX" b="0" i="0">
                    <a:solidFill>
                      <a:schemeClr val="accent5"/>
                    </a:solidFill>
                    <a:latin typeface="Cambria Math" panose="02040503050406030204" pitchFamily="18" charset="0"/>
                    <a:ea typeface="Cambria Math" panose="02040503050406030204" pitchFamily="18" charset="0"/>
                  </a:rPr>
                  <a:t>𝜃_</a:t>
                </a:r>
                <a:r>
                  <a:rPr lang="es-MX" b="0" i="0">
                    <a:solidFill>
                      <a:schemeClr val="accent5"/>
                    </a:solidFill>
                    <a:latin typeface="Cambria Math" panose="02040503050406030204" pitchFamily="18" charset="0"/>
                  </a:rPr>
                  <a:t>0</a:t>
                </a:r>
                <a:r>
                  <a:rPr lang="es-MX" dirty="0"/>
                  <a:t> y </a:t>
                </a:r>
                <a:r>
                  <a:rPr lang="es-MX" b="0" i="0">
                    <a:solidFill>
                      <a:schemeClr val="accent5"/>
                    </a:solidFill>
                    <a:latin typeface="Cambria Math" panose="02040503050406030204" pitchFamily="18" charset="0"/>
                    <a:ea typeface="Cambria Math" panose="02040503050406030204" pitchFamily="18" charset="0"/>
                  </a:rPr>
                  <a:t>𝜃_</a:t>
                </a:r>
                <a:r>
                  <a:rPr lang="es-MX" b="0" i="0">
                    <a:solidFill>
                      <a:schemeClr val="accent5"/>
                    </a:solidFill>
                    <a:latin typeface="Cambria Math" panose="02040503050406030204" pitchFamily="18" charset="0"/>
                  </a:rPr>
                  <a:t>1</a:t>
                </a:r>
                <a:endParaRPr lang="es-MX" dirty="0"/>
              </a:p>
            </p:txBody>
          </p:sp>
        </mc:Fallback>
      </mc:AlternateContent>
      <p:sp>
        <p:nvSpPr>
          <p:cNvPr id="4" name="Marcador de número de diapositiva 3">
            <a:extLst>
              <a:ext uri="{FF2B5EF4-FFF2-40B4-BE49-F238E27FC236}">
                <a16:creationId xmlns:a16="http://schemas.microsoft.com/office/drawing/2014/main" id="{8437C5B8-EB01-0A39-2E5A-0ADF23200F64}"/>
              </a:ext>
            </a:extLst>
          </p:cNvPr>
          <p:cNvSpPr>
            <a:spLocks noGrp="1"/>
          </p:cNvSpPr>
          <p:nvPr>
            <p:ph type="sldNum" sz="quarter" idx="5"/>
          </p:nvPr>
        </p:nvSpPr>
        <p:spPr/>
        <p:txBody>
          <a:bodyPr/>
          <a:lstStyle/>
          <a:p>
            <a:fld id="{5738C403-380A-954D-BA17-885FAAE8C872}" type="slidenum">
              <a:rPr lang="es-ES_tradnl" smtClean="0"/>
              <a:t>28</a:t>
            </a:fld>
            <a:endParaRPr lang="es-ES_tradnl"/>
          </a:p>
        </p:txBody>
      </p:sp>
    </p:spTree>
    <p:extLst>
      <p:ext uri="{BB962C8B-B14F-4D97-AF65-F5344CB8AC3E}">
        <p14:creationId xmlns:p14="http://schemas.microsoft.com/office/powerpoint/2010/main" val="30676432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47D85-686B-3082-B991-28CB74083F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67A819-FB5C-8FF8-787D-BD6AE8F3C3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75BE4B-63A3-F75C-6407-32BF4B0D018E}"/>
              </a:ext>
            </a:extLst>
          </p:cNvPr>
          <p:cNvSpPr>
            <a:spLocks noGrp="1"/>
          </p:cNvSpPr>
          <p:nvPr>
            <p:ph type="body" idx="1"/>
          </p:nvPr>
        </p:nvSpPr>
        <p:spPr/>
        <p:txBody>
          <a:bodyPr/>
          <a:lstStyle/>
          <a:p>
            <a:pPr marL="171450" indent="-171450">
              <a:buFont typeface="Arial" panose="020B0604020202020204" pitchFamily="34" charset="0"/>
              <a:buChar char="•"/>
            </a:pPr>
            <a:r>
              <a:rPr lang="es-MX" dirty="0"/>
              <a:t>Explicar que lo que se busca con la función de optimización es hacer que la función de error nos de un valor mínimo.</a:t>
            </a:r>
          </a:p>
          <a:p>
            <a:pPr marL="171450" indent="-171450">
              <a:buFont typeface="Arial" panose="020B0604020202020204" pitchFamily="34" charset="0"/>
              <a:buChar char="•"/>
            </a:pPr>
            <a:r>
              <a:rPr lang="es-MX" dirty="0"/>
              <a:t>Explicar que la función de error se representa gráficamente como una función convexa</a:t>
            </a:r>
          </a:p>
          <a:p>
            <a:pPr marL="171450" indent="-171450">
              <a:buFont typeface="Arial" panose="020B0604020202020204" pitchFamily="34" charset="0"/>
              <a:buChar char="•"/>
            </a:pPr>
            <a:r>
              <a:rPr lang="es-MX" dirty="0"/>
              <a:t>Indicar donde se encuentra el mínimo global (x=3) sustituyendo el valor de x en la función de error simplificada</a:t>
            </a:r>
          </a:p>
          <a:p>
            <a:pPr marL="0" indent="0">
              <a:buFont typeface="+mj-lt"/>
              <a:buNone/>
            </a:pPr>
            <a:endParaRPr lang="es-MX" dirty="0"/>
          </a:p>
        </p:txBody>
      </p:sp>
      <p:sp>
        <p:nvSpPr>
          <p:cNvPr id="4" name="Marcador de número de diapositiva 3">
            <a:extLst>
              <a:ext uri="{FF2B5EF4-FFF2-40B4-BE49-F238E27FC236}">
                <a16:creationId xmlns:a16="http://schemas.microsoft.com/office/drawing/2014/main" id="{61FA11A8-33E9-635D-9230-43C003118138}"/>
              </a:ext>
            </a:extLst>
          </p:cNvPr>
          <p:cNvSpPr>
            <a:spLocks noGrp="1"/>
          </p:cNvSpPr>
          <p:nvPr>
            <p:ph type="sldNum" sz="quarter" idx="5"/>
          </p:nvPr>
        </p:nvSpPr>
        <p:spPr/>
        <p:txBody>
          <a:bodyPr/>
          <a:lstStyle/>
          <a:p>
            <a:fld id="{5738C403-380A-954D-BA17-885FAAE8C872}" type="slidenum">
              <a:rPr lang="es-ES_tradnl" smtClean="0"/>
              <a:t>29</a:t>
            </a:fld>
            <a:endParaRPr lang="es-ES_tradnl"/>
          </a:p>
        </p:txBody>
      </p:sp>
    </p:spTree>
    <p:extLst>
      <p:ext uri="{BB962C8B-B14F-4D97-AF65-F5344CB8AC3E}">
        <p14:creationId xmlns:p14="http://schemas.microsoft.com/office/powerpoint/2010/main" val="3018435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C964C-D70D-6510-5E86-4EE78D3AF7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C9DB40-A47B-82A2-C6A4-5995CB886BB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882130FC-CBCC-8852-94B9-E12B0F43A5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s-MX" dirty="0"/>
                  <a:t>¿Cómo se obtiene el valor mínimo de </a:t>
                </a:r>
                <a14:m>
                  <m:oMath xmlns:m="http://schemas.openxmlformats.org/officeDocument/2006/math">
                    <m:r>
                      <a:rPr lang="es-MX" b="1" i="1">
                        <a:solidFill>
                          <a:schemeClr val="accent2">
                            <a:lumMod val="50000"/>
                          </a:schemeClr>
                        </a:solidFill>
                        <a:latin typeface="Cambria Math" panose="02040503050406030204" pitchFamily="18" charset="0"/>
                      </a:rPr>
                      <m:t>𝒋</m:t>
                    </m:r>
                    <m:d>
                      <m:dPr>
                        <m:ctrlPr>
                          <a:rPr lang="es-MX" b="1" i="1">
                            <a:solidFill>
                              <a:schemeClr val="accent2">
                                <a:lumMod val="50000"/>
                              </a:schemeClr>
                            </a:solidFill>
                            <a:latin typeface="Cambria Math" panose="02040503050406030204" pitchFamily="18" charset="0"/>
                          </a:rPr>
                        </m:ctrlPr>
                      </m:dPr>
                      <m:e>
                        <m:r>
                          <a:rPr lang="es-MX" b="1" i="1">
                            <a:solidFill>
                              <a:schemeClr val="accent2">
                                <a:lumMod val="50000"/>
                              </a:schemeClr>
                            </a:solidFill>
                            <a:latin typeface="Cambria Math" panose="02040503050406030204" pitchFamily="18" charset="0"/>
                          </a:rPr>
                          <m:t>𝒙</m:t>
                        </m:r>
                      </m:e>
                    </m:d>
                  </m:oMath>
                </a14:m>
                <a:r>
                  <a:rPr lang="es-MX" dirty="0"/>
                  <a:t> de manera programática? </a:t>
                </a:r>
              </a:p>
              <a:p>
                <a:pPr marL="0" indent="0">
                  <a:buFont typeface="+mj-lt"/>
                  <a:buNone/>
                </a:pPr>
                <a:r>
                  <a:rPr lang="es-MX" dirty="0"/>
                  <a:t>Respuesta: usando el concepto de gradiente -&gt; pendiente -&gt; derivada</a:t>
                </a:r>
              </a:p>
              <a:p>
                <a:pPr marL="0" indent="0">
                  <a:buFont typeface="+mj-lt"/>
                  <a:buNone/>
                </a:pPr>
                <a:endParaRPr lang="es-MX" dirty="0"/>
              </a:p>
            </p:txBody>
          </p:sp>
        </mc:Choice>
        <mc:Fallback xmlns="">
          <p:sp>
            <p:nvSpPr>
              <p:cNvPr id="3" name="Marcador de notas 2">
                <a:extLst>
                  <a:ext uri="{FF2B5EF4-FFF2-40B4-BE49-F238E27FC236}">
                    <a16:creationId xmlns:a16="http://schemas.microsoft.com/office/drawing/2014/main" id="{882130FC-CBCC-8852-94B9-E12B0F43A5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s-MX" dirty="0"/>
                  <a:t>¿Cómo se obtiene el valor mínimo de </a:t>
                </a:r>
                <a:r>
                  <a:rPr lang="es-MX" b="1" i="0">
                    <a:solidFill>
                      <a:schemeClr val="accent2">
                        <a:lumMod val="50000"/>
                      </a:schemeClr>
                    </a:solidFill>
                    <a:latin typeface="Cambria Math" panose="02040503050406030204" pitchFamily="18" charset="0"/>
                  </a:rPr>
                  <a:t>𝒋(𝒙)</a:t>
                </a:r>
                <a:r>
                  <a:rPr lang="es-MX" dirty="0"/>
                  <a:t> de manera programática? </a:t>
                </a:r>
              </a:p>
              <a:p>
                <a:pPr marL="0" indent="0">
                  <a:buFont typeface="+mj-lt"/>
                  <a:buNone/>
                </a:pPr>
                <a:r>
                  <a:rPr lang="es-MX" dirty="0"/>
                  <a:t>Respuesta: usando el concepto de gradiente -&gt; pendiente -&gt; derivada</a:t>
                </a:r>
              </a:p>
              <a:p>
                <a:pPr marL="0" indent="0">
                  <a:buFont typeface="+mj-lt"/>
                  <a:buNone/>
                </a:pPr>
                <a:endParaRPr lang="es-MX" dirty="0"/>
              </a:p>
            </p:txBody>
          </p:sp>
        </mc:Fallback>
      </mc:AlternateContent>
      <p:sp>
        <p:nvSpPr>
          <p:cNvPr id="4" name="Marcador de número de diapositiva 3">
            <a:extLst>
              <a:ext uri="{FF2B5EF4-FFF2-40B4-BE49-F238E27FC236}">
                <a16:creationId xmlns:a16="http://schemas.microsoft.com/office/drawing/2014/main" id="{4201D892-F516-2B52-8C84-664C50E03D47}"/>
              </a:ext>
            </a:extLst>
          </p:cNvPr>
          <p:cNvSpPr>
            <a:spLocks noGrp="1"/>
          </p:cNvSpPr>
          <p:nvPr>
            <p:ph type="sldNum" sz="quarter" idx="5"/>
          </p:nvPr>
        </p:nvSpPr>
        <p:spPr/>
        <p:txBody>
          <a:bodyPr/>
          <a:lstStyle/>
          <a:p>
            <a:fld id="{5738C403-380A-954D-BA17-885FAAE8C872}" type="slidenum">
              <a:rPr lang="es-ES_tradnl" smtClean="0"/>
              <a:t>30</a:t>
            </a:fld>
            <a:endParaRPr lang="es-ES_tradnl"/>
          </a:p>
        </p:txBody>
      </p:sp>
    </p:spTree>
    <p:extLst>
      <p:ext uri="{BB962C8B-B14F-4D97-AF65-F5344CB8AC3E}">
        <p14:creationId xmlns:p14="http://schemas.microsoft.com/office/powerpoint/2010/main" val="4138251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CFE0-442C-A910-BDD4-97283AF491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C24DB4-6885-C78F-CD3D-1E11FB28C03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Marcador de notas 2">
                <a:extLst>
                  <a:ext uri="{FF2B5EF4-FFF2-40B4-BE49-F238E27FC236}">
                    <a16:creationId xmlns:a16="http://schemas.microsoft.com/office/drawing/2014/main" id="{4E9281BD-B48F-CD0D-4D20-4F4714DD83F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¿Cómo se obtiene el valor mínimo de </a:t>
                </a:r>
                <a14:m>
                  <m:oMath xmlns:m="http://schemas.openxmlformats.org/officeDocument/2006/math">
                    <m:r>
                      <a:rPr lang="es-MX" b="1" i="1">
                        <a:solidFill>
                          <a:schemeClr val="accent2">
                            <a:lumMod val="50000"/>
                          </a:schemeClr>
                        </a:solidFill>
                        <a:latin typeface="Cambria Math" panose="02040503050406030204" pitchFamily="18" charset="0"/>
                      </a:rPr>
                      <m:t>𝒋</m:t>
                    </m:r>
                    <m:d>
                      <m:dPr>
                        <m:ctrlPr>
                          <a:rPr lang="es-MX" b="1" i="1">
                            <a:solidFill>
                              <a:schemeClr val="accent2">
                                <a:lumMod val="50000"/>
                              </a:schemeClr>
                            </a:solidFill>
                            <a:latin typeface="Cambria Math" panose="02040503050406030204" pitchFamily="18" charset="0"/>
                          </a:rPr>
                        </m:ctrlPr>
                      </m:dPr>
                      <m:e>
                        <m:r>
                          <a:rPr lang="es-MX" b="1" i="1">
                            <a:solidFill>
                              <a:schemeClr val="accent2">
                                <a:lumMod val="50000"/>
                              </a:schemeClr>
                            </a:solidFill>
                            <a:latin typeface="Cambria Math" panose="02040503050406030204" pitchFamily="18" charset="0"/>
                          </a:rPr>
                          <m:t>𝒙</m:t>
                        </m:r>
                      </m:e>
                    </m:d>
                  </m:oMath>
                </a14:m>
                <a:r>
                  <a:rPr lang="es-MX" dirty="0"/>
                  <a:t> de manera programática? </a:t>
                </a:r>
              </a:p>
              <a:p>
                <a:pPr marL="171450" indent="-171450">
                  <a:buFont typeface="Arial" panose="020B0604020202020204" pitchFamily="34" charset="0"/>
                  <a:buChar char="•"/>
                </a:pPr>
                <a:r>
                  <a:rPr lang="es-MX" dirty="0"/>
                  <a:t>Respuesta: usando el concepto de gradiente -&gt; pendiente -&gt; derivada</a:t>
                </a:r>
              </a:p>
              <a:p>
                <a:pPr marL="171450" indent="-171450">
                  <a:buFont typeface="Arial" panose="020B0604020202020204" pitchFamily="34" charset="0"/>
                  <a:buChar char="•"/>
                </a:pPr>
                <a:r>
                  <a:rPr lang="es-MX" dirty="0"/>
                  <a:t>Dibujar la recta tangente que representa la pendiente (14)</a:t>
                </a:r>
              </a:p>
              <a:p>
                <a:pPr marL="171450" indent="-171450">
                  <a:buFont typeface="Arial" panose="020B0604020202020204" pitchFamily="34" charset="0"/>
                  <a:buChar char="•"/>
                </a:pPr>
                <a:r>
                  <a:rPr lang="es-MX" dirty="0"/>
                  <a:t>¿Qué pasaría con un valor de x = 5 (Calcular la derivada y obtener la pendiente cuando x =5)</a:t>
                </a:r>
              </a:p>
              <a:p>
                <a:pPr marL="171450" indent="-171450">
                  <a:buFont typeface="Arial" panose="020B0604020202020204" pitchFamily="34" charset="0"/>
                  <a:buChar char="•"/>
                </a:pPr>
                <a:r>
                  <a:rPr lang="es-MX" dirty="0"/>
                  <a:t>Dibujar la pendiente = 4 cuando x = 5</a:t>
                </a:r>
              </a:p>
              <a:p>
                <a:pPr marL="171450" indent="-171450">
                  <a:buFont typeface="Arial" panose="020B0604020202020204" pitchFamily="34" charset="0"/>
                  <a:buChar char="•"/>
                </a:pPr>
                <a:r>
                  <a:rPr lang="es-MX" dirty="0"/>
                  <a:t>Observar que a medida que nos acercamos al un valor mínimo de error, la pendiente va disminuyendo</a:t>
                </a:r>
              </a:p>
              <a:p>
                <a:pPr marL="171450" indent="-171450">
                  <a:buFont typeface="Arial" panose="020B0604020202020204" pitchFamily="34" charset="0"/>
                  <a:buChar char="•"/>
                </a:pPr>
                <a:endParaRPr lang="es-MX" dirty="0"/>
              </a:p>
              <a:p>
                <a:pPr marL="0" indent="0">
                  <a:buFont typeface="+mj-lt"/>
                  <a:buNone/>
                </a:pPr>
                <a:endParaRPr lang="es-MX" dirty="0"/>
              </a:p>
              <a:p>
                <a:pPr marL="0" indent="0">
                  <a:buFont typeface="+mj-lt"/>
                  <a:buNone/>
                </a:pPr>
                <a:endParaRPr lang="es-MX" dirty="0"/>
              </a:p>
            </p:txBody>
          </p:sp>
        </mc:Choice>
        <mc:Fallback xmlns="">
          <p:sp>
            <p:nvSpPr>
              <p:cNvPr id="3" name="Marcador de notas 2">
                <a:extLst>
                  <a:ext uri="{FF2B5EF4-FFF2-40B4-BE49-F238E27FC236}">
                    <a16:creationId xmlns:a16="http://schemas.microsoft.com/office/drawing/2014/main" id="{4E9281BD-B48F-CD0D-4D20-4F4714DD83F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¿Cómo se obtiene el valor mínimo de </a:t>
                </a:r>
                <a:r>
                  <a:rPr lang="es-MX" b="1" i="0">
                    <a:solidFill>
                      <a:schemeClr val="accent2">
                        <a:lumMod val="50000"/>
                      </a:schemeClr>
                    </a:solidFill>
                    <a:latin typeface="Cambria Math" panose="02040503050406030204" pitchFamily="18" charset="0"/>
                  </a:rPr>
                  <a:t>𝒋(𝒙)</a:t>
                </a:r>
                <a:r>
                  <a:rPr lang="es-MX" dirty="0"/>
                  <a:t> de manera programática? </a:t>
                </a:r>
              </a:p>
              <a:p>
                <a:pPr marL="171450" indent="-171450">
                  <a:buFont typeface="Arial" panose="020B0604020202020204" pitchFamily="34" charset="0"/>
                  <a:buChar char="•"/>
                </a:pPr>
                <a:r>
                  <a:rPr lang="es-MX" dirty="0"/>
                  <a:t>Respuesta: usando el concepto de gradiente -&gt; pendiente -&gt; derivada</a:t>
                </a:r>
              </a:p>
              <a:p>
                <a:pPr marL="171450" indent="-171450">
                  <a:buFont typeface="Arial" panose="020B0604020202020204" pitchFamily="34" charset="0"/>
                  <a:buChar char="•"/>
                </a:pPr>
                <a:r>
                  <a:rPr lang="es-MX" dirty="0"/>
                  <a:t>Dibujar la recta tangente que representa la pendiente (14)</a:t>
                </a:r>
              </a:p>
              <a:p>
                <a:pPr marL="171450" indent="-171450">
                  <a:buFont typeface="Arial" panose="020B0604020202020204" pitchFamily="34" charset="0"/>
                  <a:buChar char="•"/>
                </a:pPr>
                <a:r>
                  <a:rPr lang="es-MX" dirty="0"/>
                  <a:t>¿Qué pasaría con un valor de x = 5 (Calcular la derivada y obtener la pendiente cuando x =5)</a:t>
                </a:r>
              </a:p>
              <a:p>
                <a:pPr marL="171450" indent="-171450">
                  <a:buFont typeface="Arial" panose="020B0604020202020204" pitchFamily="34" charset="0"/>
                  <a:buChar char="•"/>
                </a:pPr>
                <a:r>
                  <a:rPr lang="es-MX" dirty="0"/>
                  <a:t>Dibujar la pendiente = 4 cuando x = 5</a:t>
                </a:r>
              </a:p>
              <a:p>
                <a:pPr marL="171450" indent="-171450">
                  <a:buFont typeface="Arial" panose="020B0604020202020204" pitchFamily="34" charset="0"/>
                  <a:buChar char="•"/>
                </a:pPr>
                <a:r>
                  <a:rPr lang="es-MX" dirty="0"/>
                  <a:t>Observar que a medida que nos acercamos al un valor mínimo de error, la pendiente va disminuyendo</a:t>
                </a:r>
              </a:p>
              <a:p>
                <a:pPr marL="171450" indent="-171450">
                  <a:buFont typeface="Arial" panose="020B0604020202020204" pitchFamily="34" charset="0"/>
                  <a:buChar char="•"/>
                </a:pPr>
                <a:endParaRPr lang="es-MX" dirty="0"/>
              </a:p>
              <a:p>
                <a:pPr marL="0" indent="0">
                  <a:buFont typeface="+mj-lt"/>
                  <a:buNone/>
                </a:pPr>
                <a:endParaRPr lang="es-MX" dirty="0"/>
              </a:p>
              <a:p>
                <a:pPr marL="0" indent="0">
                  <a:buFont typeface="+mj-lt"/>
                  <a:buNone/>
                </a:pPr>
                <a:endParaRPr lang="es-MX" dirty="0"/>
              </a:p>
            </p:txBody>
          </p:sp>
        </mc:Fallback>
      </mc:AlternateContent>
      <p:sp>
        <p:nvSpPr>
          <p:cNvPr id="4" name="Marcador de número de diapositiva 3">
            <a:extLst>
              <a:ext uri="{FF2B5EF4-FFF2-40B4-BE49-F238E27FC236}">
                <a16:creationId xmlns:a16="http://schemas.microsoft.com/office/drawing/2014/main" id="{66FB1A5D-05EE-5ADF-969A-A30FF20289B9}"/>
              </a:ext>
            </a:extLst>
          </p:cNvPr>
          <p:cNvSpPr>
            <a:spLocks noGrp="1"/>
          </p:cNvSpPr>
          <p:nvPr>
            <p:ph type="sldNum" sz="quarter" idx="5"/>
          </p:nvPr>
        </p:nvSpPr>
        <p:spPr/>
        <p:txBody>
          <a:bodyPr/>
          <a:lstStyle/>
          <a:p>
            <a:fld id="{5738C403-380A-954D-BA17-885FAAE8C872}" type="slidenum">
              <a:rPr lang="es-ES_tradnl" smtClean="0"/>
              <a:t>31</a:t>
            </a:fld>
            <a:endParaRPr lang="es-ES_tradnl"/>
          </a:p>
        </p:txBody>
      </p:sp>
    </p:spTree>
    <p:extLst>
      <p:ext uri="{BB962C8B-B14F-4D97-AF65-F5344CB8AC3E}">
        <p14:creationId xmlns:p14="http://schemas.microsoft.com/office/powerpoint/2010/main" val="667610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18A17-C021-188D-FB9C-A074FB91F6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10C1F5-663C-EE56-DF16-BF96CCFE6C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A37104-D10C-23B1-4416-2CE71BB6D82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Indicar que representa el </a:t>
            </a:r>
            <a:r>
              <a:rPr lang="es-MX" dirty="0" err="1"/>
              <a:t>learning</a:t>
            </a:r>
            <a:r>
              <a:rPr lang="es-MX" dirty="0"/>
              <a:t> </a:t>
            </a:r>
            <a:r>
              <a:rPr lang="es-MX" dirty="0" err="1"/>
              <a:t>rate</a:t>
            </a:r>
            <a:r>
              <a:rPr lang="es-MX" dirty="0"/>
              <a:t>: (por defecto ½), velocidad con la que se irá acercando al punto óptimo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Hacer la demostración de la función </a:t>
            </a:r>
            <a:r>
              <a:rPr lang="es-MX" dirty="0" err="1"/>
              <a:t>Gradient</a:t>
            </a:r>
            <a:r>
              <a:rPr lang="es-MX" dirty="0"/>
              <a:t> </a:t>
            </a:r>
            <a:r>
              <a:rPr lang="es-MX" dirty="0" err="1"/>
              <a:t>Descent</a:t>
            </a:r>
            <a:r>
              <a:rPr lang="es-MX" dirty="0"/>
              <a:t> con x=10, indicando que después de sustituir en la función x se actualiza con el valor de 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Indicar que cuando se obtiene el valor de x=3 el valor de la pendiente es 0 (el valor de la función de coste se ha minimizado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Intentar modificar el valor de x, siguiendo el procedimiento anterior, sustituyendo el valor de 3 en la x de la función </a:t>
            </a:r>
            <a:r>
              <a:rPr lang="es-MX" dirty="0" err="1"/>
              <a:t>gradient</a:t>
            </a:r>
            <a:r>
              <a:rPr lang="es-MX" dirty="0"/>
              <a:t> </a:t>
            </a:r>
            <a:r>
              <a:rPr lang="es-MX" dirty="0" err="1"/>
              <a:t>descent</a:t>
            </a:r>
            <a:endParaRPr lang="es-MX"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Resaltar que el nuevo valor de x sigue siendo 3 (no cambia)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MX" dirty="0"/>
              <a:t>Cuando el valor de x ya no varia hemos llegado al valor mínimo de la función de error.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MX" dirty="0"/>
          </a:p>
          <a:p>
            <a:pPr marL="171450" indent="-171450">
              <a:buFont typeface="Arial" panose="020B0604020202020204" pitchFamily="34" charset="0"/>
              <a:buChar char="•"/>
            </a:pPr>
            <a:endParaRPr lang="es-MX" dirty="0"/>
          </a:p>
          <a:p>
            <a:pPr marL="0" indent="0">
              <a:buFont typeface="+mj-lt"/>
              <a:buNone/>
            </a:pPr>
            <a:endParaRPr lang="es-MX" dirty="0"/>
          </a:p>
          <a:p>
            <a:pPr marL="0" indent="0">
              <a:buFont typeface="+mj-lt"/>
              <a:buNone/>
            </a:pPr>
            <a:endParaRPr lang="es-MX" dirty="0"/>
          </a:p>
        </p:txBody>
      </p:sp>
      <p:sp>
        <p:nvSpPr>
          <p:cNvPr id="4" name="Marcador de número de diapositiva 3">
            <a:extLst>
              <a:ext uri="{FF2B5EF4-FFF2-40B4-BE49-F238E27FC236}">
                <a16:creationId xmlns:a16="http://schemas.microsoft.com/office/drawing/2014/main" id="{D6E10D11-BFCC-02BE-DC4F-A998B7A96B84}"/>
              </a:ext>
            </a:extLst>
          </p:cNvPr>
          <p:cNvSpPr>
            <a:spLocks noGrp="1"/>
          </p:cNvSpPr>
          <p:nvPr>
            <p:ph type="sldNum" sz="quarter" idx="5"/>
          </p:nvPr>
        </p:nvSpPr>
        <p:spPr/>
        <p:txBody>
          <a:bodyPr/>
          <a:lstStyle/>
          <a:p>
            <a:fld id="{5738C403-380A-954D-BA17-885FAAE8C872}" type="slidenum">
              <a:rPr lang="es-ES_tradnl" smtClean="0"/>
              <a:t>32</a:t>
            </a:fld>
            <a:endParaRPr lang="es-ES_tradnl"/>
          </a:p>
        </p:txBody>
      </p:sp>
    </p:spTree>
    <p:extLst>
      <p:ext uri="{BB962C8B-B14F-4D97-AF65-F5344CB8AC3E}">
        <p14:creationId xmlns:p14="http://schemas.microsoft.com/office/powerpoint/2010/main" val="2006613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071A-3AF1-3CBA-DC60-380D8D2807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64E61D-D3C0-E06F-19CB-2F9A3428C3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EEEF42-8599-09BE-2FB4-EE47B2CA4C1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s-MX" dirty="0"/>
          </a:p>
          <a:p>
            <a:pPr marL="171450" indent="-171450">
              <a:buFont typeface="Arial" panose="020B0604020202020204" pitchFamily="34" charset="0"/>
              <a:buChar char="•"/>
            </a:pPr>
            <a:endParaRPr lang="es-MX" dirty="0"/>
          </a:p>
          <a:p>
            <a:pPr marL="0" indent="0">
              <a:buFont typeface="+mj-lt"/>
              <a:buNone/>
            </a:pPr>
            <a:endParaRPr lang="es-MX" dirty="0"/>
          </a:p>
          <a:p>
            <a:pPr marL="0" indent="0">
              <a:buFont typeface="+mj-lt"/>
              <a:buNone/>
            </a:pPr>
            <a:endParaRPr lang="es-MX" dirty="0"/>
          </a:p>
        </p:txBody>
      </p:sp>
      <p:sp>
        <p:nvSpPr>
          <p:cNvPr id="4" name="Marcador de número de diapositiva 3">
            <a:extLst>
              <a:ext uri="{FF2B5EF4-FFF2-40B4-BE49-F238E27FC236}">
                <a16:creationId xmlns:a16="http://schemas.microsoft.com/office/drawing/2014/main" id="{FC55F8B9-DCF3-41E3-A2EE-80BE4BD2C338}"/>
              </a:ext>
            </a:extLst>
          </p:cNvPr>
          <p:cNvSpPr>
            <a:spLocks noGrp="1"/>
          </p:cNvSpPr>
          <p:nvPr>
            <p:ph type="sldNum" sz="quarter" idx="5"/>
          </p:nvPr>
        </p:nvSpPr>
        <p:spPr/>
        <p:txBody>
          <a:bodyPr/>
          <a:lstStyle/>
          <a:p>
            <a:fld id="{5738C403-380A-954D-BA17-885FAAE8C872}" type="slidenum">
              <a:rPr lang="es-ES_tradnl" smtClean="0"/>
              <a:t>33</a:t>
            </a:fld>
            <a:endParaRPr lang="es-ES_tradnl"/>
          </a:p>
        </p:txBody>
      </p:sp>
    </p:spTree>
    <p:extLst>
      <p:ext uri="{BB962C8B-B14F-4D97-AF65-F5344CB8AC3E}">
        <p14:creationId xmlns:p14="http://schemas.microsoft.com/office/powerpoint/2010/main" val="237653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None/>
            </a:pPr>
            <a:r>
              <a:rPr lang="es-MX" dirty="0"/>
              <a:t>Recomiendo ampliamente darle un vistazo al video de </a:t>
            </a:r>
            <a:r>
              <a:rPr lang="es-MX" b="1" i="1" dirty="0"/>
              <a:t>Regresión Lineal y Mínimos Cuadrados Ordinarios </a:t>
            </a:r>
            <a:r>
              <a:rPr lang="es-MX" dirty="0"/>
              <a:t>publicado en el canal de </a:t>
            </a:r>
            <a:r>
              <a:rPr lang="es-MX" dirty="0" err="1"/>
              <a:t>DotCSV</a:t>
            </a:r>
            <a:r>
              <a:rPr lang="es-MX" dirty="0"/>
              <a:t> en </a:t>
            </a:r>
            <a:r>
              <a:rPr lang="es-MX" dirty="0" err="1"/>
              <a:t>Youtube</a:t>
            </a:r>
            <a:r>
              <a:rPr lang="es-MX" dirty="0"/>
              <a:t>.</a:t>
            </a:r>
          </a:p>
          <a:p>
            <a:pPr marL="0" indent="0">
              <a:buNone/>
            </a:pPr>
            <a:r>
              <a:rPr lang="es-MX" dirty="0">
                <a:hlinkClick r:id="rId3"/>
              </a:rPr>
              <a:t>https://youtu.be/k964_uNn3l0?si=uy01HybJKaQ7Vh0s</a:t>
            </a:r>
            <a:r>
              <a:rPr lang="es-MX" dirty="0"/>
              <a:t> </a:t>
            </a:r>
          </a:p>
          <a:p>
            <a:endParaRPr lang="es-MX" dirty="0"/>
          </a:p>
        </p:txBody>
      </p:sp>
      <p:sp>
        <p:nvSpPr>
          <p:cNvPr id="4" name="Marcador de número de diapositiva 3"/>
          <p:cNvSpPr>
            <a:spLocks noGrp="1"/>
          </p:cNvSpPr>
          <p:nvPr>
            <p:ph type="sldNum" sz="quarter" idx="5"/>
          </p:nvPr>
        </p:nvSpPr>
        <p:spPr/>
        <p:txBody>
          <a:bodyPr/>
          <a:lstStyle/>
          <a:p>
            <a:fld id="{5738C403-380A-954D-BA17-885FAAE8C872}" type="slidenum">
              <a:rPr lang="es-ES_tradnl" smtClean="0"/>
              <a:t>35</a:t>
            </a:fld>
            <a:endParaRPr lang="es-ES_tradnl"/>
          </a:p>
        </p:txBody>
      </p:sp>
    </p:spTree>
    <p:extLst>
      <p:ext uri="{BB962C8B-B14F-4D97-AF65-F5344CB8AC3E}">
        <p14:creationId xmlns:p14="http://schemas.microsoft.com/office/powerpoint/2010/main" val="3813388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Indicar como se  haríamos uso de la notación x1(1), x1(2), x1(3)… x1(n) para identificar cada uno de los valores de entrada para X1 dependiendo del caso de email revisado, así como y(1) ,y(2), y(n).</a:t>
            </a:r>
          </a:p>
          <a:p>
            <a:r>
              <a:rPr lang="es-MX" dirty="0"/>
              <a:t>Hacer notar que cuando se tienen dos tipos de clases se denomina clasificación binaria y cuando se trata de mas de dos clases se denomina clasificación multiclase.</a:t>
            </a:r>
          </a:p>
        </p:txBody>
      </p:sp>
      <p:sp>
        <p:nvSpPr>
          <p:cNvPr id="4" name="Marcador de número de diapositiva 3"/>
          <p:cNvSpPr>
            <a:spLocks noGrp="1"/>
          </p:cNvSpPr>
          <p:nvPr>
            <p:ph type="sldNum" sz="quarter" idx="5"/>
          </p:nvPr>
        </p:nvSpPr>
        <p:spPr/>
        <p:txBody>
          <a:bodyPr/>
          <a:lstStyle/>
          <a:p>
            <a:fld id="{5738C403-380A-954D-BA17-885FAAE8C872}" type="slidenum">
              <a:rPr lang="es-ES_tradnl" smtClean="0"/>
              <a:t>38</a:t>
            </a:fld>
            <a:endParaRPr lang="es-ES_tradnl"/>
          </a:p>
        </p:txBody>
      </p:sp>
    </p:spTree>
    <p:extLst>
      <p:ext uri="{BB962C8B-B14F-4D97-AF65-F5344CB8AC3E}">
        <p14:creationId xmlns:p14="http://schemas.microsoft.com/office/powerpoint/2010/main" val="1329021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70B45-F5EE-8E1D-F6EE-0EA114B395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1EA417-B94C-3F81-C2F7-D702E62964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118853-46CF-B0DC-FD70-5C01486F5696}"/>
              </a:ext>
            </a:extLst>
          </p:cNvPr>
          <p:cNvSpPr>
            <a:spLocks noGrp="1"/>
          </p:cNvSpPr>
          <p:nvPr>
            <p:ph type="body" idx="1"/>
          </p:nvPr>
        </p:nvSpPr>
        <p:spPr/>
        <p:txBody>
          <a:bodyPr/>
          <a:lstStyle/>
          <a:p>
            <a:r>
              <a:rPr lang="es-MX" dirty="0"/>
              <a:t>Dibujar la línea horizontal a la altura de 0.5 sobre el eje y, bajándola perpendicularmente para indicar que todo lo que esté del lado izquierdo de esa línea será NO SPAM y todo lo que este a la derecha, sería SPAM</a:t>
            </a:r>
          </a:p>
          <a:p>
            <a:endParaRPr lang="es-MX" dirty="0"/>
          </a:p>
        </p:txBody>
      </p:sp>
      <p:sp>
        <p:nvSpPr>
          <p:cNvPr id="4" name="Marcador de número de diapositiva 3">
            <a:extLst>
              <a:ext uri="{FF2B5EF4-FFF2-40B4-BE49-F238E27FC236}">
                <a16:creationId xmlns:a16="http://schemas.microsoft.com/office/drawing/2014/main" id="{75EFE9FC-D7B8-E985-64E6-22AE1836B527}"/>
              </a:ext>
            </a:extLst>
          </p:cNvPr>
          <p:cNvSpPr>
            <a:spLocks noGrp="1"/>
          </p:cNvSpPr>
          <p:nvPr>
            <p:ph type="sldNum" sz="quarter" idx="5"/>
          </p:nvPr>
        </p:nvSpPr>
        <p:spPr/>
        <p:txBody>
          <a:bodyPr/>
          <a:lstStyle/>
          <a:p>
            <a:fld id="{5738C403-380A-954D-BA17-885FAAE8C872}" type="slidenum">
              <a:rPr lang="es-ES_tradnl" smtClean="0"/>
              <a:t>39</a:t>
            </a:fld>
            <a:endParaRPr lang="es-ES_tradnl"/>
          </a:p>
        </p:txBody>
      </p:sp>
    </p:spTree>
    <p:extLst>
      <p:ext uri="{BB962C8B-B14F-4D97-AF65-F5344CB8AC3E}">
        <p14:creationId xmlns:p14="http://schemas.microsoft.com/office/powerpoint/2010/main" val="928805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C7DCD-EB44-AB67-2C43-C07B0B97E2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551C56-83DD-5782-5516-7379F2A372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EF1B9E-3A2E-C628-33BC-1DA3B4FE74DA}"/>
              </a:ext>
            </a:extLst>
          </p:cNvPr>
          <p:cNvSpPr>
            <a:spLocks noGrp="1"/>
          </p:cNvSpPr>
          <p:nvPr>
            <p:ph type="body" idx="1"/>
          </p:nvPr>
        </p:nvSpPr>
        <p:spPr/>
        <p:txBody>
          <a:bodyPr/>
          <a:lstStyle/>
          <a:p>
            <a:endParaRPr lang="es-MX" dirty="0"/>
          </a:p>
          <a:p>
            <a:r>
              <a:rPr lang="es-MX" dirty="0"/>
              <a:t>Indicar que el </a:t>
            </a:r>
            <a:r>
              <a:rPr lang="es-MX" dirty="0" err="1"/>
              <a:t>threshold</a:t>
            </a:r>
            <a:r>
              <a:rPr lang="es-MX" dirty="0"/>
              <a:t> de 0.5 dibujaría una línea vertical más hacia la derecha que separaría los datos en SPAM y no SPAM de manera errónea</a:t>
            </a:r>
          </a:p>
          <a:p>
            <a:r>
              <a:rPr lang="es-MX" dirty="0"/>
              <a:t>Dibujar la línea vertical que divide los emails SPAM y no SPAM de acuerdo a la </a:t>
            </a:r>
            <a:r>
              <a:rPr lang="es-MX" b="1" dirty="0"/>
              <a:t>tendencia de los datos (valores reales)</a:t>
            </a:r>
          </a:p>
        </p:txBody>
      </p:sp>
      <p:sp>
        <p:nvSpPr>
          <p:cNvPr id="4" name="Marcador de número de diapositiva 3">
            <a:extLst>
              <a:ext uri="{FF2B5EF4-FFF2-40B4-BE49-F238E27FC236}">
                <a16:creationId xmlns:a16="http://schemas.microsoft.com/office/drawing/2014/main" id="{DD8C85D8-972D-5A09-6F67-2951CA1DDE05}"/>
              </a:ext>
            </a:extLst>
          </p:cNvPr>
          <p:cNvSpPr>
            <a:spLocks noGrp="1"/>
          </p:cNvSpPr>
          <p:nvPr>
            <p:ph type="sldNum" sz="quarter" idx="5"/>
          </p:nvPr>
        </p:nvSpPr>
        <p:spPr/>
        <p:txBody>
          <a:bodyPr/>
          <a:lstStyle/>
          <a:p>
            <a:fld id="{5738C403-380A-954D-BA17-885FAAE8C872}" type="slidenum">
              <a:rPr lang="es-ES_tradnl" smtClean="0"/>
              <a:t>40</a:t>
            </a:fld>
            <a:endParaRPr lang="es-ES_tradnl"/>
          </a:p>
        </p:txBody>
      </p:sp>
    </p:spTree>
    <p:extLst>
      <p:ext uri="{BB962C8B-B14F-4D97-AF65-F5344CB8AC3E}">
        <p14:creationId xmlns:p14="http://schemas.microsoft.com/office/powerpoint/2010/main" val="3162583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CD8D-9614-DD6F-1025-F432777F50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15DB7D-DC51-C1A9-0A77-291C677E2B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029C8C-F9AA-51AD-C54F-68C702B8846C}"/>
              </a:ext>
            </a:extLst>
          </p:cNvPr>
          <p:cNvSpPr>
            <a:spLocks noGrp="1"/>
          </p:cNvSpPr>
          <p:nvPr>
            <p:ph type="body" idx="1"/>
          </p:nvPr>
        </p:nvSpPr>
        <p:spPr/>
        <p:txBody>
          <a:bodyPr/>
          <a:lstStyle/>
          <a:p>
            <a:endParaRPr lang="es-MX" b="1" dirty="0"/>
          </a:p>
        </p:txBody>
      </p:sp>
      <p:sp>
        <p:nvSpPr>
          <p:cNvPr id="4" name="Marcador de número de diapositiva 3">
            <a:extLst>
              <a:ext uri="{FF2B5EF4-FFF2-40B4-BE49-F238E27FC236}">
                <a16:creationId xmlns:a16="http://schemas.microsoft.com/office/drawing/2014/main" id="{3CE3404C-A1C6-E920-1111-768E750A9CFC}"/>
              </a:ext>
            </a:extLst>
          </p:cNvPr>
          <p:cNvSpPr>
            <a:spLocks noGrp="1"/>
          </p:cNvSpPr>
          <p:nvPr>
            <p:ph type="sldNum" sz="quarter" idx="5"/>
          </p:nvPr>
        </p:nvSpPr>
        <p:spPr/>
        <p:txBody>
          <a:bodyPr/>
          <a:lstStyle/>
          <a:p>
            <a:fld id="{5738C403-380A-954D-BA17-885FAAE8C872}" type="slidenum">
              <a:rPr lang="es-ES_tradnl" smtClean="0"/>
              <a:t>41</a:t>
            </a:fld>
            <a:endParaRPr lang="es-ES_tradnl"/>
          </a:p>
        </p:txBody>
      </p:sp>
    </p:spTree>
    <p:extLst>
      <p:ext uri="{BB962C8B-B14F-4D97-AF65-F5344CB8AC3E}">
        <p14:creationId xmlns:p14="http://schemas.microsoft.com/office/powerpoint/2010/main" val="1742357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7F1FA-9969-DAFA-DADA-6B25FB89E3A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77CB11-65EB-8917-BE76-F71C4B93EC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C6B273-DFBC-F767-F0DE-EADD1AA6CBB8}"/>
              </a:ext>
            </a:extLst>
          </p:cNvPr>
          <p:cNvSpPr>
            <a:spLocks noGrp="1"/>
          </p:cNvSpPr>
          <p:nvPr>
            <p:ph type="body" idx="1"/>
          </p:nvPr>
        </p:nvSpPr>
        <p:spPr/>
        <p:txBody>
          <a:bodyPr/>
          <a:lstStyle/>
          <a:p>
            <a:endParaRPr lang="es-MX" b="1" dirty="0"/>
          </a:p>
        </p:txBody>
      </p:sp>
      <p:sp>
        <p:nvSpPr>
          <p:cNvPr id="4" name="Marcador de número de diapositiva 3">
            <a:extLst>
              <a:ext uri="{FF2B5EF4-FFF2-40B4-BE49-F238E27FC236}">
                <a16:creationId xmlns:a16="http://schemas.microsoft.com/office/drawing/2014/main" id="{72FC7185-8818-72E1-8A16-3789071AC74C}"/>
              </a:ext>
            </a:extLst>
          </p:cNvPr>
          <p:cNvSpPr>
            <a:spLocks noGrp="1"/>
          </p:cNvSpPr>
          <p:nvPr>
            <p:ph type="sldNum" sz="quarter" idx="5"/>
          </p:nvPr>
        </p:nvSpPr>
        <p:spPr/>
        <p:txBody>
          <a:bodyPr/>
          <a:lstStyle/>
          <a:p>
            <a:fld id="{5738C403-380A-954D-BA17-885FAAE8C872}" type="slidenum">
              <a:rPr lang="es-ES_tradnl" smtClean="0"/>
              <a:t>42</a:t>
            </a:fld>
            <a:endParaRPr lang="es-ES_tradnl"/>
          </a:p>
        </p:txBody>
      </p:sp>
    </p:spTree>
    <p:extLst>
      <p:ext uri="{BB962C8B-B14F-4D97-AF65-F5344CB8AC3E}">
        <p14:creationId xmlns:p14="http://schemas.microsoft.com/office/powerpoint/2010/main" val="54475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BF855-9DF3-652D-6487-2FBA3FF35B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3F41EC-A1FB-A436-25D4-ECE5DBB81B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9C76606-0C84-1757-32D9-B370266413D4}"/>
              </a:ext>
            </a:extLst>
          </p:cNvPr>
          <p:cNvSpPr>
            <a:spLocks noGrp="1"/>
          </p:cNvSpPr>
          <p:nvPr>
            <p:ph type="body" idx="1"/>
          </p:nvPr>
        </p:nvSpPr>
        <p:spPr/>
        <p:txBody>
          <a:bodyPr/>
          <a:lstStyle/>
          <a:p>
            <a:endParaRPr lang="es-MX" b="1" dirty="0"/>
          </a:p>
        </p:txBody>
      </p:sp>
      <p:sp>
        <p:nvSpPr>
          <p:cNvPr id="4" name="Marcador de número de diapositiva 3">
            <a:extLst>
              <a:ext uri="{FF2B5EF4-FFF2-40B4-BE49-F238E27FC236}">
                <a16:creationId xmlns:a16="http://schemas.microsoft.com/office/drawing/2014/main" id="{FA4E22CA-1A8D-73EB-841B-E4A2F53AFC01}"/>
              </a:ext>
            </a:extLst>
          </p:cNvPr>
          <p:cNvSpPr>
            <a:spLocks noGrp="1"/>
          </p:cNvSpPr>
          <p:nvPr>
            <p:ph type="sldNum" sz="quarter" idx="5"/>
          </p:nvPr>
        </p:nvSpPr>
        <p:spPr/>
        <p:txBody>
          <a:bodyPr/>
          <a:lstStyle/>
          <a:p>
            <a:fld id="{5738C403-380A-954D-BA17-885FAAE8C872}" type="slidenum">
              <a:rPr lang="es-ES_tradnl" smtClean="0"/>
              <a:t>43</a:t>
            </a:fld>
            <a:endParaRPr lang="es-ES_tradnl"/>
          </a:p>
        </p:txBody>
      </p:sp>
    </p:spTree>
    <p:extLst>
      <p:ext uri="{BB962C8B-B14F-4D97-AF65-F5344CB8AC3E}">
        <p14:creationId xmlns:p14="http://schemas.microsoft.com/office/powerpoint/2010/main" val="17295224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30AC-3367-CF7E-706B-F34DB9938E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AF51EC-1897-C360-8BE8-E038702D69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AEAE59-9B86-93E0-E7C9-72BC6161F2F5}"/>
              </a:ext>
            </a:extLst>
          </p:cNvPr>
          <p:cNvSpPr>
            <a:spLocks noGrp="1"/>
          </p:cNvSpPr>
          <p:nvPr>
            <p:ph type="body" idx="1"/>
          </p:nvPr>
        </p:nvSpPr>
        <p:spPr/>
        <p:txBody>
          <a:bodyPr/>
          <a:lstStyle/>
          <a:p>
            <a:r>
              <a:rPr lang="es-MX" sz="1600" b="0" dirty="0"/>
              <a:t>¿Qué pasaría con un nuevo email con 9 signos “?!“, y 6 etiquetas HTML?</a:t>
            </a:r>
          </a:p>
          <a:p>
            <a:r>
              <a:rPr lang="es-MX" sz="1600" b="0" dirty="0"/>
              <a:t>¿Qué pasaría con un nuevo email con 5 signos “?!”, y 4 etiquetas HTML?</a:t>
            </a:r>
          </a:p>
          <a:p>
            <a:r>
              <a:rPr lang="es-MX" sz="1600" b="0" dirty="0"/>
              <a:t>Comprobar ambos casos en la función hipótesis.</a:t>
            </a:r>
          </a:p>
          <a:p>
            <a:r>
              <a:rPr lang="es-MX" sz="1600" b="0" dirty="0"/>
              <a:t>Explicar en qué consiste el concepto de ”límite de decisión”</a:t>
            </a:r>
          </a:p>
          <a:p>
            <a:endParaRPr lang="es-MX" sz="1600" b="0" dirty="0"/>
          </a:p>
        </p:txBody>
      </p:sp>
      <p:sp>
        <p:nvSpPr>
          <p:cNvPr id="4" name="Marcador de número de diapositiva 3">
            <a:extLst>
              <a:ext uri="{FF2B5EF4-FFF2-40B4-BE49-F238E27FC236}">
                <a16:creationId xmlns:a16="http://schemas.microsoft.com/office/drawing/2014/main" id="{D5F23E55-9F65-4048-082C-11761B4B0874}"/>
              </a:ext>
            </a:extLst>
          </p:cNvPr>
          <p:cNvSpPr>
            <a:spLocks noGrp="1"/>
          </p:cNvSpPr>
          <p:nvPr>
            <p:ph type="sldNum" sz="quarter" idx="5"/>
          </p:nvPr>
        </p:nvSpPr>
        <p:spPr/>
        <p:txBody>
          <a:bodyPr/>
          <a:lstStyle/>
          <a:p>
            <a:fld id="{5738C403-380A-954D-BA17-885FAAE8C872}" type="slidenum">
              <a:rPr lang="es-ES_tradnl" smtClean="0"/>
              <a:t>44</a:t>
            </a:fld>
            <a:endParaRPr lang="es-ES_tradnl"/>
          </a:p>
        </p:txBody>
      </p:sp>
    </p:spTree>
    <p:extLst>
      <p:ext uri="{BB962C8B-B14F-4D97-AF65-F5344CB8AC3E}">
        <p14:creationId xmlns:p14="http://schemas.microsoft.com/office/powerpoint/2010/main" val="3827739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30AC-3367-CF7E-706B-F34DB9938E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AF51EC-1897-C360-8BE8-E038702D69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AEAE59-9B86-93E0-E7C9-72BC6161F2F5}"/>
              </a:ext>
            </a:extLst>
          </p:cNvPr>
          <p:cNvSpPr>
            <a:spLocks noGrp="1"/>
          </p:cNvSpPr>
          <p:nvPr>
            <p:ph type="body" idx="1"/>
          </p:nvPr>
        </p:nvSpPr>
        <p:spPr/>
        <p:txBody>
          <a:bodyPr/>
          <a:lstStyle/>
          <a:p>
            <a:endParaRPr lang="es-MX" sz="1600" b="0" dirty="0"/>
          </a:p>
        </p:txBody>
      </p:sp>
      <p:sp>
        <p:nvSpPr>
          <p:cNvPr id="4" name="Marcador de número de diapositiva 3">
            <a:extLst>
              <a:ext uri="{FF2B5EF4-FFF2-40B4-BE49-F238E27FC236}">
                <a16:creationId xmlns:a16="http://schemas.microsoft.com/office/drawing/2014/main" id="{D5F23E55-9F65-4048-082C-11761B4B0874}"/>
              </a:ext>
            </a:extLst>
          </p:cNvPr>
          <p:cNvSpPr>
            <a:spLocks noGrp="1"/>
          </p:cNvSpPr>
          <p:nvPr>
            <p:ph type="sldNum" sz="quarter" idx="5"/>
          </p:nvPr>
        </p:nvSpPr>
        <p:spPr/>
        <p:txBody>
          <a:bodyPr/>
          <a:lstStyle/>
          <a:p>
            <a:fld id="{5738C403-380A-954D-BA17-885FAAE8C872}" type="slidenum">
              <a:rPr lang="es-ES_tradnl" smtClean="0"/>
              <a:t>46</a:t>
            </a:fld>
            <a:endParaRPr lang="es-ES_tradnl"/>
          </a:p>
        </p:txBody>
      </p:sp>
    </p:spTree>
    <p:extLst>
      <p:ext uri="{BB962C8B-B14F-4D97-AF65-F5344CB8AC3E}">
        <p14:creationId xmlns:p14="http://schemas.microsoft.com/office/powerpoint/2010/main" val="3763789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30AC-3367-CF7E-706B-F34DB9938E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AF51EC-1897-C360-8BE8-E038702D69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AEAE59-9B86-93E0-E7C9-72BC6161F2F5}"/>
              </a:ext>
            </a:extLst>
          </p:cNvPr>
          <p:cNvSpPr>
            <a:spLocks noGrp="1"/>
          </p:cNvSpPr>
          <p:nvPr>
            <p:ph type="body" idx="1"/>
          </p:nvPr>
        </p:nvSpPr>
        <p:spPr/>
        <p:txBody>
          <a:bodyPr/>
          <a:lstStyle/>
          <a:p>
            <a:endParaRPr lang="es-MX" sz="1600" b="0" dirty="0"/>
          </a:p>
        </p:txBody>
      </p:sp>
      <p:sp>
        <p:nvSpPr>
          <p:cNvPr id="4" name="Marcador de número de diapositiva 3">
            <a:extLst>
              <a:ext uri="{FF2B5EF4-FFF2-40B4-BE49-F238E27FC236}">
                <a16:creationId xmlns:a16="http://schemas.microsoft.com/office/drawing/2014/main" id="{D5F23E55-9F65-4048-082C-11761B4B0874}"/>
              </a:ext>
            </a:extLst>
          </p:cNvPr>
          <p:cNvSpPr>
            <a:spLocks noGrp="1"/>
          </p:cNvSpPr>
          <p:nvPr>
            <p:ph type="sldNum" sz="quarter" idx="5"/>
          </p:nvPr>
        </p:nvSpPr>
        <p:spPr/>
        <p:txBody>
          <a:bodyPr/>
          <a:lstStyle/>
          <a:p>
            <a:fld id="{5738C403-380A-954D-BA17-885FAAE8C872}" type="slidenum">
              <a:rPr lang="es-ES_tradnl" smtClean="0"/>
              <a:t>47</a:t>
            </a:fld>
            <a:endParaRPr lang="es-ES_tradnl"/>
          </a:p>
        </p:txBody>
      </p:sp>
    </p:spTree>
    <p:extLst>
      <p:ext uri="{BB962C8B-B14F-4D97-AF65-F5344CB8AC3E}">
        <p14:creationId xmlns:p14="http://schemas.microsoft.com/office/powerpoint/2010/main" val="3318205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F30AC-3367-CF7E-706B-F34DB9938E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AF51EC-1897-C360-8BE8-E038702D69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AEAE59-9B86-93E0-E7C9-72BC6161F2F5}"/>
              </a:ext>
            </a:extLst>
          </p:cNvPr>
          <p:cNvSpPr>
            <a:spLocks noGrp="1"/>
          </p:cNvSpPr>
          <p:nvPr>
            <p:ph type="body" idx="1"/>
          </p:nvPr>
        </p:nvSpPr>
        <p:spPr/>
        <p:txBody>
          <a:bodyPr/>
          <a:lstStyle/>
          <a:p>
            <a:endParaRPr lang="es-MX" sz="1600" b="0" dirty="0"/>
          </a:p>
        </p:txBody>
      </p:sp>
      <p:sp>
        <p:nvSpPr>
          <p:cNvPr id="4" name="Marcador de número de diapositiva 3">
            <a:extLst>
              <a:ext uri="{FF2B5EF4-FFF2-40B4-BE49-F238E27FC236}">
                <a16:creationId xmlns:a16="http://schemas.microsoft.com/office/drawing/2014/main" id="{D5F23E55-9F65-4048-082C-11761B4B0874}"/>
              </a:ext>
            </a:extLst>
          </p:cNvPr>
          <p:cNvSpPr>
            <a:spLocks noGrp="1"/>
          </p:cNvSpPr>
          <p:nvPr>
            <p:ph type="sldNum" sz="quarter" idx="5"/>
          </p:nvPr>
        </p:nvSpPr>
        <p:spPr/>
        <p:txBody>
          <a:bodyPr/>
          <a:lstStyle/>
          <a:p>
            <a:fld id="{5738C403-380A-954D-BA17-885FAAE8C872}" type="slidenum">
              <a:rPr lang="es-ES_tradnl" smtClean="0"/>
              <a:t>48</a:t>
            </a:fld>
            <a:endParaRPr lang="es-ES_tradnl"/>
          </a:p>
        </p:txBody>
      </p:sp>
    </p:spTree>
    <p:extLst>
      <p:ext uri="{BB962C8B-B14F-4D97-AF65-F5344CB8AC3E}">
        <p14:creationId xmlns:p14="http://schemas.microsoft.com/office/powerpoint/2010/main" val="3318205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10/29/25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376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10/29/25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9054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10/29/25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303417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10/29/25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435235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10/29/25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162623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10/29/25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853231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10/29/25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891286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10/29/25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077922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10/29/25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175820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10/29/25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883742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10/29/25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975823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10/29/25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2394682008"/>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50" r:id="rId6"/>
    <p:sldLayoutId id="2147483745" r:id="rId7"/>
    <p:sldLayoutId id="2147483746" r:id="rId8"/>
    <p:sldLayoutId id="2147483747" r:id="rId9"/>
    <p:sldLayoutId id="2147483749" r:id="rId10"/>
    <p:sldLayoutId id="2147483748"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7.png"/><Relationship Id="rId7"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9.png"/><Relationship Id="rId9" Type="http://schemas.openxmlformats.org/officeDocument/2006/relationships/image" Target="../media/image46.png"/></Relationships>
</file>

<file path=ppt/slides/_rels/slide3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4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3.png"/><Relationship Id="rId7"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64.png"/><Relationship Id="rId9" Type="http://schemas.openxmlformats.org/officeDocument/2006/relationships/image" Target="../media/image78.png"/></Relationships>
</file>

<file path=ppt/slides/_rels/slide44.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2.png"/><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4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113.png"/><Relationship Id="rId63" Type="http://schemas.openxmlformats.org/officeDocument/2006/relationships/customXml" Target="../ink/ink31.xml"/><Relationship Id="rId84" Type="http://schemas.openxmlformats.org/officeDocument/2006/relationships/image" Target="../media/image134.png"/><Relationship Id="rId138" Type="http://schemas.openxmlformats.org/officeDocument/2006/relationships/image" Target="../media/image161.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08.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121.png"/><Relationship Id="rId74" Type="http://schemas.openxmlformats.org/officeDocument/2006/relationships/image" Target="../media/image129.png"/><Relationship Id="rId79" Type="http://schemas.openxmlformats.org/officeDocument/2006/relationships/customXml" Target="../ink/ink39.xml"/><Relationship Id="rId102" Type="http://schemas.openxmlformats.org/officeDocument/2006/relationships/image" Target="../media/image143.png"/><Relationship Id="rId123" Type="http://schemas.openxmlformats.org/officeDocument/2006/relationships/customXml" Target="../ink/ink61.xml"/><Relationship Id="rId128" Type="http://schemas.openxmlformats.org/officeDocument/2006/relationships/image" Target="../media/image156.png"/><Relationship Id="rId144" Type="http://schemas.openxmlformats.org/officeDocument/2006/relationships/image" Target="../media/image164.png"/><Relationship Id="rId5" Type="http://schemas.openxmlformats.org/officeDocument/2006/relationships/customXml" Target="../ink/ink2.xml"/><Relationship Id="rId90" Type="http://schemas.openxmlformats.org/officeDocument/2006/relationships/image" Target="../media/image137.png"/><Relationship Id="rId95" Type="http://schemas.openxmlformats.org/officeDocument/2006/relationships/customXml" Target="../ink/ink47.xml"/><Relationship Id="rId22" Type="http://schemas.openxmlformats.org/officeDocument/2006/relationships/image" Target="../media/image103.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116.png"/><Relationship Id="rId64" Type="http://schemas.openxmlformats.org/officeDocument/2006/relationships/image" Target="../media/image124.png"/><Relationship Id="rId69" Type="http://schemas.openxmlformats.org/officeDocument/2006/relationships/customXml" Target="../ink/ink34.xml"/><Relationship Id="rId113" Type="http://schemas.openxmlformats.org/officeDocument/2006/relationships/customXml" Target="../ink/ink56.xml"/><Relationship Id="rId118" Type="http://schemas.openxmlformats.org/officeDocument/2006/relationships/image" Target="../media/image151.png"/><Relationship Id="rId134" Type="http://schemas.openxmlformats.org/officeDocument/2006/relationships/image" Target="../media/image159.png"/><Relationship Id="rId139" Type="http://schemas.openxmlformats.org/officeDocument/2006/relationships/customXml" Target="../ink/ink69.xml"/><Relationship Id="rId80" Type="http://schemas.openxmlformats.org/officeDocument/2006/relationships/image" Target="../media/image132.png"/><Relationship Id="rId85" Type="http://schemas.openxmlformats.org/officeDocument/2006/relationships/customXml" Target="../ink/ink42.xml"/><Relationship Id="rId12" Type="http://schemas.openxmlformats.org/officeDocument/2006/relationships/image" Target="../media/image98.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111.png"/><Relationship Id="rId59" Type="http://schemas.openxmlformats.org/officeDocument/2006/relationships/customXml" Target="../ink/ink29.xml"/><Relationship Id="rId103" Type="http://schemas.openxmlformats.org/officeDocument/2006/relationships/customXml" Target="../ink/ink51.xml"/><Relationship Id="rId108" Type="http://schemas.openxmlformats.org/officeDocument/2006/relationships/image" Target="../media/image146.png"/><Relationship Id="rId124" Type="http://schemas.openxmlformats.org/officeDocument/2006/relationships/image" Target="../media/image154.png"/><Relationship Id="rId129" Type="http://schemas.openxmlformats.org/officeDocument/2006/relationships/customXml" Target="../ink/ink64.xml"/><Relationship Id="rId54" Type="http://schemas.openxmlformats.org/officeDocument/2006/relationships/image" Target="../media/image119.png"/><Relationship Id="rId70" Type="http://schemas.openxmlformats.org/officeDocument/2006/relationships/image" Target="../media/image127.png"/><Relationship Id="rId75" Type="http://schemas.openxmlformats.org/officeDocument/2006/relationships/customXml" Target="../ink/ink37.xml"/><Relationship Id="rId91" Type="http://schemas.openxmlformats.org/officeDocument/2006/relationships/customXml" Target="../ink/ink45.xml"/><Relationship Id="rId96" Type="http://schemas.openxmlformats.org/officeDocument/2006/relationships/image" Target="../media/image140.png"/><Relationship Id="rId140"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95.png"/><Relationship Id="rId23" Type="http://schemas.openxmlformats.org/officeDocument/2006/relationships/customXml" Target="../ink/ink11.xml"/><Relationship Id="rId28" Type="http://schemas.openxmlformats.org/officeDocument/2006/relationships/image" Target="../media/image106.png"/><Relationship Id="rId49" Type="http://schemas.openxmlformats.org/officeDocument/2006/relationships/customXml" Target="../ink/ink24.xml"/><Relationship Id="rId114" Type="http://schemas.openxmlformats.org/officeDocument/2006/relationships/image" Target="../media/image149.png"/><Relationship Id="rId119" Type="http://schemas.openxmlformats.org/officeDocument/2006/relationships/customXml" Target="../ink/ink59.xml"/><Relationship Id="rId44" Type="http://schemas.openxmlformats.org/officeDocument/2006/relationships/image" Target="../media/image114.png"/><Relationship Id="rId60" Type="http://schemas.openxmlformats.org/officeDocument/2006/relationships/image" Target="../media/image122.png"/><Relationship Id="rId65" Type="http://schemas.openxmlformats.org/officeDocument/2006/relationships/customXml" Target="../ink/ink32.xml"/><Relationship Id="rId81" Type="http://schemas.openxmlformats.org/officeDocument/2006/relationships/customXml" Target="../ink/ink40.xml"/><Relationship Id="rId86" Type="http://schemas.openxmlformats.org/officeDocument/2006/relationships/image" Target="../media/image135.png"/><Relationship Id="rId130" Type="http://schemas.openxmlformats.org/officeDocument/2006/relationships/image" Target="../media/image157.png"/><Relationship Id="rId135" Type="http://schemas.openxmlformats.org/officeDocument/2006/relationships/customXml" Target="../ink/ink67.xml"/><Relationship Id="rId13" Type="http://schemas.openxmlformats.org/officeDocument/2006/relationships/customXml" Target="../ink/ink6.xml"/><Relationship Id="rId18" Type="http://schemas.openxmlformats.org/officeDocument/2006/relationships/image" Target="../media/image101.png"/><Relationship Id="rId39" Type="http://schemas.openxmlformats.org/officeDocument/2006/relationships/customXml" Target="../ink/ink19.xml"/><Relationship Id="rId109" Type="http://schemas.openxmlformats.org/officeDocument/2006/relationships/customXml" Target="../ink/ink54.xml"/><Relationship Id="rId34" Type="http://schemas.openxmlformats.org/officeDocument/2006/relationships/image" Target="../media/image109.png"/><Relationship Id="rId50" Type="http://schemas.openxmlformats.org/officeDocument/2006/relationships/image" Target="../media/image117.png"/><Relationship Id="rId55" Type="http://schemas.openxmlformats.org/officeDocument/2006/relationships/customXml" Target="../ink/ink27.xml"/><Relationship Id="rId76" Type="http://schemas.openxmlformats.org/officeDocument/2006/relationships/image" Target="../media/image130.png"/><Relationship Id="rId97" Type="http://schemas.openxmlformats.org/officeDocument/2006/relationships/customXml" Target="../ink/ink48.xml"/><Relationship Id="rId104" Type="http://schemas.openxmlformats.org/officeDocument/2006/relationships/image" Target="../media/image144.png"/><Relationship Id="rId120" Type="http://schemas.openxmlformats.org/officeDocument/2006/relationships/image" Target="../media/image152.png"/><Relationship Id="rId125" Type="http://schemas.openxmlformats.org/officeDocument/2006/relationships/customXml" Target="../ink/ink62.xml"/><Relationship Id="rId141" Type="http://schemas.openxmlformats.org/officeDocument/2006/relationships/customXml" Target="../ink/ink70.xml"/><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138.png"/><Relationship Id="rId2" Type="http://schemas.openxmlformats.org/officeDocument/2006/relationships/notesSlide" Target="../notesSlides/notesSlide24.xml"/><Relationship Id="rId29" Type="http://schemas.openxmlformats.org/officeDocument/2006/relationships/customXml" Target="../ink/ink14.xml"/><Relationship Id="rId24" Type="http://schemas.openxmlformats.org/officeDocument/2006/relationships/image" Target="../media/image104.png"/><Relationship Id="rId40" Type="http://schemas.openxmlformats.org/officeDocument/2006/relationships/image" Target="../media/image112.png"/><Relationship Id="rId45" Type="http://schemas.openxmlformats.org/officeDocument/2006/relationships/customXml" Target="../ink/ink22.xml"/><Relationship Id="rId66" Type="http://schemas.openxmlformats.org/officeDocument/2006/relationships/image" Target="../media/image125.png"/><Relationship Id="rId87" Type="http://schemas.openxmlformats.org/officeDocument/2006/relationships/customXml" Target="../ink/ink43.xml"/><Relationship Id="rId110" Type="http://schemas.openxmlformats.org/officeDocument/2006/relationships/image" Target="../media/image147.png"/><Relationship Id="rId115" Type="http://schemas.openxmlformats.org/officeDocument/2006/relationships/customXml" Target="../ink/ink57.xml"/><Relationship Id="rId131" Type="http://schemas.openxmlformats.org/officeDocument/2006/relationships/customXml" Target="../ink/ink65.xml"/><Relationship Id="rId136" Type="http://schemas.openxmlformats.org/officeDocument/2006/relationships/image" Target="../media/image160.png"/><Relationship Id="rId61" Type="http://schemas.openxmlformats.org/officeDocument/2006/relationships/customXml" Target="../ink/ink30.xml"/><Relationship Id="rId82" Type="http://schemas.openxmlformats.org/officeDocument/2006/relationships/image" Target="../media/image133.png"/><Relationship Id="rId19" Type="http://schemas.openxmlformats.org/officeDocument/2006/relationships/customXml" Target="../ink/ink9.xml"/><Relationship Id="rId14" Type="http://schemas.openxmlformats.org/officeDocument/2006/relationships/image" Target="../media/image99.png"/><Relationship Id="rId30" Type="http://schemas.openxmlformats.org/officeDocument/2006/relationships/image" Target="../media/image107.png"/><Relationship Id="rId35" Type="http://schemas.openxmlformats.org/officeDocument/2006/relationships/customXml" Target="../ink/ink17.xml"/><Relationship Id="rId56" Type="http://schemas.openxmlformats.org/officeDocument/2006/relationships/image" Target="../media/image120.png"/><Relationship Id="rId77" Type="http://schemas.openxmlformats.org/officeDocument/2006/relationships/customXml" Target="../ink/ink38.xml"/><Relationship Id="rId100" Type="http://schemas.openxmlformats.org/officeDocument/2006/relationships/image" Target="../media/image142.png"/><Relationship Id="rId105" Type="http://schemas.openxmlformats.org/officeDocument/2006/relationships/customXml" Target="../ink/ink52.xml"/><Relationship Id="rId126" Type="http://schemas.openxmlformats.org/officeDocument/2006/relationships/image" Target="../media/image155.png"/><Relationship Id="rId8" Type="http://schemas.openxmlformats.org/officeDocument/2006/relationships/image" Target="../media/image96.png"/><Relationship Id="rId51" Type="http://schemas.openxmlformats.org/officeDocument/2006/relationships/customXml" Target="../ink/ink25.xml"/><Relationship Id="rId72" Type="http://schemas.openxmlformats.org/officeDocument/2006/relationships/image" Target="../media/image128.png"/><Relationship Id="rId93" Type="http://schemas.openxmlformats.org/officeDocument/2006/relationships/customXml" Target="../ink/ink46.xml"/><Relationship Id="rId98" Type="http://schemas.openxmlformats.org/officeDocument/2006/relationships/image" Target="../media/image141.png"/><Relationship Id="rId121" Type="http://schemas.openxmlformats.org/officeDocument/2006/relationships/customXml" Target="../ink/ink60.xml"/><Relationship Id="rId142" Type="http://schemas.openxmlformats.org/officeDocument/2006/relationships/image" Target="../media/image163.png"/><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115.png"/><Relationship Id="rId67" Type="http://schemas.openxmlformats.org/officeDocument/2006/relationships/customXml" Target="../ink/ink33.xml"/><Relationship Id="rId116" Type="http://schemas.openxmlformats.org/officeDocument/2006/relationships/image" Target="../media/image150.png"/><Relationship Id="rId137" Type="http://schemas.openxmlformats.org/officeDocument/2006/relationships/customXml" Target="../ink/ink68.xml"/><Relationship Id="rId20" Type="http://schemas.openxmlformats.org/officeDocument/2006/relationships/image" Target="../media/image102.png"/><Relationship Id="rId41" Type="http://schemas.openxmlformats.org/officeDocument/2006/relationships/customXml" Target="../ink/ink20.xml"/><Relationship Id="rId62" Type="http://schemas.openxmlformats.org/officeDocument/2006/relationships/image" Target="../media/image123.png"/><Relationship Id="rId83" Type="http://schemas.openxmlformats.org/officeDocument/2006/relationships/customXml" Target="../ink/ink41.xml"/><Relationship Id="rId88" Type="http://schemas.openxmlformats.org/officeDocument/2006/relationships/image" Target="../media/image136.png"/><Relationship Id="rId111" Type="http://schemas.openxmlformats.org/officeDocument/2006/relationships/customXml" Target="../ink/ink55.xml"/><Relationship Id="rId132" Type="http://schemas.openxmlformats.org/officeDocument/2006/relationships/image" Target="../media/image158.png"/><Relationship Id="rId15" Type="http://schemas.openxmlformats.org/officeDocument/2006/relationships/customXml" Target="../ink/ink7.xml"/><Relationship Id="rId36" Type="http://schemas.openxmlformats.org/officeDocument/2006/relationships/image" Target="../media/image110.png"/><Relationship Id="rId57" Type="http://schemas.openxmlformats.org/officeDocument/2006/relationships/customXml" Target="../ink/ink28.xml"/><Relationship Id="rId106" Type="http://schemas.openxmlformats.org/officeDocument/2006/relationships/image" Target="../media/image145.png"/><Relationship Id="rId127" Type="http://schemas.openxmlformats.org/officeDocument/2006/relationships/customXml" Target="../ink/ink63.xml"/><Relationship Id="rId10" Type="http://schemas.openxmlformats.org/officeDocument/2006/relationships/image" Target="../media/image97.png"/><Relationship Id="rId31" Type="http://schemas.openxmlformats.org/officeDocument/2006/relationships/customXml" Target="../ink/ink15.xml"/><Relationship Id="rId52" Type="http://schemas.openxmlformats.org/officeDocument/2006/relationships/image" Target="../media/image118.png"/><Relationship Id="rId73" Type="http://schemas.openxmlformats.org/officeDocument/2006/relationships/customXml" Target="../ink/ink36.xml"/><Relationship Id="rId78" Type="http://schemas.openxmlformats.org/officeDocument/2006/relationships/image" Target="../media/image131.png"/><Relationship Id="rId94" Type="http://schemas.openxmlformats.org/officeDocument/2006/relationships/image" Target="../media/image139.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153.png"/><Relationship Id="rId143" Type="http://schemas.openxmlformats.org/officeDocument/2006/relationships/customXml" Target="../ink/ink71.xml"/><Relationship Id="rId4" Type="http://schemas.openxmlformats.org/officeDocument/2006/relationships/image" Target="../media/image94.png"/><Relationship Id="rId9" Type="http://schemas.openxmlformats.org/officeDocument/2006/relationships/customXml" Target="../ink/ink4.xml"/><Relationship Id="rId26" Type="http://schemas.openxmlformats.org/officeDocument/2006/relationships/image" Target="../media/image105.png"/><Relationship Id="rId47" Type="http://schemas.openxmlformats.org/officeDocument/2006/relationships/customXml" Target="../ink/ink23.xml"/><Relationship Id="rId68" Type="http://schemas.openxmlformats.org/officeDocument/2006/relationships/image" Target="../media/image126.png"/><Relationship Id="rId89" Type="http://schemas.openxmlformats.org/officeDocument/2006/relationships/customXml" Target="../ink/ink44.xml"/><Relationship Id="rId112" Type="http://schemas.openxmlformats.org/officeDocument/2006/relationships/image" Target="../media/image148.png"/><Relationship Id="rId133" Type="http://schemas.openxmlformats.org/officeDocument/2006/relationships/customXml" Target="../ink/ink66.xml"/><Relationship Id="rId16" Type="http://schemas.openxmlformats.org/officeDocument/2006/relationships/image" Target="../media/image100.png"/></Relationships>
</file>

<file path=ppt/slides/_rels/slide47.xml.rels><?xml version="1.0" encoding="UTF-8" standalone="yes"?>
<Relationships xmlns="http://schemas.openxmlformats.org/package/2006/relationships"><Relationship Id="rId26" Type="http://schemas.openxmlformats.org/officeDocument/2006/relationships/image" Target="../media/image178.png"/><Relationship Id="rId21" Type="http://schemas.openxmlformats.org/officeDocument/2006/relationships/customXml" Target="../ink/ink79.xml"/><Relationship Id="rId42" Type="http://schemas.openxmlformats.org/officeDocument/2006/relationships/image" Target="../media/image186.png"/><Relationship Id="rId47" Type="http://schemas.openxmlformats.org/officeDocument/2006/relationships/customXml" Target="../ink/ink92.xml"/><Relationship Id="rId63" Type="http://schemas.openxmlformats.org/officeDocument/2006/relationships/customXml" Target="../ink/ink100.xml"/><Relationship Id="rId68" Type="http://schemas.openxmlformats.org/officeDocument/2006/relationships/image" Target="../media/image199.png"/><Relationship Id="rId84" Type="http://schemas.openxmlformats.org/officeDocument/2006/relationships/image" Target="../media/image207.png"/><Relationship Id="rId89" Type="http://schemas.openxmlformats.org/officeDocument/2006/relationships/customXml" Target="../ink/ink113.xml"/><Relationship Id="rId16" Type="http://schemas.openxmlformats.org/officeDocument/2006/relationships/image" Target="../media/image173.png"/><Relationship Id="rId11" Type="http://schemas.openxmlformats.org/officeDocument/2006/relationships/customXml" Target="../ink/ink74.xml"/><Relationship Id="rId32" Type="http://schemas.openxmlformats.org/officeDocument/2006/relationships/image" Target="../media/image181.png"/><Relationship Id="rId37" Type="http://schemas.openxmlformats.org/officeDocument/2006/relationships/customXml" Target="../ink/ink87.xml"/><Relationship Id="rId53" Type="http://schemas.openxmlformats.org/officeDocument/2006/relationships/customXml" Target="../ink/ink95.xml"/><Relationship Id="rId58" Type="http://schemas.openxmlformats.org/officeDocument/2006/relationships/image" Target="../media/image194.png"/><Relationship Id="rId74" Type="http://schemas.openxmlformats.org/officeDocument/2006/relationships/image" Target="../media/image202.png"/><Relationship Id="rId79" Type="http://schemas.openxmlformats.org/officeDocument/2006/relationships/customXml" Target="../ink/ink108.xml"/><Relationship Id="rId5" Type="http://schemas.openxmlformats.org/officeDocument/2006/relationships/image" Target="../media/image167.png"/><Relationship Id="rId90" Type="http://schemas.openxmlformats.org/officeDocument/2006/relationships/image" Target="../media/image210.png"/><Relationship Id="rId95" Type="http://schemas.openxmlformats.org/officeDocument/2006/relationships/customXml" Target="../ink/ink116.xml"/><Relationship Id="rId22" Type="http://schemas.openxmlformats.org/officeDocument/2006/relationships/image" Target="../media/image176.png"/><Relationship Id="rId27" Type="http://schemas.openxmlformats.org/officeDocument/2006/relationships/customXml" Target="../ink/ink82.xml"/><Relationship Id="rId43" Type="http://schemas.openxmlformats.org/officeDocument/2006/relationships/customXml" Target="../ink/ink90.xml"/><Relationship Id="rId48" Type="http://schemas.openxmlformats.org/officeDocument/2006/relationships/image" Target="../media/image189.png"/><Relationship Id="rId64" Type="http://schemas.openxmlformats.org/officeDocument/2006/relationships/image" Target="../media/image197.png"/><Relationship Id="rId69" Type="http://schemas.openxmlformats.org/officeDocument/2006/relationships/customXml" Target="../ink/ink103.xml"/><Relationship Id="rId80" Type="http://schemas.openxmlformats.org/officeDocument/2006/relationships/image" Target="../media/image205.png"/><Relationship Id="rId85" Type="http://schemas.openxmlformats.org/officeDocument/2006/relationships/customXml" Target="../ink/ink111.xml"/><Relationship Id="rId3" Type="http://schemas.openxmlformats.org/officeDocument/2006/relationships/image" Target="../media/image165.png"/><Relationship Id="rId12" Type="http://schemas.openxmlformats.org/officeDocument/2006/relationships/image" Target="../media/image171.png"/><Relationship Id="rId17" Type="http://schemas.openxmlformats.org/officeDocument/2006/relationships/customXml" Target="../ink/ink77.xml"/><Relationship Id="rId25" Type="http://schemas.openxmlformats.org/officeDocument/2006/relationships/customXml" Target="../ink/ink81.xml"/><Relationship Id="rId33" Type="http://schemas.openxmlformats.org/officeDocument/2006/relationships/customXml" Target="../ink/ink85.xml"/><Relationship Id="rId38" Type="http://schemas.openxmlformats.org/officeDocument/2006/relationships/image" Target="../media/image184.png"/><Relationship Id="rId46" Type="http://schemas.openxmlformats.org/officeDocument/2006/relationships/image" Target="../media/image188.png"/><Relationship Id="rId59" Type="http://schemas.openxmlformats.org/officeDocument/2006/relationships/customXml" Target="../ink/ink98.xml"/><Relationship Id="rId67" Type="http://schemas.openxmlformats.org/officeDocument/2006/relationships/customXml" Target="../ink/ink102.xml"/><Relationship Id="rId20" Type="http://schemas.openxmlformats.org/officeDocument/2006/relationships/image" Target="../media/image175.png"/><Relationship Id="rId41" Type="http://schemas.openxmlformats.org/officeDocument/2006/relationships/customXml" Target="../ink/ink89.xml"/><Relationship Id="rId54" Type="http://schemas.openxmlformats.org/officeDocument/2006/relationships/image" Target="../media/image192.png"/><Relationship Id="rId62" Type="http://schemas.openxmlformats.org/officeDocument/2006/relationships/image" Target="../media/image196.png"/><Relationship Id="rId70" Type="http://schemas.openxmlformats.org/officeDocument/2006/relationships/image" Target="../media/image200.png"/><Relationship Id="rId75" Type="http://schemas.openxmlformats.org/officeDocument/2006/relationships/customXml" Target="../ink/ink106.xml"/><Relationship Id="rId83" Type="http://schemas.openxmlformats.org/officeDocument/2006/relationships/customXml" Target="../ink/ink110.xml"/><Relationship Id="rId88" Type="http://schemas.openxmlformats.org/officeDocument/2006/relationships/image" Target="../media/image209.png"/><Relationship Id="rId91" Type="http://schemas.openxmlformats.org/officeDocument/2006/relationships/customXml" Target="../ink/ink114.xml"/><Relationship Id="rId96" Type="http://schemas.openxmlformats.org/officeDocument/2006/relationships/image" Target="../media/image213.png"/><Relationship Id="rId1" Type="http://schemas.openxmlformats.org/officeDocument/2006/relationships/slideLayout" Target="../slideLayouts/slideLayout2.xml"/><Relationship Id="rId6" Type="http://schemas.openxmlformats.org/officeDocument/2006/relationships/image" Target="../media/image168.png"/><Relationship Id="rId15" Type="http://schemas.openxmlformats.org/officeDocument/2006/relationships/customXml" Target="../ink/ink76.xml"/><Relationship Id="rId23" Type="http://schemas.openxmlformats.org/officeDocument/2006/relationships/customXml" Target="../ink/ink80.xml"/><Relationship Id="rId28" Type="http://schemas.openxmlformats.org/officeDocument/2006/relationships/image" Target="../media/image179.png"/><Relationship Id="rId36" Type="http://schemas.openxmlformats.org/officeDocument/2006/relationships/image" Target="../media/image183.png"/><Relationship Id="rId49" Type="http://schemas.openxmlformats.org/officeDocument/2006/relationships/customXml" Target="../ink/ink93.xml"/><Relationship Id="rId57" Type="http://schemas.openxmlformats.org/officeDocument/2006/relationships/customXml" Target="../ink/ink97.xml"/><Relationship Id="rId10" Type="http://schemas.openxmlformats.org/officeDocument/2006/relationships/image" Target="../media/image170.png"/><Relationship Id="rId31" Type="http://schemas.openxmlformats.org/officeDocument/2006/relationships/customXml" Target="../ink/ink84.xml"/><Relationship Id="rId44" Type="http://schemas.openxmlformats.org/officeDocument/2006/relationships/image" Target="../media/image187.png"/><Relationship Id="rId52" Type="http://schemas.openxmlformats.org/officeDocument/2006/relationships/image" Target="../media/image191.png"/><Relationship Id="rId60" Type="http://schemas.openxmlformats.org/officeDocument/2006/relationships/image" Target="../media/image195.png"/><Relationship Id="rId65" Type="http://schemas.openxmlformats.org/officeDocument/2006/relationships/customXml" Target="../ink/ink101.xml"/><Relationship Id="rId73" Type="http://schemas.openxmlformats.org/officeDocument/2006/relationships/customXml" Target="../ink/ink105.xml"/><Relationship Id="rId78" Type="http://schemas.openxmlformats.org/officeDocument/2006/relationships/image" Target="../media/image204.png"/><Relationship Id="rId81" Type="http://schemas.openxmlformats.org/officeDocument/2006/relationships/customXml" Target="../ink/ink109.xml"/><Relationship Id="rId86" Type="http://schemas.openxmlformats.org/officeDocument/2006/relationships/image" Target="../media/image208.png"/><Relationship Id="rId94" Type="http://schemas.openxmlformats.org/officeDocument/2006/relationships/image" Target="../media/image212.png"/><Relationship Id="rId99" Type="http://schemas.openxmlformats.org/officeDocument/2006/relationships/customXml" Target="../ink/ink118.xml"/><Relationship Id="rId4" Type="http://schemas.openxmlformats.org/officeDocument/2006/relationships/image" Target="../media/image166.png"/><Relationship Id="rId9" Type="http://schemas.openxmlformats.org/officeDocument/2006/relationships/customXml" Target="../ink/ink73.xml"/><Relationship Id="rId13" Type="http://schemas.openxmlformats.org/officeDocument/2006/relationships/customXml" Target="../ink/ink75.xml"/><Relationship Id="rId18" Type="http://schemas.openxmlformats.org/officeDocument/2006/relationships/image" Target="../media/image174.png"/><Relationship Id="rId39" Type="http://schemas.openxmlformats.org/officeDocument/2006/relationships/customXml" Target="../ink/ink88.xml"/><Relationship Id="rId34" Type="http://schemas.openxmlformats.org/officeDocument/2006/relationships/image" Target="../media/image182.png"/><Relationship Id="rId50" Type="http://schemas.openxmlformats.org/officeDocument/2006/relationships/image" Target="../media/image190.png"/><Relationship Id="rId55" Type="http://schemas.openxmlformats.org/officeDocument/2006/relationships/customXml" Target="../ink/ink96.xml"/><Relationship Id="rId76" Type="http://schemas.openxmlformats.org/officeDocument/2006/relationships/image" Target="../media/image203.png"/><Relationship Id="rId97" Type="http://schemas.openxmlformats.org/officeDocument/2006/relationships/customXml" Target="../ink/ink117.xml"/><Relationship Id="rId7" Type="http://schemas.openxmlformats.org/officeDocument/2006/relationships/customXml" Target="../ink/ink72.xml"/><Relationship Id="rId71" Type="http://schemas.openxmlformats.org/officeDocument/2006/relationships/customXml" Target="../ink/ink104.xml"/><Relationship Id="rId92" Type="http://schemas.openxmlformats.org/officeDocument/2006/relationships/image" Target="../media/image211.png"/><Relationship Id="rId2" Type="http://schemas.openxmlformats.org/officeDocument/2006/relationships/notesSlide" Target="../notesSlides/notesSlide25.xml"/><Relationship Id="rId29" Type="http://schemas.openxmlformats.org/officeDocument/2006/relationships/customXml" Target="../ink/ink83.xml"/><Relationship Id="rId24" Type="http://schemas.openxmlformats.org/officeDocument/2006/relationships/image" Target="../media/image177.png"/><Relationship Id="rId40" Type="http://schemas.openxmlformats.org/officeDocument/2006/relationships/image" Target="../media/image185.png"/><Relationship Id="rId45" Type="http://schemas.openxmlformats.org/officeDocument/2006/relationships/customXml" Target="../ink/ink91.xml"/><Relationship Id="rId66" Type="http://schemas.openxmlformats.org/officeDocument/2006/relationships/image" Target="../media/image198.png"/><Relationship Id="rId87" Type="http://schemas.openxmlformats.org/officeDocument/2006/relationships/customXml" Target="../ink/ink112.xml"/><Relationship Id="rId61" Type="http://schemas.openxmlformats.org/officeDocument/2006/relationships/customXml" Target="../ink/ink99.xml"/><Relationship Id="rId82" Type="http://schemas.openxmlformats.org/officeDocument/2006/relationships/image" Target="../media/image206.png"/><Relationship Id="rId19" Type="http://schemas.openxmlformats.org/officeDocument/2006/relationships/customXml" Target="../ink/ink78.xml"/><Relationship Id="rId14" Type="http://schemas.openxmlformats.org/officeDocument/2006/relationships/image" Target="../media/image172.png"/><Relationship Id="rId30" Type="http://schemas.openxmlformats.org/officeDocument/2006/relationships/image" Target="../media/image180.png"/><Relationship Id="rId35" Type="http://schemas.openxmlformats.org/officeDocument/2006/relationships/customXml" Target="../ink/ink86.xml"/><Relationship Id="rId56" Type="http://schemas.openxmlformats.org/officeDocument/2006/relationships/image" Target="../media/image193.png"/><Relationship Id="rId77" Type="http://schemas.openxmlformats.org/officeDocument/2006/relationships/customXml" Target="../ink/ink107.xml"/><Relationship Id="rId100" Type="http://schemas.openxmlformats.org/officeDocument/2006/relationships/image" Target="../media/image215.png"/><Relationship Id="rId8" Type="http://schemas.openxmlformats.org/officeDocument/2006/relationships/image" Target="../media/image169.png"/><Relationship Id="rId51" Type="http://schemas.openxmlformats.org/officeDocument/2006/relationships/customXml" Target="../ink/ink94.xml"/><Relationship Id="rId72" Type="http://schemas.openxmlformats.org/officeDocument/2006/relationships/image" Target="../media/image201.png"/><Relationship Id="rId93" Type="http://schemas.openxmlformats.org/officeDocument/2006/relationships/customXml" Target="../ink/ink115.xml"/><Relationship Id="rId98" Type="http://schemas.openxmlformats.org/officeDocument/2006/relationships/image" Target="../media/image214.png"/></Relationships>
</file>

<file path=ppt/slides/_rels/slide48.xml.rels><?xml version="1.0" encoding="UTF-8" standalone="yes"?>
<Relationships xmlns="http://schemas.openxmlformats.org/package/2006/relationships"><Relationship Id="rId26" Type="http://schemas.openxmlformats.org/officeDocument/2006/relationships/image" Target="../media/image226.png"/><Relationship Id="rId21" Type="http://schemas.openxmlformats.org/officeDocument/2006/relationships/customXml" Target="../ink/ink128.xml"/><Relationship Id="rId42" Type="http://schemas.openxmlformats.org/officeDocument/2006/relationships/image" Target="../media/image232.png"/><Relationship Id="rId47" Type="http://schemas.openxmlformats.org/officeDocument/2006/relationships/customXml" Target="../ink/ink141.xml"/><Relationship Id="rId63" Type="http://schemas.openxmlformats.org/officeDocument/2006/relationships/customXml" Target="../ink/ink149.xml"/><Relationship Id="rId68" Type="http://schemas.openxmlformats.org/officeDocument/2006/relationships/image" Target="../media/image245.png"/><Relationship Id="rId84" Type="http://schemas.openxmlformats.org/officeDocument/2006/relationships/image" Target="../media/image253.png"/><Relationship Id="rId16" Type="http://schemas.openxmlformats.org/officeDocument/2006/relationships/image" Target="../media/image221.png"/><Relationship Id="rId11" Type="http://schemas.openxmlformats.org/officeDocument/2006/relationships/customXml" Target="../ink/ink123.xml"/><Relationship Id="rId32" Type="http://schemas.openxmlformats.org/officeDocument/2006/relationships/image" Target="../media/image229.png"/><Relationship Id="rId37" Type="http://schemas.openxmlformats.org/officeDocument/2006/relationships/customXml" Target="../ink/ink136.xml"/><Relationship Id="rId53" Type="http://schemas.openxmlformats.org/officeDocument/2006/relationships/customXml" Target="../ink/ink144.xml"/><Relationship Id="rId58" Type="http://schemas.openxmlformats.org/officeDocument/2006/relationships/image" Target="../media/image240.png"/><Relationship Id="rId74" Type="http://schemas.openxmlformats.org/officeDocument/2006/relationships/image" Target="../media/image248.png"/><Relationship Id="rId79" Type="http://schemas.openxmlformats.org/officeDocument/2006/relationships/customXml" Target="../ink/ink157.xml"/><Relationship Id="rId5" Type="http://schemas.openxmlformats.org/officeDocument/2006/relationships/customXml" Target="../ink/ink120.xml"/><Relationship Id="rId61" Type="http://schemas.openxmlformats.org/officeDocument/2006/relationships/customXml" Target="../ink/ink148.xml"/><Relationship Id="rId82" Type="http://schemas.openxmlformats.org/officeDocument/2006/relationships/image" Target="../media/image252.png"/><Relationship Id="rId19" Type="http://schemas.openxmlformats.org/officeDocument/2006/relationships/customXml" Target="../ink/ink127.xml"/><Relationship Id="rId14" Type="http://schemas.openxmlformats.org/officeDocument/2006/relationships/image" Target="../media/image220.png"/><Relationship Id="rId22" Type="http://schemas.openxmlformats.org/officeDocument/2006/relationships/image" Target="../media/image224.png"/><Relationship Id="rId27" Type="http://schemas.openxmlformats.org/officeDocument/2006/relationships/customXml" Target="../ink/ink131.xml"/><Relationship Id="rId30" Type="http://schemas.openxmlformats.org/officeDocument/2006/relationships/image" Target="../media/image228.png"/><Relationship Id="rId35" Type="http://schemas.openxmlformats.org/officeDocument/2006/relationships/customXml" Target="../ink/ink135.xml"/><Relationship Id="rId43" Type="http://schemas.openxmlformats.org/officeDocument/2006/relationships/customXml" Target="../ink/ink139.xml"/><Relationship Id="rId48" Type="http://schemas.openxmlformats.org/officeDocument/2006/relationships/image" Target="../media/image235.png"/><Relationship Id="rId56" Type="http://schemas.openxmlformats.org/officeDocument/2006/relationships/image" Target="../media/image239.png"/><Relationship Id="rId64" Type="http://schemas.openxmlformats.org/officeDocument/2006/relationships/image" Target="../media/image243.png"/><Relationship Id="rId69" Type="http://schemas.openxmlformats.org/officeDocument/2006/relationships/customXml" Target="../ink/ink152.xml"/><Relationship Id="rId77" Type="http://schemas.openxmlformats.org/officeDocument/2006/relationships/customXml" Target="../ink/ink156.xml"/><Relationship Id="rId8" Type="http://schemas.openxmlformats.org/officeDocument/2006/relationships/image" Target="../media/image218.png"/><Relationship Id="rId51" Type="http://schemas.openxmlformats.org/officeDocument/2006/relationships/customXml" Target="../ink/ink143.xml"/><Relationship Id="rId72" Type="http://schemas.openxmlformats.org/officeDocument/2006/relationships/image" Target="../media/image247.png"/><Relationship Id="rId80" Type="http://schemas.openxmlformats.org/officeDocument/2006/relationships/image" Target="../media/image251.png"/><Relationship Id="rId3" Type="http://schemas.openxmlformats.org/officeDocument/2006/relationships/customXml" Target="../ink/ink119.xml"/><Relationship Id="rId12" Type="http://schemas.openxmlformats.org/officeDocument/2006/relationships/image" Target="../media/image197.png"/><Relationship Id="rId17" Type="http://schemas.openxmlformats.org/officeDocument/2006/relationships/customXml" Target="../ink/ink126.xml"/><Relationship Id="rId25" Type="http://schemas.openxmlformats.org/officeDocument/2006/relationships/customXml" Target="../ink/ink130.xml"/><Relationship Id="rId33" Type="http://schemas.openxmlformats.org/officeDocument/2006/relationships/customXml" Target="../ink/ink134.xml"/><Relationship Id="rId38" Type="http://schemas.openxmlformats.org/officeDocument/2006/relationships/image" Target="../media/image185.png"/><Relationship Id="rId46" Type="http://schemas.openxmlformats.org/officeDocument/2006/relationships/image" Target="../media/image234.png"/><Relationship Id="rId59" Type="http://schemas.openxmlformats.org/officeDocument/2006/relationships/customXml" Target="../ink/ink147.xml"/><Relationship Id="rId67" Type="http://schemas.openxmlformats.org/officeDocument/2006/relationships/customXml" Target="../ink/ink151.xml"/><Relationship Id="rId20" Type="http://schemas.openxmlformats.org/officeDocument/2006/relationships/image" Target="../media/image223.png"/><Relationship Id="rId41" Type="http://schemas.openxmlformats.org/officeDocument/2006/relationships/customXml" Target="../ink/ink138.xml"/><Relationship Id="rId54" Type="http://schemas.openxmlformats.org/officeDocument/2006/relationships/image" Target="../media/image238.png"/><Relationship Id="rId62" Type="http://schemas.openxmlformats.org/officeDocument/2006/relationships/image" Target="../media/image242.png"/><Relationship Id="rId70" Type="http://schemas.openxmlformats.org/officeDocument/2006/relationships/image" Target="../media/image246.png"/><Relationship Id="rId75" Type="http://schemas.openxmlformats.org/officeDocument/2006/relationships/customXml" Target="../ink/ink155.xml"/><Relationship Id="rId83" Type="http://schemas.openxmlformats.org/officeDocument/2006/relationships/customXml" Target="../ink/ink159.xml"/><Relationship Id="rId1" Type="http://schemas.openxmlformats.org/officeDocument/2006/relationships/slideLayout" Target="../slideLayouts/slideLayout2.xml"/><Relationship Id="rId6" Type="http://schemas.openxmlformats.org/officeDocument/2006/relationships/image" Target="../media/image217.png"/><Relationship Id="rId15" Type="http://schemas.openxmlformats.org/officeDocument/2006/relationships/customXml" Target="../ink/ink125.xml"/><Relationship Id="rId23" Type="http://schemas.openxmlformats.org/officeDocument/2006/relationships/customXml" Target="../ink/ink129.xml"/><Relationship Id="rId28" Type="http://schemas.openxmlformats.org/officeDocument/2006/relationships/image" Target="../media/image227.png"/><Relationship Id="rId36" Type="http://schemas.openxmlformats.org/officeDocument/2006/relationships/image" Target="../media/image231.png"/><Relationship Id="rId49" Type="http://schemas.openxmlformats.org/officeDocument/2006/relationships/customXml" Target="../ink/ink142.xml"/><Relationship Id="rId57" Type="http://schemas.openxmlformats.org/officeDocument/2006/relationships/customXml" Target="../ink/ink146.xml"/><Relationship Id="rId10" Type="http://schemas.openxmlformats.org/officeDocument/2006/relationships/image" Target="../media/image219.png"/><Relationship Id="rId31" Type="http://schemas.openxmlformats.org/officeDocument/2006/relationships/customXml" Target="../ink/ink133.xml"/><Relationship Id="rId44" Type="http://schemas.openxmlformats.org/officeDocument/2006/relationships/image" Target="../media/image233.png"/><Relationship Id="rId52" Type="http://schemas.openxmlformats.org/officeDocument/2006/relationships/image" Target="../media/image237.png"/><Relationship Id="rId60" Type="http://schemas.openxmlformats.org/officeDocument/2006/relationships/image" Target="../media/image241.png"/><Relationship Id="rId65" Type="http://schemas.openxmlformats.org/officeDocument/2006/relationships/customXml" Target="../ink/ink150.xml"/><Relationship Id="rId73" Type="http://schemas.openxmlformats.org/officeDocument/2006/relationships/customXml" Target="../ink/ink154.xml"/><Relationship Id="rId78" Type="http://schemas.openxmlformats.org/officeDocument/2006/relationships/image" Target="../media/image250.png"/><Relationship Id="rId81" Type="http://schemas.openxmlformats.org/officeDocument/2006/relationships/customXml" Target="../ink/ink158.xml"/><Relationship Id="rId4" Type="http://schemas.openxmlformats.org/officeDocument/2006/relationships/image" Target="../media/image216.png"/><Relationship Id="rId9" Type="http://schemas.openxmlformats.org/officeDocument/2006/relationships/customXml" Target="../ink/ink122.xml"/><Relationship Id="rId13" Type="http://schemas.openxmlformats.org/officeDocument/2006/relationships/customXml" Target="../ink/ink124.xml"/><Relationship Id="rId18" Type="http://schemas.openxmlformats.org/officeDocument/2006/relationships/image" Target="../media/image222.png"/><Relationship Id="rId39" Type="http://schemas.openxmlformats.org/officeDocument/2006/relationships/customXml" Target="../ink/ink137.xml"/><Relationship Id="rId34" Type="http://schemas.openxmlformats.org/officeDocument/2006/relationships/image" Target="../media/image230.png"/><Relationship Id="rId50" Type="http://schemas.openxmlformats.org/officeDocument/2006/relationships/image" Target="../media/image236.png"/><Relationship Id="rId55" Type="http://schemas.openxmlformats.org/officeDocument/2006/relationships/customXml" Target="../ink/ink145.xml"/><Relationship Id="rId76" Type="http://schemas.openxmlformats.org/officeDocument/2006/relationships/image" Target="../media/image249.png"/><Relationship Id="rId7" Type="http://schemas.openxmlformats.org/officeDocument/2006/relationships/customXml" Target="../ink/ink121.xml"/><Relationship Id="rId71" Type="http://schemas.openxmlformats.org/officeDocument/2006/relationships/customXml" Target="../ink/ink153.xml"/><Relationship Id="rId2" Type="http://schemas.openxmlformats.org/officeDocument/2006/relationships/notesSlide" Target="../notesSlides/notesSlide26.xml"/><Relationship Id="rId29" Type="http://schemas.openxmlformats.org/officeDocument/2006/relationships/customXml" Target="../ink/ink132.xml"/><Relationship Id="rId24" Type="http://schemas.openxmlformats.org/officeDocument/2006/relationships/image" Target="../media/image225.png"/><Relationship Id="rId40" Type="http://schemas.openxmlformats.org/officeDocument/2006/relationships/image" Target="../media/image175.png"/><Relationship Id="rId45" Type="http://schemas.openxmlformats.org/officeDocument/2006/relationships/customXml" Target="../ink/ink140.xml"/><Relationship Id="rId66" Type="http://schemas.openxmlformats.org/officeDocument/2006/relationships/image" Target="../media/image24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3">
            <a:extLst>
              <a:ext uri="{FF2B5EF4-FFF2-40B4-BE49-F238E27FC236}">
                <a16:creationId xmlns:a16="http://schemas.microsoft.com/office/drawing/2014/main" id="{58AE013F-A0B5-008A-5796-B42573486DB5}"/>
              </a:ext>
            </a:extLst>
          </p:cNvPr>
          <p:cNvPicPr>
            <a:picLocks noChangeAspect="1"/>
          </p:cNvPicPr>
          <p:nvPr/>
        </p:nvPicPr>
        <p:blipFill>
          <a:blip r:embed="rId2"/>
          <a:srcRect t="1108" r="-1"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8014A37-0D64-B013-9F17-D67D7DC5C7A3}"/>
              </a:ext>
            </a:extLst>
          </p:cNvPr>
          <p:cNvSpPr>
            <a:spLocks noGrp="1"/>
          </p:cNvSpPr>
          <p:nvPr>
            <p:ph type="ctrTitle"/>
          </p:nvPr>
        </p:nvSpPr>
        <p:spPr>
          <a:xfrm>
            <a:off x="477981" y="1122363"/>
            <a:ext cx="4023360" cy="3204134"/>
          </a:xfrm>
        </p:spPr>
        <p:txBody>
          <a:bodyPr anchor="b">
            <a:normAutofit/>
          </a:bodyPr>
          <a:lstStyle/>
          <a:p>
            <a:r>
              <a:rPr lang="es-ES_tradnl" sz="4800">
                <a:solidFill>
                  <a:schemeClr val="bg1"/>
                </a:solidFill>
              </a:rPr>
              <a:t>Machine Learning</a:t>
            </a:r>
          </a:p>
        </p:txBody>
      </p:sp>
      <p:sp>
        <p:nvSpPr>
          <p:cNvPr id="3" name="Subtítulo 2">
            <a:extLst>
              <a:ext uri="{FF2B5EF4-FFF2-40B4-BE49-F238E27FC236}">
                <a16:creationId xmlns:a16="http://schemas.microsoft.com/office/drawing/2014/main" id="{452F00BD-562F-4E06-6729-683773393B7D}"/>
              </a:ext>
            </a:extLst>
          </p:cNvPr>
          <p:cNvSpPr>
            <a:spLocks noGrp="1"/>
          </p:cNvSpPr>
          <p:nvPr>
            <p:ph type="subTitle" idx="1"/>
          </p:nvPr>
        </p:nvSpPr>
        <p:spPr>
          <a:xfrm>
            <a:off x="477980" y="4872922"/>
            <a:ext cx="4023359" cy="1208141"/>
          </a:xfrm>
        </p:spPr>
        <p:txBody>
          <a:bodyPr>
            <a:normAutofit/>
          </a:bodyPr>
          <a:lstStyle/>
          <a:p>
            <a:r>
              <a:rPr lang="es-ES_tradnl" sz="2000" dirty="0">
                <a:solidFill>
                  <a:schemeClr val="bg1"/>
                </a:solidFill>
              </a:rPr>
              <a:t>Inteligencia Artificial</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1236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0">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D479FDF-85F7-F514-6201-76C4118EEFF9}"/>
              </a:ext>
            </a:extLst>
          </p:cNvPr>
          <p:cNvSpPr>
            <a:spLocks noGrp="1"/>
          </p:cNvSpPr>
          <p:nvPr>
            <p:ph type="title"/>
          </p:nvPr>
        </p:nvSpPr>
        <p:spPr>
          <a:xfrm>
            <a:off x="5099266" y="1734545"/>
            <a:ext cx="6272784" cy="799557"/>
          </a:xfrm>
        </p:spPr>
        <p:txBody>
          <a:bodyPr anchor="b">
            <a:normAutofit fontScale="90000"/>
          </a:bodyPr>
          <a:lstStyle/>
          <a:p>
            <a:r>
              <a:rPr lang="es-ES_tradnl" sz="5200" dirty="0"/>
              <a:t>¿Qué es el Machine </a:t>
            </a:r>
            <a:r>
              <a:rPr lang="es-ES_tradnl" sz="5200" dirty="0" err="1"/>
              <a:t>Learning</a:t>
            </a:r>
            <a:r>
              <a:rPr lang="es-ES_tradnl" sz="5200" dirty="0"/>
              <a:t>?</a:t>
            </a:r>
          </a:p>
        </p:txBody>
      </p:sp>
      <p:pic>
        <p:nvPicPr>
          <p:cNvPr id="1026" name="Picture 2" descr="Qué es el machine learning y que usos tiene? | Repsol">
            <a:extLst>
              <a:ext uri="{FF2B5EF4-FFF2-40B4-BE49-F238E27FC236}">
                <a16:creationId xmlns:a16="http://schemas.microsoft.com/office/drawing/2014/main" id="{19E5DADE-085E-A9F3-B919-7F13C2C2D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938" r="22854" b="1"/>
          <a:stretch/>
        </p:blipFill>
        <p:spPr bwMode="auto">
          <a:xfrm>
            <a:off x="20" y="10"/>
            <a:ext cx="4505305"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8"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9" name="Rectangle 103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FE5C9EAD-D7F0-209B-2D07-4F07B921586F}"/>
              </a:ext>
            </a:extLst>
          </p:cNvPr>
          <p:cNvSpPr>
            <a:spLocks noGrp="1"/>
          </p:cNvSpPr>
          <p:nvPr>
            <p:ph idx="1"/>
          </p:nvPr>
        </p:nvSpPr>
        <p:spPr>
          <a:xfrm>
            <a:off x="5044402" y="2934434"/>
            <a:ext cx="6272784" cy="2782115"/>
          </a:xfrm>
        </p:spPr>
        <p:txBody>
          <a:bodyPr>
            <a:normAutofit/>
          </a:bodyPr>
          <a:lstStyle/>
          <a:p>
            <a:pPr>
              <a:lnSpc>
                <a:spcPct val="100000"/>
              </a:lnSpc>
            </a:pPr>
            <a:r>
              <a:rPr lang="es-MX" sz="1800" b="0" i="0" u="none" strike="noStrike" dirty="0">
                <a:effectLst/>
                <a:latin typeface="-webkit-standard"/>
              </a:rPr>
              <a:t>El </a:t>
            </a:r>
            <a:r>
              <a:rPr lang="es-MX" sz="1800" b="0" i="1" u="none" strike="noStrike" dirty="0">
                <a:effectLst/>
              </a:rPr>
              <a:t>machine learning</a:t>
            </a:r>
            <a:r>
              <a:rPr lang="es-MX" sz="1800" b="0" i="0" u="none" strike="noStrike" dirty="0">
                <a:effectLst/>
                <a:latin typeface="-webkit-standard"/>
              </a:rPr>
              <a:t> o aprendizaje automático es una rama de la inteligencia artificial (IA) que permite a las máquinas aprender y mejorar su desempeño en tareas específicas a través de la experiencia, sin ser programadas explícitamente para cada tarea. </a:t>
            </a:r>
          </a:p>
          <a:p>
            <a:pPr>
              <a:lnSpc>
                <a:spcPct val="100000"/>
              </a:lnSpc>
            </a:pPr>
            <a:r>
              <a:rPr lang="es-MX" sz="1800" b="0" i="0" u="none" strike="noStrike" dirty="0">
                <a:effectLst/>
                <a:latin typeface="-webkit-standard"/>
              </a:rPr>
              <a:t>En lugar de seguir instrucciones predefinidas, los algoritmos de </a:t>
            </a:r>
            <a:r>
              <a:rPr lang="es-MX" sz="1800" b="0" i="1" u="none" strike="noStrike" dirty="0">
                <a:effectLst/>
              </a:rPr>
              <a:t>machine learning</a:t>
            </a:r>
            <a:r>
              <a:rPr lang="es-MX" sz="1800" b="0" i="0" u="none" strike="noStrike" dirty="0">
                <a:effectLst/>
                <a:latin typeface="-webkit-standard"/>
              </a:rPr>
              <a:t> identifican patrones y relaciones en grandes conjuntos de datos para hacer predicciones o tomar decisiones.</a:t>
            </a:r>
          </a:p>
        </p:txBody>
      </p:sp>
    </p:spTree>
    <p:extLst>
      <p:ext uri="{BB962C8B-B14F-4D97-AF65-F5344CB8AC3E}">
        <p14:creationId xmlns:p14="http://schemas.microsoft.com/office/powerpoint/2010/main" val="72785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251C61-1502-547E-7777-6F01DEE37833}"/>
              </a:ext>
            </a:extLst>
          </p:cNvPr>
          <p:cNvSpPr>
            <a:spLocks noGrp="1"/>
          </p:cNvSpPr>
          <p:nvPr>
            <p:ph type="title"/>
          </p:nvPr>
        </p:nvSpPr>
        <p:spPr/>
        <p:txBody>
          <a:bodyPr/>
          <a:lstStyle/>
          <a:p>
            <a:r>
              <a:rPr lang="es-ES_tradnl" dirty="0"/>
              <a:t>Definición</a:t>
            </a:r>
          </a:p>
        </p:txBody>
      </p:sp>
      <p:sp>
        <p:nvSpPr>
          <p:cNvPr id="3" name="Marcador de contenido 2">
            <a:extLst>
              <a:ext uri="{FF2B5EF4-FFF2-40B4-BE49-F238E27FC236}">
                <a16:creationId xmlns:a16="http://schemas.microsoft.com/office/drawing/2014/main" id="{4851C044-DD71-33B1-878D-152794374BD1}"/>
              </a:ext>
            </a:extLst>
          </p:cNvPr>
          <p:cNvSpPr>
            <a:spLocks noGrp="1"/>
          </p:cNvSpPr>
          <p:nvPr>
            <p:ph idx="1"/>
          </p:nvPr>
        </p:nvSpPr>
        <p:spPr>
          <a:xfrm>
            <a:off x="1011936" y="1454767"/>
            <a:ext cx="10168128" cy="2126633"/>
          </a:xfrm>
        </p:spPr>
        <p:txBody>
          <a:bodyPr>
            <a:normAutofit/>
          </a:bodyPr>
          <a:lstStyle/>
          <a:p>
            <a:r>
              <a:rPr lang="es-ES_tradnl" sz="2000" i="1" dirty="0">
                <a:latin typeface="-webkit-standard"/>
              </a:rPr>
              <a:t>“El aprendizaje automático es un subdominio de la IA que proporciona a los sistemas la capacidad de aprender y mejorar automáticamente a partir de la experiencia </a:t>
            </a:r>
            <a:r>
              <a:rPr lang="es-ES_tradnl" sz="2000" b="1" i="1" dirty="0">
                <a:latin typeface="-webkit-standard"/>
              </a:rPr>
              <a:t>sin ser programados explícitamente</a:t>
            </a:r>
            <a:r>
              <a:rPr lang="es-ES_tradnl" sz="2000" i="1" dirty="0">
                <a:latin typeface="-webkit-standard"/>
              </a:rPr>
              <a:t>. Se basa en la hipótesis subyacente de </a:t>
            </a:r>
            <a:r>
              <a:rPr lang="es-ES_tradnl" sz="2000" b="1" i="1" dirty="0">
                <a:latin typeface="-webkit-standard"/>
              </a:rPr>
              <a:t>crear el modelo </a:t>
            </a:r>
            <a:r>
              <a:rPr lang="es-ES_tradnl" sz="2000" i="1" dirty="0">
                <a:latin typeface="-webkit-standard"/>
              </a:rPr>
              <a:t>y tratar de </a:t>
            </a:r>
            <a:r>
              <a:rPr lang="es-ES_tradnl" sz="2000" b="1" i="1" dirty="0">
                <a:latin typeface="-webkit-standard"/>
              </a:rPr>
              <a:t>mejorarlo ajustando más datos en el modelo </a:t>
            </a:r>
            <a:r>
              <a:rPr lang="es-ES_tradnl" sz="2000" i="1" dirty="0">
                <a:latin typeface="-webkit-standard"/>
              </a:rPr>
              <a:t>a lo largo del tiempo”</a:t>
            </a:r>
            <a:r>
              <a:rPr lang="es-ES_tradnl" sz="2000" i="1" baseline="30000" dirty="0">
                <a:latin typeface="-webkit-standard"/>
              </a:rPr>
              <a:t>1</a:t>
            </a:r>
            <a:endParaRPr lang="es-ES_tradnl" sz="2000" i="1" dirty="0">
              <a:latin typeface="-webkit-standard"/>
            </a:endParaRPr>
          </a:p>
        </p:txBody>
      </p:sp>
      <p:sp>
        <p:nvSpPr>
          <p:cNvPr id="4" name="CuadroTexto 3">
            <a:extLst>
              <a:ext uri="{FF2B5EF4-FFF2-40B4-BE49-F238E27FC236}">
                <a16:creationId xmlns:a16="http://schemas.microsoft.com/office/drawing/2014/main" id="{5F45A6CF-88C0-C634-D139-BE416AD0338F}"/>
              </a:ext>
            </a:extLst>
          </p:cNvPr>
          <p:cNvSpPr txBox="1"/>
          <p:nvPr/>
        </p:nvSpPr>
        <p:spPr>
          <a:xfrm>
            <a:off x="256372" y="6084166"/>
            <a:ext cx="11886520" cy="646331"/>
          </a:xfrm>
          <a:prstGeom prst="rect">
            <a:avLst/>
          </a:prstGeom>
          <a:noFill/>
        </p:spPr>
        <p:txBody>
          <a:bodyPr wrap="square" rtlCol="0">
            <a:spAutoFit/>
          </a:bodyPr>
          <a:lstStyle/>
          <a:p>
            <a:r>
              <a:rPr lang="es-ES_tradnl" sz="1200" i="1" dirty="0"/>
              <a:t>[1] La definición de “sin estar explícitamente programado” a menudo se atribuye a  Arthur Samuel, quien acuño el término “aprendizaje automático” en 1959. Pero la frase no se encuentra literalmente en esta publicación y pude ser una paráfrasis. </a:t>
            </a:r>
            <a:r>
              <a:rPr lang="es-ES_tradnl" sz="1200" i="1" dirty="0" err="1"/>
              <a:t>Koza</a:t>
            </a:r>
            <a:r>
              <a:rPr lang="es-ES_tradnl" sz="1200" i="1" dirty="0"/>
              <a:t> R., Bennet F., </a:t>
            </a:r>
            <a:r>
              <a:rPr lang="es-ES_tradnl" sz="1200" i="1" dirty="0" err="1"/>
              <a:t>Keane</a:t>
            </a:r>
            <a:r>
              <a:rPr lang="es-ES_tradnl" sz="1200" i="1" dirty="0"/>
              <a:t> M. (1996) Diseño automatizado de la topología y el dimensionamiento de los circuitos eléctricos analógicos mediante programación genética. Inteligencia Artificial en Diseño. Springer, </a:t>
            </a:r>
            <a:r>
              <a:rPr lang="es-ES_tradnl" sz="1200" i="1" dirty="0" err="1"/>
              <a:t>Dordrecht</a:t>
            </a:r>
            <a:r>
              <a:rPr lang="es-ES_tradnl" sz="1200" i="1" dirty="0"/>
              <a:t>. </a:t>
            </a:r>
          </a:p>
        </p:txBody>
      </p:sp>
      <p:sp>
        <p:nvSpPr>
          <p:cNvPr id="6" name="Rectángulo 5">
            <a:extLst>
              <a:ext uri="{FF2B5EF4-FFF2-40B4-BE49-F238E27FC236}">
                <a16:creationId xmlns:a16="http://schemas.microsoft.com/office/drawing/2014/main" id="{A71EA66C-F1BF-4D15-06B6-909B4C49F5A2}"/>
              </a:ext>
            </a:extLst>
          </p:cNvPr>
          <p:cNvSpPr/>
          <p:nvPr/>
        </p:nvSpPr>
        <p:spPr>
          <a:xfrm>
            <a:off x="4969546" y="3245825"/>
            <a:ext cx="1839686" cy="67491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Modelo</a:t>
            </a:r>
          </a:p>
        </p:txBody>
      </p:sp>
      <p:sp>
        <p:nvSpPr>
          <p:cNvPr id="8" name="CuadroTexto 7">
            <a:extLst>
              <a:ext uri="{FF2B5EF4-FFF2-40B4-BE49-F238E27FC236}">
                <a16:creationId xmlns:a16="http://schemas.microsoft.com/office/drawing/2014/main" id="{4B3EA2D1-AF66-7108-C59B-3807EE4E0060}"/>
              </a:ext>
            </a:extLst>
          </p:cNvPr>
          <p:cNvSpPr txBox="1"/>
          <p:nvPr/>
        </p:nvSpPr>
        <p:spPr>
          <a:xfrm>
            <a:off x="3080656" y="3396734"/>
            <a:ext cx="903515" cy="369332"/>
          </a:xfrm>
          <a:prstGeom prst="rect">
            <a:avLst/>
          </a:prstGeom>
          <a:noFill/>
        </p:spPr>
        <p:txBody>
          <a:bodyPr wrap="square" rtlCol="0">
            <a:spAutoFit/>
          </a:bodyPr>
          <a:lstStyle/>
          <a:p>
            <a:pPr algn="ctr"/>
            <a:r>
              <a:rPr lang="es-ES_tradnl" dirty="0"/>
              <a:t>Datos</a:t>
            </a:r>
          </a:p>
        </p:txBody>
      </p:sp>
      <p:sp>
        <p:nvSpPr>
          <p:cNvPr id="9" name="CuadroTexto 8">
            <a:extLst>
              <a:ext uri="{FF2B5EF4-FFF2-40B4-BE49-F238E27FC236}">
                <a16:creationId xmlns:a16="http://schemas.microsoft.com/office/drawing/2014/main" id="{D59F4AC8-A023-226F-65E5-37E48FEE692C}"/>
              </a:ext>
            </a:extLst>
          </p:cNvPr>
          <p:cNvSpPr txBox="1"/>
          <p:nvPr/>
        </p:nvSpPr>
        <p:spPr>
          <a:xfrm>
            <a:off x="7794607" y="3395737"/>
            <a:ext cx="1839686" cy="369332"/>
          </a:xfrm>
          <a:prstGeom prst="rect">
            <a:avLst/>
          </a:prstGeom>
          <a:noFill/>
        </p:spPr>
        <p:txBody>
          <a:bodyPr wrap="square" rtlCol="0">
            <a:spAutoFit/>
          </a:bodyPr>
          <a:lstStyle/>
          <a:p>
            <a:pPr algn="ctr"/>
            <a:r>
              <a:rPr lang="es-ES_tradnl" dirty="0"/>
              <a:t>Predicciones</a:t>
            </a:r>
          </a:p>
        </p:txBody>
      </p:sp>
      <p:cxnSp>
        <p:nvCxnSpPr>
          <p:cNvPr id="11" name="Conector recto de flecha 10">
            <a:extLst>
              <a:ext uri="{FF2B5EF4-FFF2-40B4-BE49-F238E27FC236}">
                <a16:creationId xmlns:a16="http://schemas.microsoft.com/office/drawing/2014/main" id="{6B548F30-314A-5900-D2F4-3F8F4EE724D2}"/>
              </a:ext>
            </a:extLst>
          </p:cNvPr>
          <p:cNvCxnSpPr>
            <a:stCxn id="8" idx="3"/>
            <a:endCxn id="6" idx="1"/>
          </p:cNvCxnSpPr>
          <p:nvPr/>
        </p:nvCxnSpPr>
        <p:spPr>
          <a:xfrm>
            <a:off x="3984171" y="3581400"/>
            <a:ext cx="985375" cy="18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ector recto de flecha 12">
            <a:extLst>
              <a:ext uri="{FF2B5EF4-FFF2-40B4-BE49-F238E27FC236}">
                <a16:creationId xmlns:a16="http://schemas.microsoft.com/office/drawing/2014/main" id="{C7991EF0-7BBB-077E-46FD-9122E99DAFD8}"/>
              </a:ext>
            </a:extLst>
          </p:cNvPr>
          <p:cNvCxnSpPr>
            <a:stCxn id="6" idx="3"/>
            <a:endCxn id="9" idx="1"/>
          </p:cNvCxnSpPr>
          <p:nvPr/>
        </p:nvCxnSpPr>
        <p:spPr>
          <a:xfrm flipV="1">
            <a:off x="6809232" y="3580403"/>
            <a:ext cx="985375" cy="28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9022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D366C-05D5-5416-8779-6D1E3DB194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7FAB7F-5742-69C6-0BAE-C8DB784F0526}"/>
              </a:ext>
            </a:extLst>
          </p:cNvPr>
          <p:cNvSpPr>
            <a:spLocks noGrp="1"/>
          </p:cNvSpPr>
          <p:nvPr>
            <p:ph type="title"/>
          </p:nvPr>
        </p:nvSpPr>
        <p:spPr/>
        <p:txBody>
          <a:bodyPr/>
          <a:lstStyle/>
          <a:p>
            <a:r>
              <a:rPr lang="es-ES_tradnl" dirty="0"/>
              <a:t>Conceptos clave</a:t>
            </a:r>
          </a:p>
        </p:txBody>
      </p:sp>
      <p:sp>
        <p:nvSpPr>
          <p:cNvPr id="3" name="Marcador de contenido 2">
            <a:extLst>
              <a:ext uri="{FF2B5EF4-FFF2-40B4-BE49-F238E27FC236}">
                <a16:creationId xmlns:a16="http://schemas.microsoft.com/office/drawing/2014/main" id="{7AF1C597-A5F9-1971-D73A-FA6585A422E5}"/>
              </a:ext>
            </a:extLst>
          </p:cNvPr>
          <p:cNvSpPr>
            <a:spLocks noGrp="1"/>
          </p:cNvSpPr>
          <p:nvPr>
            <p:ph idx="1"/>
          </p:nvPr>
        </p:nvSpPr>
        <p:spPr>
          <a:xfrm>
            <a:off x="1115568" y="1728216"/>
            <a:ext cx="8311461" cy="4443984"/>
          </a:xfrm>
        </p:spPr>
        <p:txBody>
          <a:bodyPr>
            <a:normAutofit lnSpcReduction="10000"/>
          </a:bodyPr>
          <a:lstStyle/>
          <a:p>
            <a:r>
              <a:rPr lang="es-MX" b="1" dirty="0"/>
              <a:t>Algoritmos</a:t>
            </a:r>
            <a:r>
              <a:rPr lang="es-MX" dirty="0"/>
              <a:t>: Los algoritmos de </a:t>
            </a:r>
            <a:r>
              <a:rPr lang="es-MX" i="1" dirty="0"/>
              <a:t>machine learning</a:t>
            </a:r>
            <a:r>
              <a:rPr lang="es-MX" dirty="0"/>
              <a:t> se usan para identificar patrones en los datos. Algunos ejemplos son regresión lineal, árboles de decisión, redes neuronales, entre otros.</a:t>
            </a:r>
          </a:p>
          <a:p>
            <a:r>
              <a:rPr lang="es-MX" b="1" dirty="0"/>
              <a:t>Entrenamiento</a:t>
            </a:r>
            <a:r>
              <a:rPr lang="es-MX" dirty="0"/>
              <a:t>: El proceso de entrenamiento implica alimentar al algoritmo con un conjunto de datos (datos de entrenamiento) para que aprenda y ajuste sus parámetros.</a:t>
            </a:r>
          </a:p>
          <a:p>
            <a:r>
              <a:rPr lang="es-MX" b="1" dirty="0"/>
              <a:t>Predicción</a:t>
            </a:r>
            <a:r>
              <a:rPr lang="es-MX" dirty="0"/>
              <a:t>: Una vez entrenado, el modelo se puede usar para hacer predicciones o tomar decisiones sobre nuevos datos.</a:t>
            </a:r>
            <a:endParaRPr lang="es-ES_tradnl" dirty="0"/>
          </a:p>
        </p:txBody>
      </p:sp>
    </p:spTree>
    <p:extLst>
      <p:ext uri="{BB962C8B-B14F-4D97-AF65-F5344CB8AC3E}">
        <p14:creationId xmlns:p14="http://schemas.microsoft.com/office/powerpoint/2010/main" val="1729290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86A914-803E-8541-D65D-02F3D6154A7C}"/>
              </a:ext>
            </a:extLst>
          </p:cNvPr>
          <p:cNvSpPr>
            <a:spLocks noGrp="1"/>
          </p:cNvSpPr>
          <p:nvPr>
            <p:ph type="title"/>
          </p:nvPr>
        </p:nvSpPr>
        <p:spPr>
          <a:xfrm>
            <a:off x="756339" y="232955"/>
            <a:ext cx="10168128" cy="735874"/>
          </a:xfrm>
        </p:spPr>
        <p:txBody>
          <a:bodyPr/>
          <a:lstStyle/>
          <a:p>
            <a:r>
              <a:rPr lang="es-ES_tradnl" dirty="0"/>
              <a:t>Ejemplo de aplicación</a:t>
            </a:r>
          </a:p>
        </p:txBody>
      </p:sp>
      <p:sp>
        <p:nvSpPr>
          <p:cNvPr id="3" name="Marcador de contenido 2">
            <a:extLst>
              <a:ext uri="{FF2B5EF4-FFF2-40B4-BE49-F238E27FC236}">
                <a16:creationId xmlns:a16="http://schemas.microsoft.com/office/drawing/2014/main" id="{E0C406B2-AB09-80CB-65E4-335CB45E332E}"/>
              </a:ext>
            </a:extLst>
          </p:cNvPr>
          <p:cNvSpPr>
            <a:spLocks noGrp="1"/>
          </p:cNvSpPr>
          <p:nvPr>
            <p:ph idx="1"/>
          </p:nvPr>
        </p:nvSpPr>
        <p:spPr>
          <a:xfrm>
            <a:off x="756339" y="968829"/>
            <a:ext cx="10168128" cy="1088571"/>
          </a:xfrm>
        </p:spPr>
        <p:txBody>
          <a:bodyPr/>
          <a:lstStyle/>
          <a:p>
            <a:r>
              <a:rPr lang="es-ES_tradnl" dirty="0"/>
              <a:t>Suponga la construcción de un filtro capaz de identificar y bloquear correos electrónicos de SPAM.</a:t>
            </a:r>
          </a:p>
        </p:txBody>
      </p:sp>
      <p:grpSp>
        <p:nvGrpSpPr>
          <p:cNvPr id="24" name="Grupo 23">
            <a:extLst>
              <a:ext uri="{FF2B5EF4-FFF2-40B4-BE49-F238E27FC236}">
                <a16:creationId xmlns:a16="http://schemas.microsoft.com/office/drawing/2014/main" id="{A46514C2-5C68-74B0-D609-C1C8B4E3C147}"/>
              </a:ext>
            </a:extLst>
          </p:cNvPr>
          <p:cNvGrpSpPr/>
          <p:nvPr/>
        </p:nvGrpSpPr>
        <p:grpSpPr>
          <a:xfrm>
            <a:off x="2726357" y="2057400"/>
            <a:ext cx="6739285" cy="3976006"/>
            <a:chOff x="4893783" y="1913165"/>
            <a:chExt cx="6739285" cy="3976006"/>
          </a:xfrm>
        </p:grpSpPr>
        <p:sp>
          <p:nvSpPr>
            <p:cNvPr id="4" name="Rectángulo 3">
              <a:extLst>
                <a:ext uri="{FF2B5EF4-FFF2-40B4-BE49-F238E27FC236}">
                  <a16:creationId xmlns:a16="http://schemas.microsoft.com/office/drawing/2014/main" id="{F2F0306F-FFE0-2E30-43DE-22E6D80E2DBF}"/>
                </a:ext>
              </a:extLst>
            </p:cNvPr>
            <p:cNvSpPr/>
            <p:nvPr/>
          </p:nvSpPr>
          <p:spPr>
            <a:xfrm>
              <a:off x="4893783" y="3635828"/>
              <a:ext cx="1251857" cy="653143"/>
            </a:xfrm>
            <a:prstGeom prst="rect">
              <a:avLst/>
            </a:prstGeom>
            <a:solidFill>
              <a:srgbClr val="FF6A85">
                <a:alpha val="49568"/>
              </a:srgbClr>
            </a:solidFill>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Análisis del problema</a:t>
              </a:r>
            </a:p>
          </p:txBody>
        </p:sp>
        <p:sp>
          <p:nvSpPr>
            <p:cNvPr id="5" name="Rectángulo 4">
              <a:extLst>
                <a:ext uri="{FF2B5EF4-FFF2-40B4-BE49-F238E27FC236}">
                  <a16:creationId xmlns:a16="http://schemas.microsoft.com/office/drawing/2014/main" id="{31F79423-BA90-9AC6-F8C2-E599827E76CF}"/>
                </a:ext>
              </a:extLst>
            </p:cNvPr>
            <p:cNvSpPr/>
            <p:nvPr/>
          </p:nvSpPr>
          <p:spPr>
            <a:xfrm>
              <a:off x="7201554" y="3635828"/>
              <a:ext cx="1251857" cy="653143"/>
            </a:xfrm>
            <a:prstGeom prst="rect">
              <a:avLst/>
            </a:prstGeom>
            <a:solidFill>
              <a:srgbClr val="FF6A85">
                <a:alpha val="46783"/>
              </a:srgbClr>
            </a:solidFill>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Creación de reglas</a:t>
              </a:r>
            </a:p>
          </p:txBody>
        </p:sp>
        <p:sp>
          <p:nvSpPr>
            <p:cNvPr id="6" name="Rectángulo 5">
              <a:extLst>
                <a:ext uri="{FF2B5EF4-FFF2-40B4-BE49-F238E27FC236}">
                  <a16:creationId xmlns:a16="http://schemas.microsoft.com/office/drawing/2014/main" id="{256BF721-05BA-7B48-2149-30C7C85EFBE2}"/>
                </a:ext>
              </a:extLst>
            </p:cNvPr>
            <p:cNvSpPr/>
            <p:nvPr/>
          </p:nvSpPr>
          <p:spPr>
            <a:xfrm>
              <a:off x="7201554" y="5236028"/>
              <a:ext cx="1251857" cy="653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Análisis de los errores</a:t>
              </a:r>
            </a:p>
          </p:txBody>
        </p:sp>
        <p:sp>
          <p:nvSpPr>
            <p:cNvPr id="7" name="Rectángulo 6">
              <a:extLst>
                <a:ext uri="{FF2B5EF4-FFF2-40B4-BE49-F238E27FC236}">
                  <a16:creationId xmlns:a16="http://schemas.microsoft.com/office/drawing/2014/main" id="{D959CEBE-F9A8-0E81-9D76-30FD2C243DFF}"/>
                </a:ext>
              </a:extLst>
            </p:cNvPr>
            <p:cNvSpPr/>
            <p:nvPr/>
          </p:nvSpPr>
          <p:spPr>
            <a:xfrm>
              <a:off x="9672610" y="1913165"/>
              <a:ext cx="1251857" cy="653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Puesta en producción</a:t>
              </a:r>
            </a:p>
          </p:txBody>
        </p:sp>
        <p:sp>
          <p:nvSpPr>
            <p:cNvPr id="8" name="Rombo 7">
              <a:extLst>
                <a:ext uri="{FF2B5EF4-FFF2-40B4-BE49-F238E27FC236}">
                  <a16:creationId xmlns:a16="http://schemas.microsoft.com/office/drawing/2014/main" id="{BA518AA3-E62A-01CF-8AD3-112AF616511B}"/>
                </a:ext>
              </a:extLst>
            </p:cNvPr>
            <p:cNvSpPr/>
            <p:nvPr/>
          </p:nvSpPr>
          <p:spPr>
            <a:xfrm>
              <a:off x="9509325" y="3380013"/>
              <a:ext cx="1578429" cy="1164771"/>
            </a:xfrm>
            <a:prstGeom prst="diamond">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s-ES_tradnl" sz="1600" dirty="0"/>
                <a:t>Evaluación</a:t>
              </a:r>
            </a:p>
          </p:txBody>
        </p:sp>
        <p:cxnSp>
          <p:nvCxnSpPr>
            <p:cNvPr id="10" name="Conector recto de flecha 9">
              <a:extLst>
                <a:ext uri="{FF2B5EF4-FFF2-40B4-BE49-F238E27FC236}">
                  <a16:creationId xmlns:a16="http://schemas.microsoft.com/office/drawing/2014/main" id="{62D48B81-E5E5-D7DF-1C6B-79068DB80494}"/>
                </a:ext>
              </a:extLst>
            </p:cNvPr>
            <p:cNvCxnSpPr>
              <a:stCxn id="4" idx="3"/>
              <a:endCxn id="5" idx="1"/>
            </p:cNvCxnSpPr>
            <p:nvPr/>
          </p:nvCxnSpPr>
          <p:spPr>
            <a:xfrm>
              <a:off x="6145640" y="3962400"/>
              <a:ext cx="10559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ector recto de flecha 11">
              <a:extLst>
                <a:ext uri="{FF2B5EF4-FFF2-40B4-BE49-F238E27FC236}">
                  <a16:creationId xmlns:a16="http://schemas.microsoft.com/office/drawing/2014/main" id="{14241E1F-9601-693E-163A-746BC797AD29}"/>
                </a:ext>
              </a:extLst>
            </p:cNvPr>
            <p:cNvCxnSpPr>
              <a:stCxn id="5" idx="3"/>
              <a:endCxn id="8" idx="1"/>
            </p:cNvCxnSpPr>
            <p:nvPr/>
          </p:nvCxnSpPr>
          <p:spPr>
            <a:xfrm flipV="1">
              <a:off x="8453411" y="3962399"/>
              <a:ext cx="105591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ector recto de flecha 13">
              <a:extLst>
                <a:ext uri="{FF2B5EF4-FFF2-40B4-BE49-F238E27FC236}">
                  <a16:creationId xmlns:a16="http://schemas.microsoft.com/office/drawing/2014/main" id="{F7C3E3DD-9A9A-AA85-96CF-129C105F4088}"/>
                </a:ext>
              </a:extLst>
            </p:cNvPr>
            <p:cNvCxnSpPr>
              <a:stCxn id="8" idx="0"/>
              <a:endCxn id="7" idx="2"/>
            </p:cNvCxnSpPr>
            <p:nvPr/>
          </p:nvCxnSpPr>
          <p:spPr>
            <a:xfrm flipH="1" flipV="1">
              <a:off x="10298539" y="2566308"/>
              <a:ext cx="1" cy="813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ector angular 17">
              <a:extLst>
                <a:ext uri="{FF2B5EF4-FFF2-40B4-BE49-F238E27FC236}">
                  <a16:creationId xmlns:a16="http://schemas.microsoft.com/office/drawing/2014/main" id="{269BB506-7D2A-F1A6-5B85-505FA68A504D}"/>
                </a:ext>
              </a:extLst>
            </p:cNvPr>
            <p:cNvCxnSpPr>
              <a:stCxn id="8" idx="2"/>
              <a:endCxn id="6" idx="3"/>
            </p:cNvCxnSpPr>
            <p:nvPr/>
          </p:nvCxnSpPr>
          <p:spPr>
            <a:xfrm rot="5400000">
              <a:off x="8867068" y="4131128"/>
              <a:ext cx="1017816" cy="184512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ector angular 19">
              <a:extLst>
                <a:ext uri="{FF2B5EF4-FFF2-40B4-BE49-F238E27FC236}">
                  <a16:creationId xmlns:a16="http://schemas.microsoft.com/office/drawing/2014/main" id="{104D9FE6-71AB-F500-D12C-1EB312A2A8E1}"/>
                </a:ext>
              </a:extLst>
            </p:cNvPr>
            <p:cNvCxnSpPr>
              <a:stCxn id="6" idx="1"/>
              <a:endCxn id="4" idx="2"/>
            </p:cNvCxnSpPr>
            <p:nvPr/>
          </p:nvCxnSpPr>
          <p:spPr>
            <a:xfrm rot="10800000">
              <a:off x="5519712" y="4288972"/>
              <a:ext cx="1681842" cy="127362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1" name="CuadroTexto 20">
              <a:extLst>
                <a:ext uri="{FF2B5EF4-FFF2-40B4-BE49-F238E27FC236}">
                  <a16:creationId xmlns:a16="http://schemas.microsoft.com/office/drawing/2014/main" id="{B14ADE64-C0E3-E8DF-C7B4-E57AA671D89C}"/>
                </a:ext>
              </a:extLst>
            </p:cNvPr>
            <p:cNvSpPr txBox="1"/>
            <p:nvPr/>
          </p:nvSpPr>
          <p:spPr>
            <a:xfrm>
              <a:off x="10298538" y="2823447"/>
              <a:ext cx="1334530" cy="338554"/>
            </a:xfrm>
            <a:prstGeom prst="rect">
              <a:avLst/>
            </a:prstGeom>
            <a:noFill/>
          </p:spPr>
          <p:txBody>
            <a:bodyPr wrap="square" rtlCol="0">
              <a:spAutoFit/>
            </a:bodyPr>
            <a:lstStyle/>
            <a:p>
              <a:r>
                <a:rPr lang="es-ES_tradnl" sz="1600" dirty="0"/>
                <a:t>correcta</a:t>
              </a:r>
            </a:p>
          </p:txBody>
        </p:sp>
        <p:sp>
          <p:nvSpPr>
            <p:cNvPr id="23" name="CuadroTexto 22">
              <a:extLst>
                <a:ext uri="{FF2B5EF4-FFF2-40B4-BE49-F238E27FC236}">
                  <a16:creationId xmlns:a16="http://schemas.microsoft.com/office/drawing/2014/main" id="{3F2BC4E8-4385-57A1-D372-A26C68F2291E}"/>
                </a:ext>
              </a:extLst>
            </p:cNvPr>
            <p:cNvSpPr txBox="1"/>
            <p:nvPr/>
          </p:nvSpPr>
          <p:spPr>
            <a:xfrm>
              <a:off x="10298538" y="4735033"/>
              <a:ext cx="1334530" cy="338554"/>
            </a:xfrm>
            <a:prstGeom prst="rect">
              <a:avLst/>
            </a:prstGeom>
            <a:noFill/>
          </p:spPr>
          <p:txBody>
            <a:bodyPr wrap="square" rtlCol="0">
              <a:spAutoFit/>
            </a:bodyPr>
            <a:lstStyle/>
            <a:p>
              <a:r>
                <a:rPr lang="es-ES_tradnl" sz="1600" dirty="0"/>
                <a:t>incorrecta</a:t>
              </a:r>
            </a:p>
          </p:txBody>
        </p:sp>
      </p:grpSp>
      <p:sp>
        <p:nvSpPr>
          <p:cNvPr id="28" name="CuadroTexto 27">
            <a:extLst>
              <a:ext uri="{FF2B5EF4-FFF2-40B4-BE49-F238E27FC236}">
                <a16:creationId xmlns:a16="http://schemas.microsoft.com/office/drawing/2014/main" id="{45DF9335-8FD8-CA43-09DC-CE7E59F8F1EE}"/>
              </a:ext>
            </a:extLst>
          </p:cNvPr>
          <p:cNvSpPr txBox="1"/>
          <p:nvPr/>
        </p:nvSpPr>
        <p:spPr>
          <a:xfrm>
            <a:off x="1013254" y="2161596"/>
            <a:ext cx="4950717" cy="369332"/>
          </a:xfrm>
          <a:prstGeom prst="rect">
            <a:avLst/>
          </a:prstGeom>
          <a:noFill/>
        </p:spPr>
        <p:txBody>
          <a:bodyPr wrap="square" rtlCol="0">
            <a:spAutoFit/>
          </a:bodyPr>
          <a:lstStyle/>
          <a:p>
            <a:r>
              <a:rPr lang="es-ES_tradnl" b="1" i="1" dirty="0"/>
              <a:t>Enfoque tradicional centrado en el analista.</a:t>
            </a:r>
          </a:p>
        </p:txBody>
      </p:sp>
    </p:spTree>
    <p:extLst>
      <p:ext uri="{BB962C8B-B14F-4D97-AF65-F5344CB8AC3E}">
        <p14:creationId xmlns:p14="http://schemas.microsoft.com/office/powerpoint/2010/main" val="321567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5C202-66C8-B71F-7BE1-0904F03EA9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0B8A08D-6D6F-F733-159A-85B76C823EFE}"/>
              </a:ext>
            </a:extLst>
          </p:cNvPr>
          <p:cNvSpPr>
            <a:spLocks noGrp="1"/>
          </p:cNvSpPr>
          <p:nvPr>
            <p:ph type="title"/>
          </p:nvPr>
        </p:nvSpPr>
        <p:spPr>
          <a:xfrm>
            <a:off x="756339" y="232955"/>
            <a:ext cx="10168128" cy="735874"/>
          </a:xfrm>
        </p:spPr>
        <p:txBody>
          <a:bodyPr/>
          <a:lstStyle/>
          <a:p>
            <a:r>
              <a:rPr lang="es-ES_tradnl" dirty="0"/>
              <a:t>Ejemplo de aplicación</a:t>
            </a:r>
          </a:p>
        </p:txBody>
      </p:sp>
      <p:sp>
        <p:nvSpPr>
          <p:cNvPr id="3" name="Marcador de contenido 2">
            <a:extLst>
              <a:ext uri="{FF2B5EF4-FFF2-40B4-BE49-F238E27FC236}">
                <a16:creationId xmlns:a16="http://schemas.microsoft.com/office/drawing/2014/main" id="{4BAB5806-0C5E-44B1-0C1D-19BCF8FFAD48}"/>
              </a:ext>
            </a:extLst>
          </p:cNvPr>
          <p:cNvSpPr>
            <a:spLocks noGrp="1"/>
          </p:cNvSpPr>
          <p:nvPr>
            <p:ph idx="1"/>
          </p:nvPr>
        </p:nvSpPr>
        <p:spPr>
          <a:xfrm>
            <a:off x="756339" y="968829"/>
            <a:ext cx="10168128" cy="1088571"/>
          </a:xfrm>
        </p:spPr>
        <p:txBody>
          <a:bodyPr/>
          <a:lstStyle/>
          <a:p>
            <a:r>
              <a:rPr lang="es-ES_tradnl" dirty="0"/>
              <a:t>Suponga la construcción de un filtro capaz de identificar y bloquear correos electrónicos de SPAM.</a:t>
            </a:r>
          </a:p>
        </p:txBody>
      </p:sp>
      <p:sp>
        <p:nvSpPr>
          <p:cNvPr id="28" name="CuadroTexto 27">
            <a:extLst>
              <a:ext uri="{FF2B5EF4-FFF2-40B4-BE49-F238E27FC236}">
                <a16:creationId xmlns:a16="http://schemas.microsoft.com/office/drawing/2014/main" id="{F9F8E92D-6529-E78D-A11A-E5A7D0A90DE7}"/>
              </a:ext>
            </a:extLst>
          </p:cNvPr>
          <p:cNvSpPr txBox="1"/>
          <p:nvPr/>
        </p:nvSpPr>
        <p:spPr>
          <a:xfrm>
            <a:off x="997256" y="1907982"/>
            <a:ext cx="4565344" cy="369332"/>
          </a:xfrm>
          <a:prstGeom prst="rect">
            <a:avLst/>
          </a:prstGeom>
          <a:noFill/>
        </p:spPr>
        <p:txBody>
          <a:bodyPr wrap="square" rtlCol="0">
            <a:spAutoFit/>
          </a:bodyPr>
          <a:lstStyle/>
          <a:p>
            <a:r>
              <a:rPr lang="es-ES_tradnl" b="1" i="1" dirty="0"/>
              <a:t>Enfoque de ML centrado en los datos.</a:t>
            </a:r>
          </a:p>
        </p:txBody>
      </p:sp>
      <p:grpSp>
        <p:nvGrpSpPr>
          <p:cNvPr id="25" name="Grupo 24">
            <a:extLst>
              <a:ext uri="{FF2B5EF4-FFF2-40B4-BE49-F238E27FC236}">
                <a16:creationId xmlns:a16="http://schemas.microsoft.com/office/drawing/2014/main" id="{03EF9EB5-7054-2D78-6289-0BCEB33EB0E9}"/>
              </a:ext>
            </a:extLst>
          </p:cNvPr>
          <p:cNvGrpSpPr/>
          <p:nvPr/>
        </p:nvGrpSpPr>
        <p:grpSpPr>
          <a:xfrm>
            <a:off x="2726357" y="2292178"/>
            <a:ext cx="6739285" cy="3976006"/>
            <a:chOff x="2726357" y="2057400"/>
            <a:chExt cx="6739285" cy="3976006"/>
          </a:xfrm>
        </p:grpSpPr>
        <p:sp>
          <p:nvSpPr>
            <p:cNvPr id="4" name="Rectángulo 3">
              <a:extLst>
                <a:ext uri="{FF2B5EF4-FFF2-40B4-BE49-F238E27FC236}">
                  <a16:creationId xmlns:a16="http://schemas.microsoft.com/office/drawing/2014/main" id="{6650AFDD-E1A6-BF38-026C-9B7A128487C7}"/>
                </a:ext>
              </a:extLst>
            </p:cNvPr>
            <p:cNvSpPr/>
            <p:nvPr/>
          </p:nvSpPr>
          <p:spPr>
            <a:xfrm>
              <a:off x="2726357" y="3780063"/>
              <a:ext cx="1251857" cy="653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Análisis del problema</a:t>
              </a:r>
            </a:p>
          </p:txBody>
        </p:sp>
        <p:sp>
          <p:nvSpPr>
            <p:cNvPr id="5" name="Rectángulo 4">
              <a:extLst>
                <a:ext uri="{FF2B5EF4-FFF2-40B4-BE49-F238E27FC236}">
                  <a16:creationId xmlns:a16="http://schemas.microsoft.com/office/drawing/2014/main" id="{42CF311C-7725-2AAF-E666-92D860BD7795}"/>
                </a:ext>
              </a:extLst>
            </p:cNvPr>
            <p:cNvSpPr/>
            <p:nvPr/>
          </p:nvSpPr>
          <p:spPr>
            <a:xfrm>
              <a:off x="5034128" y="3780063"/>
              <a:ext cx="1435883" cy="65314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ES_tradnl" sz="1400" dirty="0"/>
                <a:t>Entrenamiento del algoritmo</a:t>
              </a:r>
            </a:p>
          </p:txBody>
        </p:sp>
        <p:sp>
          <p:nvSpPr>
            <p:cNvPr id="6" name="Rectángulo 5">
              <a:extLst>
                <a:ext uri="{FF2B5EF4-FFF2-40B4-BE49-F238E27FC236}">
                  <a16:creationId xmlns:a16="http://schemas.microsoft.com/office/drawing/2014/main" id="{EDF2FBFA-724A-D33A-6292-2F343BF27A7A}"/>
                </a:ext>
              </a:extLst>
            </p:cNvPr>
            <p:cNvSpPr/>
            <p:nvPr/>
          </p:nvSpPr>
          <p:spPr>
            <a:xfrm>
              <a:off x="5034128" y="5380263"/>
              <a:ext cx="1251857" cy="653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Análisis de los errores</a:t>
              </a:r>
            </a:p>
          </p:txBody>
        </p:sp>
        <p:sp>
          <p:nvSpPr>
            <p:cNvPr id="7" name="Rectángulo 6">
              <a:extLst>
                <a:ext uri="{FF2B5EF4-FFF2-40B4-BE49-F238E27FC236}">
                  <a16:creationId xmlns:a16="http://schemas.microsoft.com/office/drawing/2014/main" id="{D75A9076-A81D-9B46-FCEC-D3701FFBC54F}"/>
                </a:ext>
              </a:extLst>
            </p:cNvPr>
            <p:cNvSpPr/>
            <p:nvPr/>
          </p:nvSpPr>
          <p:spPr>
            <a:xfrm>
              <a:off x="7505184" y="2057400"/>
              <a:ext cx="1251857" cy="653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sz="1400" dirty="0"/>
                <a:t>Puesta en producción</a:t>
              </a:r>
            </a:p>
          </p:txBody>
        </p:sp>
        <p:sp>
          <p:nvSpPr>
            <p:cNvPr id="8" name="Rombo 7">
              <a:extLst>
                <a:ext uri="{FF2B5EF4-FFF2-40B4-BE49-F238E27FC236}">
                  <a16:creationId xmlns:a16="http://schemas.microsoft.com/office/drawing/2014/main" id="{2D1A179B-FE3E-A677-6FBF-718EED7E2EA7}"/>
                </a:ext>
              </a:extLst>
            </p:cNvPr>
            <p:cNvSpPr/>
            <p:nvPr/>
          </p:nvSpPr>
          <p:spPr>
            <a:xfrm>
              <a:off x="7341899" y="3524248"/>
              <a:ext cx="1578429" cy="1164771"/>
            </a:xfrm>
            <a:prstGeom prst="diamond">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s-ES_tradnl" sz="1600" dirty="0"/>
                <a:t>Evaluación</a:t>
              </a:r>
            </a:p>
          </p:txBody>
        </p:sp>
        <p:cxnSp>
          <p:nvCxnSpPr>
            <p:cNvPr id="10" name="Conector recto de flecha 9">
              <a:extLst>
                <a:ext uri="{FF2B5EF4-FFF2-40B4-BE49-F238E27FC236}">
                  <a16:creationId xmlns:a16="http://schemas.microsoft.com/office/drawing/2014/main" id="{F45EB7F7-C5B0-1F35-46B0-02898152BD44}"/>
                </a:ext>
              </a:extLst>
            </p:cNvPr>
            <p:cNvCxnSpPr>
              <a:cxnSpLocks/>
              <a:stCxn id="4" idx="3"/>
              <a:endCxn id="5" idx="1"/>
            </p:cNvCxnSpPr>
            <p:nvPr/>
          </p:nvCxnSpPr>
          <p:spPr>
            <a:xfrm>
              <a:off x="3978214" y="4106635"/>
              <a:ext cx="10559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ector recto de flecha 11">
              <a:extLst>
                <a:ext uri="{FF2B5EF4-FFF2-40B4-BE49-F238E27FC236}">
                  <a16:creationId xmlns:a16="http://schemas.microsoft.com/office/drawing/2014/main" id="{06D9EB2E-06CD-3BE3-5084-38678A176CC4}"/>
                </a:ext>
              </a:extLst>
            </p:cNvPr>
            <p:cNvCxnSpPr>
              <a:cxnSpLocks/>
              <a:stCxn id="5" idx="3"/>
              <a:endCxn id="8" idx="1"/>
            </p:cNvCxnSpPr>
            <p:nvPr/>
          </p:nvCxnSpPr>
          <p:spPr>
            <a:xfrm flipV="1">
              <a:off x="6470011" y="4106634"/>
              <a:ext cx="87188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ector recto de flecha 13">
              <a:extLst>
                <a:ext uri="{FF2B5EF4-FFF2-40B4-BE49-F238E27FC236}">
                  <a16:creationId xmlns:a16="http://schemas.microsoft.com/office/drawing/2014/main" id="{FF421EDF-29B0-72E4-600A-41B75C62156E}"/>
                </a:ext>
              </a:extLst>
            </p:cNvPr>
            <p:cNvCxnSpPr>
              <a:stCxn id="8" idx="0"/>
              <a:endCxn id="7" idx="2"/>
            </p:cNvCxnSpPr>
            <p:nvPr/>
          </p:nvCxnSpPr>
          <p:spPr>
            <a:xfrm flipH="1" flipV="1">
              <a:off x="8131113" y="2710543"/>
              <a:ext cx="1" cy="8137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Conector angular 17">
              <a:extLst>
                <a:ext uri="{FF2B5EF4-FFF2-40B4-BE49-F238E27FC236}">
                  <a16:creationId xmlns:a16="http://schemas.microsoft.com/office/drawing/2014/main" id="{782CB88C-137E-33E7-91C7-3A426095FDCF}"/>
                </a:ext>
              </a:extLst>
            </p:cNvPr>
            <p:cNvCxnSpPr>
              <a:stCxn id="8" idx="2"/>
              <a:endCxn id="6" idx="3"/>
            </p:cNvCxnSpPr>
            <p:nvPr/>
          </p:nvCxnSpPr>
          <p:spPr>
            <a:xfrm rot="5400000">
              <a:off x="6699642" y="4275363"/>
              <a:ext cx="1017816" cy="184512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ector angular 19">
              <a:extLst>
                <a:ext uri="{FF2B5EF4-FFF2-40B4-BE49-F238E27FC236}">
                  <a16:creationId xmlns:a16="http://schemas.microsoft.com/office/drawing/2014/main" id="{517FF136-175F-0257-D2C3-D97F03BF117B}"/>
                </a:ext>
              </a:extLst>
            </p:cNvPr>
            <p:cNvCxnSpPr>
              <a:stCxn id="6" idx="1"/>
              <a:endCxn id="4" idx="2"/>
            </p:cNvCxnSpPr>
            <p:nvPr/>
          </p:nvCxnSpPr>
          <p:spPr>
            <a:xfrm rot="10800000">
              <a:off x="3352286" y="4433207"/>
              <a:ext cx="1681842" cy="1273629"/>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1" name="CuadroTexto 20">
              <a:extLst>
                <a:ext uri="{FF2B5EF4-FFF2-40B4-BE49-F238E27FC236}">
                  <a16:creationId xmlns:a16="http://schemas.microsoft.com/office/drawing/2014/main" id="{385FED1B-D5A8-F40C-801F-DDD0C1015728}"/>
                </a:ext>
              </a:extLst>
            </p:cNvPr>
            <p:cNvSpPr txBox="1"/>
            <p:nvPr/>
          </p:nvSpPr>
          <p:spPr>
            <a:xfrm>
              <a:off x="8131112" y="2967682"/>
              <a:ext cx="1334530" cy="338554"/>
            </a:xfrm>
            <a:prstGeom prst="rect">
              <a:avLst/>
            </a:prstGeom>
            <a:noFill/>
          </p:spPr>
          <p:txBody>
            <a:bodyPr wrap="square" rtlCol="0">
              <a:spAutoFit/>
            </a:bodyPr>
            <a:lstStyle/>
            <a:p>
              <a:r>
                <a:rPr lang="es-ES_tradnl" sz="1600" dirty="0"/>
                <a:t>correcta</a:t>
              </a:r>
            </a:p>
          </p:txBody>
        </p:sp>
        <p:sp>
          <p:nvSpPr>
            <p:cNvPr id="23" name="CuadroTexto 22">
              <a:extLst>
                <a:ext uri="{FF2B5EF4-FFF2-40B4-BE49-F238E27FC236}">
                  <a16:creationId xmlns:a16="http://schemas.microsoft.com/office/drawing/2014/main" id="{EC58F624-6456-94E2-B257-5478FD50D6E3}"/>
                </a:ext>
              </a:extLst>
            </p:cNvPr>
            <p:cNvSpPr txBox="1"/>
            <p:nvPr/>
          </p:nvSpPr>
          <p:spPr>
            <a:xfrm>
              <a:off x="8131112" y="4879268"/>
              <a:ext cx="1334530" cy="338554"/>
            </a:xfrm>
            <a:prstGeom prst="rect">
              <a:avLst/>
            </a:prstGeom>
            <a:noFill/>
          </p:spPr>
          <p:txBody>
            <a:bodyPr wrap="square" rtlCol="0">
              <a:spAutoFit/>
            </a:bodyPr>
            <a:lstStyle/>
            <a:p>
              <a:r>
                <a:rPr lang="es-ES_tradnl" sz="1600" dirty="0"/>
                <a:t>incorrecta</a:t>
              </a:r>
            </a:p>
          </p:txBody>
        </p:sp>
        <p:sp>
          <p:nvSpPr>
            <p:cNvPr id="16" name="Rectángulo 15">
              <a:extLst>
                <a:ext uri="{FF2B5EF4-FFF2-40B4-BE49-F238E27FC236}">
                  <a16:creationId xmlns:a16="http://schemas.microsoft.com/office/drawing/2014/main" id="{533B49D4-0F96-5EA1-BBE4-C4F062FDC7E1}"/>
                </a:ext>
              </a:extLst>
            </p:cNvPr>
            <p:cNvSpPr/>
            <p:nvPr/>
          </p:nvSpPr>
          <p:spPr>
            <a:xfrm>
              <a:off x="5034127" y="2518682"/>
              <a:ext cx="1435883" cy="65314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ES_tradnl" sz="1400" dirty="0"/>
                <a:t>Datos</a:t>
              </a:r>
            </a:p>
          </p:txBody>
        </p:sp>
        <p:cxnSp>
          <p:nvCxnSpPr>
            <p:cNvPr id="19" name="Conector recto de flecha 18">
              <a:extLst>
                <a:ext uri="{FF2B5EF4-FFF2-40B4-BE49-F238E27FC236}">
                  <a16:creationId xmlns:a16="http://schemas.microsoft.com/office/drawing/2014/main" id="{37D9ACBB-6244-ECB3-6A39-E46F27786F7B}"/>
                </a:ext>
              </a:extLst>
            </p:cNvPr>
            <p:cNvCxnSpPr>
              <a:stCxn id="16" idx="2"/>
              <a:endCxn id="5" idx="0"/>
            </p:cNvCxnSpPr>
            <p:nvPr/>
          </p:nvCxnSpPr>
          <p:spPr>
            <a:xfrm>
              <a:off x="5752069" y="3171825"/>
              <a:ext cx="1" cy="6082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9" name="CuadroTexto 28">
            <a:extLst>
              <a:ext uri="{FF2B5EF4-FFF2-40B4-BE49-F238E27FC236}">
                <a16:creationId xmlns:a16="http://schemas.microsoft.com/office/drawing/2014/main" id="{6A16A46A-B0FA-7D50-61DF-83572F7108EC}"/>
              </a:ext>
            </a:extLst>
          </p:cNvPr>
          <p:cNvSpPr txBox="1"/>
          <p:nvPr/>
        </p:nvSpPr>
        <p:spPr>
          <a:xfrm>
            <a:off x="856626" y="6339332"/>
            <a:ext cx="10858718" cy="369332"/>
          </a:xfrm>
          <a:prstGeom prst="rect">
            <a:avLst/>
          </a:prstGeom>
          <a:noFill/>
        </p:spPr>
        <p:txBody>
          <a:bodyPr wrap="square" rtlCol="0">
            <a:spAutoFit/>
          </a:bodyPr>
          <a:lstStyle/>
          <a:p>
            <a:r>
              <a:rPr lang="es-ES_tradnl" b="1" i="1" dirty="0"/>
              <a:t>¿Qué ocurriría si el tipo de correos considerados como SPAM cambia a lo largo del tiempo?</a:t>
            </a:r>
          </a:p>
        </p:txBody>
      </p:sp>
    </p:spTree>
    <p:extLst>
      <p:ext uri="{BB962C8B-B14F-4D97-AF65-F5344CB8AC3E}">
        <p14:creationId xmlns:p14="http://schemas.microsoft.com/office/powerpoint/2010/main" val="342531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F2F385-DC87-D1F1-0214-262DF91A9138}"/>
              </a:ext>
            </a:extLst>
          </p:cNvPr>
          <p:cNvSpPr>
            <a:spLocks noGrp="1"/>
          </p:cNvSpPr>
          <p:nvPr>
            <p:ph type="title"/>
          </p:nvPr>
        </p:nvSpPr>
        <p:spPr/>
        <p:txBody>
          <a:bodyPr/>
          <a:lstStyle/>
          <a:p>
            <a:r>
              <a:rPr lang="es-ES_tradnl" dirty="0"/>
              <a:t>¿Cuándo utilizar Machine </a:t>
            </a:r>
            <a:r>
              <a:rPr lang="es-ES_tradnl" dirty="0" err="1"/>
              <a:t>Learning</a:t>
            </a:r>
            <a:r>
              <a:rPr lang="es-ES_tradnl" dirty="0"/>
              <a:t>?</a:t>
            </a:r>
          </a:p>
        </p:txBody>
      </p:sp>
      <p:sp>
        <p:nvSpPr>
          <p:cNvPr id="3" name="Marcador de contenido 2">
            <a:extLst>
              <a:ext uri="{FF2B5EF4-FFF2-40B4-BE49-F238E27FC236}">
                <a16:creationId xmlns:a16="http://schemas.microsoft.com/office/drawing/2014/main" id="{F24D2490-01C4-002D-1141-4B3C3D453534}"/>
              </a:ext>
            </a:extLst>
          </p:cNvPr>
          <p:cNvSpPr>
            <a:spLocks noGrp="1"/>
          </p:cNvSpPr>
          <p:nvPr>
            <p:ph idx="1"/>
          </p:nvPr>
        </p:nvSpPr>
        <p:spPr>
          <a:xfrm>
            <a:off x="1115568" y="1728216"/>
            <a:ext cx="10168128" cy="4443984"/>
          </a:xfrm>
        </p:spPr>
        <p:txBody>
          <a:bodyPr>
            <a:normAutofit/>
          </a:bodyPr>
          <a:lstStyle/>
          <a:p>
            <a:r>
              <a:rPr lang="es-ES_tradnl" dirty="0"/>
              <a:t>En soluciones que funcionan mediante la aplicación de un conjunto de reglas o heurísticas </a:t>
            </a:r>
            <a:r>
              <a:rPr lang="es-ES_tradnl" sz="2000" i="1" dirty="0"/>
              <a:t>(filtros de SPAM)</a:t>
            </a:r>
          </a:p>
          <a:p>
            <a:r>
              <a:rPr lang="es-ES_tradnl" dirty="0"/>
              <a:t>En problemas complejos en los que un analista no es capaz de determinar una solución a partir de la información existente </a:t>
            </a:r>
            <a:r>
              <a:rPr lang="es-ES_tradnl" sz="2000" i="1" dirty="0"/>
              <a:t>(clasificación de imágenes)</a:t>
            </a:r>
          </a:p>
          <a:p>
            <a:r>
              <a:rPr lang="es-ES_tradnl" dirty="0"/>
              <a:t>En entornos que fluctúan y varían con frecuencia </a:t>
            </a:r>
            <a:r>
              <a:rPr lang="es-ES_tradnl" sz="2200" i="1" dirty="0"/>
              <a:t>(análisis del tráfico de red)</a:t>
            </a:r>
          </a:p>
          <a:p>
            <a:r>
              <a:rPr lang="es-ES_tradnl" dirty="0"/>
              <a:t>Apoyo de la fase de análisis en enfoques tradicionales en los que se dispone de conjuntos de datos muy grandes y difíciles de interpretar.</a:t>
            </a:r>
          </a:p>
        </p:txBody>
      </p:sp>
    </p:spTree>
    <p:extLst>
      <p:ext uri="{BB962C8B-B14F-4D97-AF65-F5344CB8AC3E}">
        <p14:creationId xmlns:p14="http://schemas.microsoft.com/office/powerpoint/2010/main" val="1463394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C6E36-9045-E8CA-DF4F-38AA41816F6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C1E872F-1B22-7AD3-F229-38AABFB9199F}"/>
              </a:ext>
            </a:extLst>
          </p:cNvPr>
          <p:cNvSpPr>
            <a:spLocks noGrp="1"/>
          </p:cNvSpPr>
          <p:nvPr>
            <p:ph type="title"/>
          </p:nvPr>
        </p:nvSpPr>
        <p:spPr>
          <a:xfrm>
            <a:off x="841248" y="256032"/>
            <a:ext cx="10506456" cy="1014984"/>
          </a:xfrm>
        </p:spPr>
        <p:txBody>
          <a:bodyPr anchor="b">
            <a:normAutofit/>
          </a:bodyPr>
          <a:lstStyle/>
          <a:p>
            <a:r>
              <a:rPr lang="es-ES_tradnl" dirty="0"/>
              <a:t>Clasificación de Machine </a:t>
            </a:r>
            <a:r>
              <a:rPr lang="es-ES_tradnl" dirty="0" err="1"/>
              <a:t>Learning</a:t>
            </a:r>
            <a:br>
              <a:rPr lang="es-ES_tradnl" dirty="0"/>
            </a:br>
            <a:r>
              <a:rPr lang="es-ES_tradnl" sz="2700" b="0" dirty="0"/>
              <a:t>En función de la manera como se entrenan</a:t>
            </a:r>
            <a:endParaRPr lang="es-ES_tradnl" b="0"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523524B2-B3FE-B92B-E8EA-025FB2E0DD06}"/>
              </a:ext>
            </a:extLst>
          </p:cNvPr>
          <p:cNvGraphicFramePr>
            <a:graphicFrameLocks noGrp="1"/>
          </p:cNvGraphicFramePr>
          <p:nvPr>
            <p:ph idx="1"/>
            <p:extLst>
              <p:ext uri="{D42A27DB-BD31-4B8C-83A1-F6EECF244321}">
                <p14:modId xmlns:p14="http://schemas.microsoft.com/office/powerpoint/2010/main" val="181726918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192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F6476D-732C-28C6-53E3-7ECFE42DDBA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12B7D63-7A79-C6FD-30C6-F8CA23748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9D58351-3A4D-1375-7AA5-7162EB47DB5C}"/>
              </a:ext>
            </a:extLst>
          </p:cNvPr>
          <p:cNvSpPr>
            <a:spLocks noGrp="1"/>
          </p:cNvSpPr>
          <p:nvPr>
            <p:ph type="title"/>
          </p:nvPr>
        </p:nvSpPr>
        <p:spPr>
          <a:xfrm>
            <a:off x="841248" y="256032"/>
            <a:ext cx="10506456" cy="1014984"/>
          </a:xfrm>
        </p:spPr>
        <p:txBody>
          <a:bodyPr anchor="b">
            <a:normAutofit/>
          </a:bodyPr>
          <a:lstStyle/>
          <a:p>
            <a:r>
              <a:rPr lang="es-ES_tradnl" dirty="0"/>
              <a:t>Clasificación de Machine </a:t>
            </a:r>
            <a:r>
              <a:rPr lang="es-ES_tradnl" dirty="0" err="1"/>
              <a:t>Learning</a:t>
            </a:r>
            <a:br>
              <a:rPr lang="es-ES_tradnl" dirty="0"/>
            </a:br>
            <a:r>
              <a:rPr lang="es-ES_tradnl" sz="2700" b="0" dirty="0"/>
              <a:t>En función de la manera como aprenden en el tiempo</a:t>
            </a:r>
            <a:endParaRPr lang="es-ES_tradnl" b="0" dirty="0"/>
          </a:p>
        </p:txBody>
      </p:sp>
      <p:sp>
        <p:nvSpPr>
          <p:cNvPr id="11" name="Rectangle 10">
            <a:extLst>
              <a:ext uri="{FF2B5EF4-FFF2-40B4-BE49-F238E27FC236}">
                <a16:creationId xmlns:a16="http://schemas.microsoft.com/office/drawing/2014/main" id="{E1C7EFC3-673E-6CD1-093B-45CA140C0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6D717B5-0ADD-4A2D-7D6F-E2B77895C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9ADFF3C6-92BD-8D88-8AC7-E9E9C0EC495E}"/>
              </a:ext>
            </a:extLst>
          </p:cNvPr>
          <p:cNvGraphicFramePr>
            <a:graphicFrameLocks noGrp="1"/>
          </p:cNvGraphicFramePr>
          <p:nvPr>
            <p:ph idx="1"/>
            <p:extLst>
              <p:ext uri="{D42A27DB-BD31-4B8C-83A1-F6EECF244321}">
                <p14:modId xmlns:p14="http://schemas.microsoft.com/office/powerpoint/2010/main" val="3888358406"/>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9797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AF17EE-51D6-3234-7660-ADD0BC6DF28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AE7B2E-836F-6523-DB28-02577EF7A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CF0AD28-A6D3-BC03-F424-AAC2D92B2336}"/>
              </a:ext>
            </a:extLst>
          </p:cNvPr>
          <p:cNvSpPr>
            <a:spLocks noGrp="1"/>
          </p:cNvSpPr>
          <p:nvPr>
            <p:ph type="title"/>
          </p:nvPr>
        </p:nvSpPr>
        <p:spPr>
          <a:xfrm>
            <a:off x="841248" y="256032"/>
            <a:ext cx="10506456" cy="1014984"/>
          </a:xfrm>
        </p:spPr>
        <p:txBody>
          <a:bodyPr anchor="b">
            <a:normAutofit/>
          </a:bodyPr>
          <a:lstStyle/>
          <a:p>
            <a:r>
              <a:rPr lang="es-ES_tradnl" dirty="0"/>
              <a:t>Clasificación de Machine </a:t>
            </a:r>
            <a:r>
              <a:rPr lang="es-ES_tradnl" dirty="0" err="1"/>
              <a:t>Learning</a:t>
            </a:r>
            <a:br>
              <a:rPr lang="es-ES_tradnl" dirty="0"/>
            </a:br>
            <a:r>
              <a:rPr lang="es-ES_tradnl" sz="2700" b="0" dirty="0"/>
              <a:t>En función de la forma en la que realizan las predicciones</a:t>
            </a:r>
            <a:endParaRPr lang="es-ES_tradnl" b="0" dirty="0"/>
          </a:p>
        </p:txBody>
      </p:sp>
      <p:sp>
        <p:nvSpPr>
          <p:cNvPr id="11" name="Rectangle 10">
            <a:extLst>
              <a:ext uri="{FF2B5EF4-FFF2-40B4-BE49-F238E27FC236}">
                <a16:creationId xmlns:a16="http://schemas.microsoft.com/office/drawing/2014/main" id="{AF435294-FB72-719B-7F8C-333DE1915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EB4CE65-78FA-1691-998B-687ECFBE1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737C4A00-EFBC-F060-1A8F-B7B7A19C4616}"/>
              </a:ext>
            </a:extLst>
          </p:cNvPr>
          <p:cNvGraphicFramePr>
            <a:graphicFrameLocks noGrp="1"/>
          </p:cNvGraphicFramePr>
          <p:nvPr>
            <p:ph idx="1"/>
            <p:extLst>
              <p:ext uri="{D42A27DB-BD31-4B8C-83A1-F6EECF244321}">
                <p14:modId xmlns:p14="http://schemas.microsoft.com/office/powerpoint/2010/main" val="423058298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370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BECC6B-1600-F292-4DAA-986951D67499}"/>
              </a:ext>
            </a:extLst>
          </p:cNvPr>
          <p:cNvSpPr>
            <a:spLocks noGrp="1"/>
          </p:cNvSpPr>
          <p:nvPr>
            <p:ph type="title"/>
          </p:nvPr>
        </p:nvSpPr>
        <p:spPr/>
        <p:txBody>
          <a:bodyPr/>
          <a:lstStyle/>
          <a:p>
            <a:r>
              <a:rPr lang="es-ES_tradnl" dirty="0"/>
              <a:t>Aprendizaje supervisado</a:t>
            </a:r>
          </a:p>
        </p:txBody>
      </p:sp>
      <p:sp>
        <p:nvSpPr>
          <p:cNvPr id="3" name="Marcador de contenido 2">
            <a:extLst>
              <a:ext uri="{FF2B5EF4-FFF2-40B4-BE49-F238E27FC236}">
                <a16:creationId xmlns:a16="http://schemas.microsoft.com/office/drawing/2014/main" id="{C3D934D1-B51C-8101-6135-6BF3AB8E452C}"/>
              </a:ext>
            </a:extLst>
          </p:cNvPr>
          <p:cNvSpPr>
            <a:spLocks noGrp="1"/>
          </p:cNvSpPr>
          <p:nvPr>
            <p:ph idx="1"/>
          </p:nvPr>
        </p:nvSpPr>
        <p:spPr>
          <a:xfrm>
            <a:off x="908304" y="1581912"/>
            <a:ext cx="10168128" cy="2304288"/>
          </a:xfrm>
        </p:spPr>
        <p:txBody>
          <a:bodyPr/>
          <a:lstStyle/>
          <a:p>
            <a:r>
              <a:rPr lang="es-ES_tradnl" dirty="0"/>
              <a:t>”Es la tarea de aprendizaje automático que consiste en aprender una función que mapea una entrada a una salida basada en pares de entrada-salida de ejemplo” </a:t>
            </a:r>
            <a:r>
              <a:rPr lang="es-ES_tradnl" i="1" baseline="30000" dirty="0"/>
              <a:t>2</a:t>
            </a:r>
          </a:p>
          <a:p>
            <a:r>
              <a:rPr lang="es-ES_tradnl" dirty="0"/>
              <a:t>La función resultante es utilizada posteriormente para predecir valores a partir de ejemplos de datos no etiquetados.</a:t>
            </a:r>
          </a:p>
        </p:txBody>
      </p:sp>
      <p:sp>
        <p:nvSpPr>
          <p:cNvPr id="4" name="Marcador de pie de página 3">
            <a:extLst>
              <a:ext uri="{FF2B5EF4-FFF2-40B4-BE49-F238E27FC236}">
                <a16:creationId xmlns:a16="http://schemas.microsoft.com/office/drawing/2014/main" id="{1434D6DF-10B3-225A-1F59-284696777828}"/>
              </a:ext>
            </a:extLst>
          </p:cNvPr>
          <p:cNvSpPr>
            <a:spLocks noGrp="1"/>
          </p:cNvSpPr>
          <p:nvPr>
            <p:ph type="ftr" sz="quarter" idx="11"/>
          </p:nvPr>
        </p:nvSpPr>
        <p:spPr>
          <a:xfrm>
            <a:off x="457199" y="6172200"/>
            <a:ext cx="10711543" cy="365125"/>
          </a:xfrm>
        </p:spPr>
        <p:txBody>
          <a:bodyPr/>
          <a:lstStyle/>
          <a:p>
            <a:pPr algn="l"/>
            <a:r>
              <a:rPr lang="en-US" dirty="0"/>
              <a:t>[2] Mehryar </a:t>
            </a:r>
            <a:r>
              <a:rPr lang="en-US" dirty="0" err="1"/>
              <a:t>Mohri</a:t>
            </a:r>
            <a:r>
              <a:rPr lang="en-US" dirty="0"/>
              <a:t> (2012). Foundations of Machine Learning. The MIT Press.</a:t>
            </a:r>
          </a:p>
        </p:txBody>
      </p:sp>
      <p:sp>
        <p:nvSpPr>
          <p:cNvPr id="10" name="CuadroTexto 9">
            <a:extLst>
              <a:ext uri="{FF2B5EF4-FFF2-40B4-BE49-F238E27FC236}">
                <a16:creationId xmlns:a16="http://schemas.microsoft.com/office/drawing/2014/main" id="{38143D83-A490-74B0-0170-6D3FA6903D11}"/>
              </a:ext>
            </a:extLst>
          </p:cNvPr>
          <p:cNvSpPr txBox="1"/>
          <p:nvPr/>
        </p:nvSpPr>
        <p:spPr>
          <a:xfrm>
            <a:off x="9392547" y="3683479"/>
            <a:ext cx="505969" cy="369332"/>
          </a:xfrm>
          <a:prstGeom prst="rect">
            <a:avLst/>
          </a:prstGeom>
          <a:noFill/>
        </p:spPr>
        <p:txBody>
          <a:bodyPr wrap="square" rtlCol="0">
            <a:spAutoFit/>
          </a:bodyPr>
          <a:lstStyle/>
          <a:p>
            <a:pPr algn="ctr"/>
            <a:r>
              <a:rPr lang="es-ES_tradnl" b="1" i="1" dirty="0"/>
              <a:t>x</a:t>
            </a:r>
          </a:p>
        </p:txBody>
      </p:sp>
      <p:grpSp>
        <p:nvGrpSpPr>
          <p:cNvPr id="25" name="Grupo 24">
            <a:extLst>
              <a:ext uri="{FF2B5EF4-FFF2-40B4-BE49-F238E27FC236}">
                <a16:creationId xmlns:a16="http://schemas.microsoft.com/office/drawing/2014/main" id="{5749D6BA-A47A-4AA1-1E83-CD33A616D6ED}"/>
              </a:ext>
            </a:extLst>
          </p:cNvPr>
          <p:cNvGrpSpPr/>
          <p:nvPr/>
        </p:nvGrpSpPr>
        <p:grpSpPr>
          <a:xfrm>
            <a:off x="2591231" y="4052811"/>
            <a:ext cx="8485201" cy="2301951"/>
            <a:chOff x="1431253" y="4136512"/>
            <a:chExt cx="8485201" cy="2301951"/>
          </a:xfrm>
        </p:grpSpPr>
        <p:sp>
          <p:nvSpPr>
            <p:cNvPr id="5" name="Rectángulo 4">
              <a:extLst>
                <a:ext uri="{FF2B5EF4-FFF2-40B4-BE49-F238E27FC236}">
                  <a16:creationId xmlns:a16="http://schemas.microsoft.com/office/drawing/2014/main" id="{32198900-16D4-189F-34C7-032354587DE6}"/>
                </a:ext>
              </a:extLst>
            </p:cNvPr>
            <p:cNvSpPr/>
            <p:nvPr/>
          </p:nvSpPr>
          <p:spPr>
            <a:xfrm>
              <a:off x="1431253" y="4555671"/>
              <a:ext cx="2547257"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Conjunto de datos de entrenamiento</a:t>
              </a:r>
            </a:p>
          </p:txBody>
        </p:sp>
        <p:sp>
          <p:nvSpPr>
            <p:cNvPr id="6" name="Rectángulo 5">
              <a:extLst>
                <a:ext uri="{FF2B5EF4-FFF2-40B4-BE49-F238E27FC236}">
                  <a16:creationId xmlns:a16="http://schemas.microsoft.com/office/drawing/2014/main" id="{74C6B772-1931-2EC6-DF3F-9C178AC59EBA}"/>
                </a:ext>
              </a:extLst>
            </p:cNvPr>
            <p:cNvSpPr/>
            <p:nvPr/>
          </p:nvSpPr>
          <p:spPr>
            <a:xfrm>
              <a:off x="4821940" y="4555671"/>
              <a:ext cx="2547257"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Algoritmo de aprendizaje (función hipótesis)</a:t>
              </a:r>
            </a:p>
          </p:txBody>
        </p:sp>
        <p:sp>
          <p:nvSpPr>
            <p:cNvPr id="7" name="Rectángulo 6">
              <a:extLst>
                <a:ext uri="{FF2B5EF4-FFF2-40B4-BE49-F238E27FC236}">
                  <a16:creationId xmlns:a16="http://schemas.microsoft.com/office/drawing/2014/main" id="{107B2FD5-26F9-FFCF-EFF1-1D106BDD4C17}"/>
                </a:ext>
              </a:extLst>
            </p:cNvPr>
            <p:cNvSpPr/>
            <p:nvPr/>
          </p:nvSpPr>
          <p:spPr>
            <a:xfrm>
              <a:off x="8163851" y="4762935"/>
              <a:ext cx="631372" cy="5325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b="1" i="1" dirty="0"/>
                <a:t>h</a:t>
              </a:r>
            </a:p>
          </p:txBody>
        </p:sp>
        <p:sp>
          <p:nvSpPr>
            <p:cNvPr id="8" name="CuadroTexto 7">
              <a:extLst>
                <a:ext uri="{FF2B5EF4-FFF2-40B4-BE49-F238E27FC236}">
                  <a16:creationId xmlns:a16="http://schemas.microsoft.com/office/drawing/2014/main" id="{6016867E-A99D-E3C3-EFC2-490933589637}"/>
                </a:ext>
              </a:extLst>
            </p:cNvPr>
            <p:cNvSpPr txBox="1"/>
            <p:nvPr/>
          </p:nvSpPr>
          <p:spPr>
            <a:xfrm>
              <a:off x="8893197" y="4829800"/>
              <a:ext cx="1023257" cy="369332"/>
            </a:xfrm>
            <a:prstGeom prst="rect">
              <a:avLst/>
            </a:prstGeom>
            <a:noFill/>
          </p:spPr>
          <p:txBody>
            <a:bodyPr wrap="square" rtlCol="0">
              <a:spAutoFit/>
            </a:bodyPr>
            <a:lstStyle/>
            <a:p>
              <a:r>
                <a:rPr lang="es-ES_tradnl" dirty="0"/>
                <a:t>Modelo</a:t>
              </a:r>
            </a:p>
          </p:txBody>
        </p:sp>
        <p:sp>
          <p:nvSpPr>
            <p:cNvPr id="11" name="CuadroTexto 10">
              <a:extLst>
                <a:ext uri="{FF2B5EF4-FFF2-40B4-BE49-F238E27FC236}">
                  <a16:creationId xmlns:a16="http://schemas.microsoft.com/office/drawing/2014/main" id="{3E506522-DFEB-3DAC-B777-9D216BD073F1}"/>
                </a:ext>
              </a:extLst>
            </p:cNvPr>
            <p:cNvSpPr txBox="1"/>
            <p:nvPr/>
          </p:nvSpPr>
          <p:spPr>
            <a:xfrm>
              <a:off x="7483493" y="5792132"/>
              <a:ext cx="1992085" cy="646331"/>
            </a:xfrm>
            <a:prstGeom prst="rect">
              <a:avLst/>
            </a:prstGeom>
            <a:noFill/>
          </p:spPr>
          <p:txBody>
            <a:bodyPr wrap="square" rtlCol="0">
              <a:spAutoFit/>
            </a:bodyPr>
            <a:lstStyle/>
            <a:p>
              <a:pPr algn="ctr"/>
              <a:r>
                <a:rPr lang="es-ES_tradnl" b="1" i="1" dirty="0"/>
                <a:t>y</a:t>
              </a:r>
              <a:r>
                <a:rPr lang="es-ES_tradnl" b="1" dirty="0"/>
                <a:t> </a:t>
              </a:r>
            </a:p>
            <a:p>
              <a:pPr algn="ctr"/>
              <a:r>
                <a:rPr lang="es-ES_tradnl" dirty="0"/>
                <a:t>(predicción)</a:t>
              </a:r>
            </a:p>
          </p:txBody>
        </p:sp>
        <p:cxnSp>
          <p:nvCxnSpPr>
            <p:cNvPr id="13" name="Conector recto de flecha 12">
              <a:extLst>
                <a:ext uri="{FF2B5EF4-FFF2-40B4-BE49-F238E27FC236}">
                  <a16:creationId xmlns:a16="http://schemas.microsoft.com/office/drawing/2014/main" id="{4846BB29-F410-7297-B4B5-722C05F571E8}"/>
                </a:ext>
              </a:extLst>
            </p:cNvPr>
            <p:cNvCxnSpPr>
              <a:stCxn id="5" idx="3"/>
              <a:endCxn id="6" idx="1"/>
            </p:cNvCxnSpPr>
            <p:nvPr/>
          </p:nvCxnSpPr>
          <p:spPr>
            <a:xfrm>
              <a:off x="3978510" y="5029200"/>
              <a:ext cx="8434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ector recto de flecha 16">
              <a:extLst>
                <a:ext uri="{FF2B5EF4-FFF2-40B4-BE49-F238E27FC236}">
                  <a16:creationId xmlns:a16="http://schemas.microsoft.com/office/drawing/2014/main" id="{3F270248-625A-49C6-E3A0-B57C709CC74F}"/>
                </a:ext>
              </a:extLst>
            </p:cNvPr>
            <p:cNvCxnSpPr>
              <a:stCxn id="6" idx="3"/>
              <a:endCxn id="7" idx="1"/>
            </p:cNvCxnSpPr>
            <p:nvPr/>
          </p:nvCxnSpPr>
          <p:spPr>
            <a:xfrm>
              <a:off x="7369197" y="5029200"/>
              <a:ext cx="794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ector recto de flecha 19">
              <a:extLst>
                <a:ext uri="{FF2B5EF4-FFF2-40B4-BE49-F238E27FC236}">
                  <a16:creationId xmlns:a16="http://schemas.microsoft.com/office/drawing/2014/main" id="{4DE7AAA4-BE48-B9EB-EB15-101983FE68B7}"/>
                </a:ext>
              </a:extLst>
            </p:cNvPr>
            <p:cNvCxnSpPr>
              <a:stCxn id="10" idx="2"/>
              <a:endCxn id="7" idx="0"/>
            </p:cNvCxnSpPr>
            <p:nvPr/>
          </p:nvCxnSpPr>
          <p:spPr>
            <a:xfrm flipH="1">
              <a:off x="8479537" y="4136512"/>
              <a:ext cx="6017" cy="6264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ector recto de flecha 22">
              <a:extLst>
                <a:ext uri="{FF2B5EF4-FFF2-40B4-BE49-F238E27FC236}">
                  <a16:creationId xmlns:a16="http://schemas.microsoft.com/office/drawing/2014/main" id="{7854BFE6-5297-239C-4137-44C1F2C1A654}"/>
                </a:ext>
              </a:extLst>
            </p:cNvPr>
            <p:cNvCxnSpPr>
              <a:stCxn id="7" idx="2"/>
              <a:endCxn id="11" idx="0"/>
            </p:cNvCxnSpPr>
            <p:nvPr/>
          </p:nvCxnSpPr>
          <p:spPr>
            <a:xfrm flipH="1">
              <a:off x="8479536" y="5295464"/>
              <a:ext cx="1" cy="496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934784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B3230-C50A-ED39-AEC1-94ED04F205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299A9D-2716-F264-5043-D39C7C604F1B}"/>
              </a:ext>
            </a:extLst>
          </p:cNvPr>
          <p:cNvSpPr>
            <a:spLocks noGrp="1"/>
          </p:cNvSpPr>
          <p:nvPr>
            <p:ph type="title"/>
          </p:nvPr>
        </p:nvSpPr>
        <p:spPr/>
        <p:txBody>
          <a:bodyPr/>
          <a:lstStyle/>
          <a:p>
            <a:r>
              <a:rPr lang="es-ES_tradnl" dirty="0"/>
              <a:t>Aprendizaje supervisado</a:t>
            </a:r>
          </a:p>
        </p:txBody>
      </p:sp>
      <p:sp>
        <p:nvSpPr>
          <p:cNvPr id="3" name="Marcador de contenido 2">
            <a:extLst>
              <a:ext uri="{FF2B5EF4-FFF2-40B4-BE49-F238E27FC236}">
                <a16:creationId xmlns:a16="http://schemas.microsoft.com/office/drawing/2014/main" id="{F7E61045-9F25-77C6-1419-1E924AD03166}"/>
              </a:ext>
            </a:extLst>
          </p:cNvPr>
          <p:cNvSpPr>
            <a:spLocks noGrp="1"/>
          </p:cNvSpPr>
          <p:nvPr>
            <p:ph idx="1"/>
          </p:nvPr>
        </p:nvSpPr>
        <p:spPr>
          <a:xfrm>
            <a:off x="908304" y="1581912"/>
            <a:ext cx="10168128" cy="2304288"/>
          </a:xfrm>
        </p:spPr>
        <p:txBody>
          <a:bodyPr/>
          <a:lstStyle/>
          <a:p>
            <a:r>
              <a:rPr lang="es-ES_tradnl" dirty="0"/>
              <a:t>”Es la tarea de aprendizaje automático que consiste en aprender una función que mapea una entrada a una salida basada en pares de entrada-salida de ejemplo” </a:t>
            </a:r>
            <a:r>
              <a:rPr lang="es-ES_tradnl" i="1" baseline="30000" dirty="0"/>
              <a:t>2</a:t>
            </a:r>
          </a:p>
          <a:p>
            <a:r>
              <a:rPr lang="es-ES_tradnl" dirty="0"/>
              <a:t>La función resultante es utilizada posteriormente para predecir valores a partir de ejemplos de datos no etiquetados.</a:t>
            </a:r>
          </a:p>
        </p:txBody>
      </p:sp>
      <p:sp>
        <p:nvSpPr>
          <p:cNvPr id="4" name="Marcador de pie de página 3">
            <a:extLst>
              <a:ext uri="{FF2B5EF4-FFF2-40B4-BE49-F238E27FC236}">
                <a16:creationId xmlns:a16="http://schemas.microsoft.com/office/drawing/2014/main" id="{2D39DFF7-8C44-B130-C962-39867FF96E09}"/>
              </a:ext>
            </a:extLst>
          </p:cNvPr>
          <p:cNvSpPr>
            <a:spLocks noGrp="1"/>
          </p:cNvSpPr>
          <p:nvPr>
            <p:ph type="ftr" sz="quarter" idx="11"/>
          </p:nvPr>
        </p:nvSpPr>
        <p:spPr>
          <a:xfrm>
            <a:off x="457199" y="6172200"/>
            <a:ext cx="10711543" cy="365125"/>
          </a:xfrm>
        </p:spPr>
        <p:txBody>
          <a:bodyPr/>
          <a:lstStyle/>
          <a:p>
            <a:pPr algn="l"/>
            <a:r>
              <a:rPr lang="en-US" dirty="0"/>
              <a:t>[2] Mehryar </a:t>
            </a:r>
            <a:r>
              <a:rPr lang="en-US" dirty="0" err="1"/>
              <a:t>Mohri</a:t>
            </a:r>
            <a:r>
              <a:rPr lang="en-US" dirty="0"/>
              <a:t> (2012). Foundations of Machine Learning. The MIT Press.</a:t>
            </a:r>
          </a:p>
        </p:txBody>
      </p:sp>
      <p:sp>
        <p:nvSpPr>
          <p:cNvPr id="10" name="CuadroTexto 9">
            <a:extLst>
              <a:ext uri="{FF2B5EF4-FFF2-40B4-BE49-F238E27FC236}">
                <a16:creationId xmlns:a16="http://schemas.microsoft.com/office/drawing/2014/main" id="{222E82BC-C8D0-DB41-F533-C31C381CF197}"/>
              </a:ext>
            </a:extLst>
          </p:cNvPr>
          <p:cNvSpPr txBox="1"/>
          <p:nvPr/>
        </p:nvSpPr>
        <p:spPr>
          <a:xfrm>
            <a:off x="9400464" y="3688427"/>
            <a:ext cx="505969" cy="369332"/>
          </a:xfrm>
          <a:prstGeom prst="rect">
            <a:avLst/>
          </a:prstGeom>
          <a:noFill/>
        </p:spPr>
        <p:txBody>
          <a:bodyPr wrap="square" rtlCol="0">
            <a:spAutoFit/>
          </a:bodyPr>
          <a:lstStyle/>
          <a:p>
            <a:pPr algn="ctr"/>
            <a:r>
              <a:rPr lang="es-ES_tradnl" b="1" i="1" dirty="0"/>
              <a:t>x</a:t>
            </a:r>
          </a:p>
        </p:txBody>
      </p:sp>
      <p:grpSp>
        <p:nvGrpSpPr>
          <p:cNvPr id="25" name="Grupo 24">
            <a:extLst>
              <a:ext uri="{FF2B5EF4-FFF2-40B4-BE49-F238E27FC236}">
                <a16:creationId xmlns:a16="http://schemas.microsoft.com/office/drawing/2014/main" id="{CA750539-1B90-A334-B558-0F9CB44C7994}"/>
              </a:ext>
            </a:extLst>
          </p:cNvPr>
          <p:cNvGrpSpPr/>
          <p:nvPr/>
        </p:nvGrpSpPr>
        <p:grpSpPr>
          <a:xfrm>
            <a:off x="2591231" y="4057759"/>
            <a:ext cx="8485201" cy="2297003"/>
            <a:chOff x="1431253" y="4141460"/>
            <a:chExt cx="8485201" cy="2297003"/>
          </a:xfrm>
        </p:grpSpPr>
        <p:sp>
          <p:nvSpPr>
            <p:cNvPr id="5" name="Rectángulo 4">
              <a:extLst>
                <a:ext uri="{FF2B5EF4-FFF2-40B4-BE49-F238E27FC236}">
                  <a16:creationId xmlns:a16="http://schemas.microsoft.com/office/drawing/2014/main" id="{DF9623CE-A76B-EEA3-E112-0F8E41C9C87C}"/>
                </a:ext>
              </a:extLst>
            </p:cNvPr>
            <p:cNvSpPr/>
            <p:nvPr/>
          </p:nvSpPr>
          <p:spPr>
            <a:xfrm>
              <a:off x="1431253" y="4555671"/>
              <a:ext cx="2547257"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Conjunto de datos de entrenamiento</a:t>
              </a:r>
            </a:p>
          </p:txBody>
        </p:sp>
        <p:sp>
          <p:nvSpPr>
            <p:cNvPr id="6" name="Rectángulo 5">
              <a:extLst>
                <a:ext uri="{FF2B5EF4-FFF2-40B4-BE49-F238E27FC236}">
                  <a16:creationId xmlns:a16="http://schemas.microsoft.com/office/drawing/2014/main" id="{A795FCD2-FBD3-4923-FEC9-D8EDD0D98454}"/>
                </a:ext>
              </a:extLst>
            </p:cNvPr>
            <p:cNvSpPr/>
            <p:nvPr/>
          </p:nvSpPr>
          <p:spPr>
            <a:xfrm>
              <a:off x="4821940" y="4555671"/>
              <a:ext cx="2547257"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Algoritmo de aprendizaje (función hipótesis)</a:t>
              </a:r>
            </a:p>
          </p:txBody>
        </p:sp>
        <p:sp>
          <p:nvSpPr>
            <p:cNvPr id="7" name="Rectángulo 6">
              <a:extLst>
                <a:ext uri="{FF2B5EF4-FFF2-40B4-BE49-F238E27FC236}">
                  <a16:creationId xmlns:a16="http://schemas.microsoft.com/office/drawing/2014/main" id="{21779FB9-334A-5426-0371-0B3FAF2599DD}"/>
                </a:ext>
              </a:extLst>
            </p:cNvPr>
            <p:cNvSpPr/>
            <p:nvPr/>
          </p:nvSpPr>
          <p:spPr>
            <a:xfrm>
              <a:off x="8163851" y="4762935"/>
              <a:ext cx="631372" cy="5325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b="1" i="1" dirty="0"/>
                <a:t>h</a:t>
              </a:r>
            </a:p>
          </p:txBody>
        </p:sp>
        <p:sp>
          <p:nvSpPr>
            <p:cNvPr id="8" name="CuadroTexto 7">
              <a:extLst>
                <a:ext uri="{FF2B5EF4-FFF2-40B4-BE49-F238E27FC236}">
                  <a16:creationId xmlns:a16="http://schemas.microsoft.com/office/drawing/2014/main" id="{E25A2F3C-AC8B-F47D-6567-4D2512D3F6B5}"/>
                </a:ext>
              </a:extLst>
            </p:cNvPr>
            <p:cNvSpPr txBox="1"/>
            <p:nvPr/>
          </p:nvSpPr>
          <p:spPr>
            <a:xfrm>
              <a:off x="8893197" y="4829800"/>
              <a:ext cx="1023257" cy="369332"/>
            </a:xfrm>
            <a:prstGeom prst="rect">
              <a:avLst/>
            </a:prstGeom>
            <a:noFill/>
          </p:spPr>
          <p:txBody>
            <a:bodyPr wrap="square" rtlCol="0">
              <a:spAutoFit/>
            </a:bodyPr>
            <a:lstStyle/>
            <a:p>
              <a:r>
                <a:rPr lang="es-ES_tradnl" dirty="0"/>
                <a:t>Modelo</a:t>
              </a:r>
            </a:p>
          </p:txBody>
        </p:sp>
        <p:sp>
          <p:nvSpPr>
            <p:cNvPr id="11" name="CuadroTexto 10">
              <a:extLst>
                <a:ext uri="{FF2B5EF4-FFF2-40B4-BE49-F238E27FC236}">
                  <a16:creationId xmlns:a16="http://schemas.microsoft.com/office/drawing/2014/main" id="{3841072A-3EDE-5438-E5D8-66D656BE4683}"/>
                </a:ext>
              </a:extLst>
            </p:cNvPr>
            <p:cNvSpPr txBox="1"/>
            <p:nvPr/>
          </p:nvSpPr>
          <p:spPr>
            <a:xfrm>
              <a:off x="7483493" y="5792132"/>
              <a:ext cx="1992085" cy="646331"/>
            </a:xfrm>
            <a:prstGeom prst="rect">
              <a:avLst/>
            </a:prstGeom>
            <a:noFill/>
          </p:spPr>
          <p:txBody>
            <a:bodyPr wrap="square" rtlCol="0">
              <a:spAutoFit/>
            </a:bodyPr>
            <a:lstStyle/>
            <a:p>
              <a:pPr algn="ctr"/>
              <a:r>
                <a:rPr lang="es-ES_tradnl" b="1" i="1" dirty="0"/>
                <a:t>y</a:t>
              </a:r>
              <a:r>
                <a:rPr lang="es-ES_tradnl" b="1" dirty="0"/>
                <a:t> </a:t>
              </a:r>
            </a:p>
            <a:p>
              <a:pPr algn="ctr"/>
              <a:r>
                <a:rPr lang="es-ES_tradnl" dirty="0"/>
                <a:t>(predicción)</a:t>
              </a:r>
            </a:p>
          </p:txBody>
        </p:sp>
        <p:cxnSp>
          <p:nvCxnSpPr>
            <p:cNvPr id="13" name="Conector recto de flecha 12">
              <a:extLst>
                <a:ext uri="{FF2B5EF4-FFF2-40B4-BE49-F238E27FC236}">
                  <a16:creationId xmlns:a16="http://schemas.microsoft.com/office/drawing/2014/main" id="{5E8BB85B-E202-0F48-63B1-A30B8C385E72}"/>
                </a:ext>
              </a:extLst>
            </p:cNvPr>
            <p:cNvCxnSpPr>
              <a:stCxn id="5" idx="3"/>
              <a:endCxn id="6" idx="1"/>
            </p:cNvCxnSpPr>
            <p:nvPr/>
          </p:nvCxnSpPr>
          <p:spPr>
            <a:xfrm>
              <a:off x="3978510" y="5029200"/>
              <a:ext cx="8434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ector recto de flecha 16">
              <a:extLst>
                <a:ext uri="{FF2B5EF4-FFF2-40B4-BE49-F238E27FC236}">
                  <a16:creationId xmlns:a16="http://schemas.microsoft.com/office/drawing/2014/main" id="{C2389CBA-C3BF-EB70-E3B2-CCA07D54791A}"/>
                </a:ext>
              </a:extLst>
            </p:cNvPr>
            <p:cNvCxnSpPr>
              <a:stCxn id="6" idx="3"/>
              <a:endCxn id="7" idx="1"/>
            </p:cNvCxnSpPr>
            <p:nvPr/>
          </p:nvCxnSpPr>
          <p:spPr>
            <a:xfrm>
              <a:off x="7369197" y="5029200"/>
              <a:ext cx="794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ector recto de flecha 19">
              <a:extLst>
                <a:ext uri="{FF2B5EF4-FFF2-40B4-BE49-F238E27FC236}">
                  <a16:creationId xmlns:a16="http://schemas.microsoft.com/office/drawing/2014/main" id="{B16EAA4D-64BA-D649-4F94-634607665DF7}"/>
                </a:ext>
              </a:extLst>
            </p:cNvPr>
            <p:cNvCxnSpPr>
              <a:stCxn id="10" idx="2"/>
              <a:endCxn id="7" idx="0"/>
            </p:cNvCxnSpPr>
            <p:nvPr/>
          </p:nvCxnSpPr>
          <p:spPr>
            <a:xfrm flipH="1">
              <a:off x="8479537" y="4141460"/>
              <a:ext cx="13934" cy="6214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ector recto de flecha 22">
              <a:extLst>
                <a:ext uri="{FF2B5EF4-FFF2-40B4-BE49-F238E27FC236}">
                  <a16:creationId xmlns:a16="http://schemas.microsoft.com/office/drawing/2014/main" id="{93624AD2-DFDE-A855-F80A-C5FC058C587E}"/>
                </a:ext>
              </a:extLst>
            </p:cNvPr>
            <p:cNvCxnSpPr>
              <a:stCxn id="7" idx="2"/>
              <a:endCxn id="11" idx="0"/>
            </p:cNvCxnSpPr>
            <p:nvPr/>
          </p:nvCxnSpPr>
          <p:spPr>
            <a:xfrm flipH="1">
              <a:off x="8479536" y="5295464"/>
              <a:ext cx="1" cy="4966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aphicFrame>
        <p:nvGraphicFramePr>
          <p:cNvPr id="9" name="Tabla 8">
            <a:extLst>
              <a:ext uri="{FF2B5EF4-FFF2-40B4-BE49-F238E27FC236}">
                <a16:creationId xmlns:a16="http://schemas.microsoft.com/office/drawing/2014/main" id="{E06CA622-FC07-BF75-3658-0158C94D4496}"/>
              </a:ext>
            </a:extLst>
          </p:cNvPr>
          <p:cNvGraphicFramePr>
            <a:graphicFrameLocks noGrp="1"/>
          </p:cNvGraphicFramePr>
          <p:nvPr>
            <p:extLst>
              <p:ext uri="{D42A27DB-BD31-4B8C-83A1-F6EECF244321}">
                <p14:modId xmlns:p14="http://schemas.microsoft.com/office/powerpoint/2010/main" val="65572173"/>
              </p:ext>
            </p:extLst>
          </p:nvPr>
        </p:nvGraphicFramePr>
        <p:xfrm>
          <a:off x="919844" y="4171640"/>
          <a:ext cx="1513544" cy="1768675"/>
        </p:xfrm>
        <a:graphic>
          <a:graphicData uri="http://schemas.openxmlformats.org/drawingml/2006/table">
            <a:tbl>
              <a:tblPr firstRow="1" bandRow="1">
                <a:tableStyleId>{93296810-A885-4BE3-A3E7-6D5BEEA58F35}</a:tableStyleId>
              </a:tblPr>
              <a:tblGrid>
                <a:gridCol w="736398">
                  <a:extLst>
                    <a:ext uri="{9D8B030D-6E8A-4147-A177-3AD203B41FA5}">
                      <a16:colId xmlns:a16="http://schemas.microsoft.com/office/drawing/2014/main" val="3208915309"/>
                    </a:ext>
                  </a:extLst>
                </a:gridCol>
                <a:gridCol w="777146">
                  <a:extLst>
                    <a:ext uri="{9D8B030D-6E8A-4147-A177-3AD203B41FA5}">
                      <a16:colId xmlns:a16="http://schemas.microsoft.com/office/drawing/2014/main" val="954693581"/>
                    </a:ext>
                  </a:extLst>
                </a:gridCol>
              </a:tblGrid>
              <a:tr h="268391">
                <a:tc>
                  <a:txBody>
                    <a:bodyPr/>
                    <a:lstStyle/>
                    <a:p>
                      <a:r>
                        <a:rPr lang="es-ES_tradnl" sz="1100" dirty="0"/>
                        <a:t>email</a:t>
                      </a:r>
                    </a:p>
                  </a:txBody>
                  <a:tcPr/>
                </a:tc>
                <a:tc>
                  <a:txBody>
                    <a:bodyPr/>
                    <a:lstStyle/>
                    <a:p>
                      <a:r>
                        <a:rPr lang="es-ES_tradnl" sz="1100" dirty="0"/>
                        <a:t>etiqueta</a:t>
                      </a:r>
                    </a:p>
                  </a:txBody>
                  <a:tcPr/>
                </a:tc>
                <a:extLst>
                  <a:ext uri="{0D108BD9-81ED-4DB2-BD59-A6C34878D82A}">
                    <a16:rowId xmlns:a16="http://schemas.microsoft.com/office/drawing/2014/main" val="1527815023"/>
                  </a:ext>
                </a:extLst>
              </a:tr>
              <a:tr h="268391">
                <a:tc>
                  <a:txBody>
                    <a:bodyPr/>
                    <a:lstStyle/>
                    <a:p>
                      <a:r>
                        <a:rPr lang="es-ES_tradnl" sz="1100" dirty="0"/>
                        <a:t>email_1</a:t>
                      </a:r>
                    </a:p>
                  </a:txBody>
                  <a:tcPr/>
                </a:tc>
                <a:tc>
                  <a:txBody>
                    <a:bodyPr/>
                    <a:lstStyle/>
                    <a:p>
                      <a:r>
                        <a:rPr lang="es-ES_tradnl" sz="1100" dirty="0"/>
                        <a:t>SPAM</a:t>
                      </a:r>
                    </a:p>
                  </a:txBody>
                  <a:tcPr/>
                </a:tc>
                <a:extLst>
                  <a:ext uri="{0D108BD9-81ED-4DB2-BD59-A6C34878D82A}">
                    <a16:rowId xmlns:a16="http://schemas.microsoft.com/office/drawing/2014/main" val="3535353263"/>
                  </a:ext>
                </a:extLst>
              </a:tr>
              <a:tr h="268391">
                <a:tc>
                  <a:txBody>
                    <a:bodyPr/>
                    <a:lstStyle/>
                    <a:p>
                      <a:r>
                        <a:rPr lang="es-ES_tradnl" sz="1100" dirty="0"/>
                        <a:t>email_2</a:t>
                      </a:r>
                    </a:p>
                  </a:txBody>
                  <a:tcPr/>
                </a:tc>
                <a:tc>
                  <a:txBody>
                    <a:bodyPr/>
                    <a:lstStyle/>
                    <a:p>
                      <a:r>
                        <a:rPr lang="es-ES_tradnl" sz="1100" dirty="0"/>
                        <a:t>NO SPAM</a:t>
                      </a:r>
                    </a:p>
                  </a:txBody>
                  <a:tcPr/>
                </a:tc>
                <a:extLst>
                  <a:ext uri="{0D108BD9-81ED-4DB2-BD59-A6C34878D82A}">
                    <a16:rowId xmlns:a16="http://schemas.microsoft.com/office/drawing/2014/main" val="1509784538"/>
                  </a:ext>
                </a:extLst>
              </a:tr>
              <a:tr h="268391">
                <a:tc>
                  <a:txBody>
                    <a:bodyPr/>
                    <a:lstStyle/>
                    <a:p>
                      <a:r>
                        <a:rPr lang="es-ES_tradnl" sz="1100" dirty="0"/>
                        <a:t>email_3</a:t>
                      </a:r>
                    </a:p>
                  </a:txBody>
                  <a:tcPr/>
                </a:tc>
                <a:tc>
                  <a:txBody>
                    <a:bodyPr/>
                    <a:lstStyle/>
                    <a:p>
                      <a:r>
                        <a:rPr lang="es-ES_tradnl" sz="1100" dirty="0"/>
                        <a:t>SPAM</a:t>
                      </a:r>
                    </a:p>
                  </a:txBody>
                  <a:tcPr/>
                </a:tc>
                <a:extLst>
                  <a:ext uri="{0D108BD9-81ED-4DB2-BD59-A6C34878D82A}">
                    <a16:rowId xmlns:a16="http://schemas.microsoft.com/office/drawing/2014/main" val="4236381925"/>
                  </a:ext>
                </a:extLst>
              </a:tr>
              <a:tr h="268391">
                <a:tc>
                  <a:txBody>
                    <a:bodyPr/>
                    <a:lstStyle/>
                    <a:p>
                      <a:r>
                        <a:rPr lang="es-ES_tradnl" sz="1100" dirty="0"/>
                        <a:t>…</a:t>
                      </a:r>
                    </a:p>
                  </a:txBody>
                  <a:tcPr vert="vert" anchor="ctr"/>
                </a:tc>
                <a:tc>
                  <a:txBody>
                    <a:bodyPr/>
                    <a:lstStyle/>
                    <a:p>
                      <a:r>
                        <a:rPr lang="es-ES_tradnl" sz="1100" dirty="0"/>
                        <a:t>…</a:t>
                      </a:r>
                    </a:p>
                  </a:txBody>
                  <a:tcPr vert="vert" anchor="ctr"/>
                </a:tc>
                <a:extLst>
                  <a:ext uri="{0D108BD9-81ED-4DB2-BD59-A6C34878D82A}">
                    <a16:rowId xmlns:a16="http://schemas.microsoft.com/office/drawing/2014/main" val="1576112715"/>
                  </a:ext>
                </a:extLst>
              </a:tr>
              <a:tr h="268391">
                <a:tc>
                  <a:txBody>
                    <a:bodyPr/>
                    <a:lstStyle/>
                    <a:p>
                      <a:r>
                        <a:rPr lang="es-ES_tradnl" sz="1100" dirty="0" err="1"/>
                        <a:t>email_n</a:t>
                      </a:r>
                      <a:endParaRPr lang="es-ES_tradnl" sz="1100" dirty="0"/>
                    </a:p>
                  </a:txBody>
                  <a:tcPr/>
                </a:tc>
                <a:tc>
                  <a:txBody>
                    <a:bodyPr/>
                    <a:lstStyle/>
                    <a:p>
                      <a:r>
                        <a:rPr lang="es-ES_tradnl" sz="1100" dirty="0"/>
                        <a:t>SPAM</a:t>
                      </a:r>
                    </a:p>
                  </a:txBody>
                  <a:tcPr/>
                </a:tc>
                <a:extLst>
                  <a:ext uri="{0D108BD9-81ED-4DB2-BD59-A6C34878D82A}">
                    <a16:rowId xmlns:a16="http://schemas.microsoft.com/office/drawing/2014/main" val="2249696085"/>
                  </a:ext>
                </a:extLst>
              </a:tr>
            </a:tbl>
          </a:graphicData>
        </a:graphic>
      </p:graphicFrame>
    </p:spTree>
    <p:extLst>
      <p:ext uri="{BB962C8B-B14F-4D97-AF65-F5344CB8AC3E}">
        <p14:creationId xmlns:p14="http://schemas.microsoft.com/office/powerpoint/2010/main" val="3492576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2599D1-3B79-225C-D0E7-765CF4CC9517}"/>
              </a:ext>
            </a:extLst>
          </p:cNvPr>
          <p:cNvSpPr>
            <a:spLocks noGrp="1"/>
          </p:cNvSpPr>
          <p:nvPr>
            <p:ph type="title"/>
          </p:nvPr>
        </p:nvSpPr>
        <p:spPr/>
        <p:txBody>
          <a:bodyPr/>
          <a:lstStyle/>
          <a:p>
            <a:r>
              <a:rPr lang="es-ES_tradnl" dirty="0"/>
              <a:t>Aprendizaje supervisado</a:t>
            </a:r>
          </a:p>
        </p:txBody>
      </p:sp>
      <p:sp>
        <p:nvSpPr>
          <p:cNvPr id="3" name="Marcador de contenido 2">
            <a:extLst>
              <a:ext uri="{FF2B5EF4-FFF2-40B4-BE49-F238E27FC236}">
                <a16:creationId xmlns:a16="http://schemas.microsoft.com/office/drawing/2014/main" id="{F1B7CB90-60B8-BD7D-FA94-4EB5B5BD55AC}"/>
              </a:ext>
            </a:extLst>
          </p:cNvPr>
          <p:cNvSpPr>
            <a:spLocks noGrp="1"/>
          </p:cNvSpPr>
          <p:nvPr>
            <p:ph idx="1"/>
          </p:nvPr>
        </p:nvSpPr>
        <p:spPr>
          <a:xfrm>
            <a:off x="832540" y="1872342"/>
            <a:ext cx="10168128" cy="4730932"/>
          </a:xfrm>
        </p:spPr>
        <p:txBody>
          <a:bodyPr/>
          <a:lstStyle/>
          <a:p>
            <a:pPr marL="0" indent="0">
              <a:buNone/>
            </a:pPr>
            <a:r>
              <a:rPr lang="es-ES_tradnl" dirty="0"/>
              <a:t>Existen dos tipos principales de aprendizaje supervisado:</a:t>
            </a:r>
          </a:p>
          <a:p>
            <a:r>
              <a:rPr lang="es-ES_tradnl" b="1" dirty="0"/>
              <a:t>Regresión: </a:t>
            </a:r>
            <a:r>
              <a:rPr lang="es-ES_tradnl" dirty="0"/>
              <a:t>Intenta predecir valores continuos (el valor se encuentra dentro de un rango muy amplio de valores).</a:t>
            </a:r>
          </a:p>
          <a:p>
            <a:pPr lvl="1"/>
            <a:r>
              <a:rPr lang="es-ES_tradnl" dirty="0"/>
              <a:t>El coste de una casa</a:t>
            </a:r>
          </a:p>
          <a:p>
            <a:pPr lvl="1"/>
            <a:r>
              <a:rPr lang="es-ES_tradnl" dirty="0"/>
              <a:t>La cantidad de personas con ciertas preferencias de compras,</a:t>
            </a:r>
          </a:p>
          <a:p>
            <a:r>
              <a:rPr lang="es-ES_tradnl" b="1" dirty="0"/>
              <a:t>Clasificación: </a:t>
            </a:r>
            <a:r>
              <a:rPr lang="es-ES_tradnl" dirty="0"/>
              <a:t>Intenta predecir valores discretos (el valor se encuentra en un rango muy acotado)</a:t>
            </a:r>
          </a:p>
          <a:p>
            <a:pPr lvl="1"/>
            <a:r>
              <a:rPr lang="es-ES_tradnl" dirty="0"/>
              <a:t>Clasificación de correos electrónicos como spam o no spam</a:t>
            </a:r>
          </a:p>
          <a:p>
            <a:pPr lvl="1"/>
            <a:r>
              <a:rPr lang="es-ES_tradnl" dirty="0"/>
              <a:t>Si una imagen pertenece a un gato o a un perro</a:t>
            </a:r>
          </a:p>
          <a:p>
            <a:pPr marL="0" indent="0">
              <a:buNone/>
            </a:pPr>
            <a:endParaRPr lang="es-ES_tradnl" dirty="0"/>
          </a:p>
        </p:txBody>
      </p:sp>
    </p:spTree>
    <p:extLst>
      <p:ext uri="{BB962C8B-B14F-4D97-AF65-F5344CB8AC3E}">
        <p14:creationId xmlns:p14="http://schemas.microsoft.com/office/powerpoint/2010/main" val="2966280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E03D-6773-2EAD-6DA5-A7E5A2EAA7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A6917B-F999-C052-A38C-9354AAA3828B}"/>
              </a:ext>
            </a:extLst>
          </p:cNvPr>
          <p:cNvSpPr>
            <a:spLocks noGrp="1"/>
          </p:cNvSpPr>
          <p:nvPr>
            <p:ph type="title"/>
          </p:nvPr>
        </p:nvSpPr>
        <p:spPr>
          <a:xfrm>
            <a:off x="669254" y="239487"/>
            <a:ext cx="10168128" cy="1179576"/>
          </a:xfrm>
        </p:spPr>
        <p:txBody>
          <a:bodyPr>
            <a:normAutofit/>
          </a:bodyPr>
          <a:lstStyle/>
          <a:p>
            <a:r>
              <a:rPr lang="es-ES_tradnl" dirty="0"/>
              <a:t>Aprendizaje supervisado</a:t>
            </a:r>
            <a:br>
              <a:rPr lang="es-ES_tradnl" dirty="0"/>
            </a:br>
            <a:r>
              <a:rPr lang="es-ES_tradnl" sz="3200" dirty="0"/>
              <a:t>Regresión</a:t>
            </a:r>
            <a:endParaRPr lang="es-ES_tradnl" dirty="0"/>
          </a:p>
        </p:txBody>
      </p:sp>
      <p:sp>
        <p:nvSpPr>
          <p:cNvPr id="3" name="Marcador de contenido 2">
            <a:extLst>
              <a:ext uri="{FF2B5EF4-FFF2-40B4-BE49-F238E27FC236}">
                <a16:creationId xmlns:a16="http://schemas.microsoft.com/office/drawing/2014/main" id="{B2EDA2D9-6906-1168-D216-EB98D3797660}"/>
              </a:ext>
            </a:extLst>
          </p:cNvPr>
          <p:cNvSpPr>
            <a:spLocks noGrp="1"/>
          </p:cNvSpPr>
          <p:nvPr>
            <p:ph idx="1"/>
          </p:nvPr>
        </p:nvSpPr>
        <p:spPr>
          <a:xfrm>
            <a:off x="337457" y="1552738"/>
            <a:ext cx="11734800" cy="1876262"/>
          </a:xfrm>
        </p:spPr>
        <p:txBody>
          <a:bodyPr>
            <a:normAutofit fontScale="77500" lnSpcReduction="20000"/>
          </a:bodyPr>
          <a:lstStyle/>
          <a:p>
            <a:pPr marL="0" indent="0">
              <a:buNone/>
            </a:pPr>
            <a:r>
              <a:rPr lang="es-ES_tradnl"/>
              <a:t>Como ejemplo, suponga el coste que tendría un incidente de seguridad.</a:t>
            </a:r>
          </a:p>
          <a:p>
            <a:r>
              <a:rPr lang="es-ES_tradnl"/>
              <a:t>Se deberá recolectar información sobre incidentes de seguridad que hayan ocurrido con anterioridad (experiencia).</a:t>
            </a:r>
          </a:p>
          <a:p>
            <a:r>
              <a:rPr lang="es-ES_tradnl"/>
              <a:t>Debemos extraer las </a:t>
            </a:r>
            <a:r>
              <a:rPr lang="es-ES_tradnl" b="1"/>
              <a:t>características</a:t>
            </a:r>
            <a:r>
              <a:rPr lang="es-ES_tradnl"/>
              <a:t> del incidente, por ejemplo, </a:t>
            </a:r>
            <a:r>
              <a:rPr lang="es-ES_tradnl" i="1" u="sng"/>
              <a:t>el número de equipos que se vieron afectados</a:t>
            </a:r>
            <a:r>
              <a:rPr lang="es-ES_tradnl"/>
              <a:t>, asociadas con la </a:t>
            </a:r>
            <a:r>
              <a:rPr lang="es-ES_tradnl" b="1"/>
              <a:t>etiqueta</a:t>
            </a:r>
            <a:r>
              <a:rPr lang="es-ES_tradnl"/>
              <a:t> (el valor de salida), que en este caso será </a:t>
            </a:r>
            <a:r>
              <a:rPr lang="es-ES_tradnl" i="1" u="sng"/>
              <a:t>el coste del incidente</a:t>
            </a:r>
            <a:r>
              <a:rPr lang="es-ES_tradnl"/>
              <a:t>.</a:t>
            </a:r>
          </a:p>
          <a:p>
            <a:endParaRPr lang="es-ES_tradnl" dirty="0"/>
          </a:p>
        </p:txBody>
      </p:sp>
      <p:graphicFrame>
        <p:nvGraphicFramePr>
          <p:cNvPr id="4" name="Tabla 3">
            <a:extLst>
              <a:ext uri="{FF2B5EF4-FFF2-40B4-BE49-F238E27FC236}">
                <a16:creationId xmlns:a16="http://schemas.microsoft.com/office/drawing/2014/main" id="{5F5C5D4D-AA30-6948-835F-D9DEAEC6228F}"/>
              </a:ext>
            </a:extLst>
          </p:cNvPr>
          <p:cNvGraphicFramePr>
            <a:graphicFrameLocks noGrp="1"/>
          </p:cNvGraphicFramePr>
          <p:nvPr/>
        </p:nvGraphicFramePr>
        <p:xfrm>
          <a:off x="669254" y="3255491"/>
          <a:ext cx="2794000" cy="3238500"/>
        </p:xfrm>
        <a:graphic>
          <a:graphicData uri="http://schemas.openxmlformats.org/drawingml/2006/table">
            <a:tbl>
              <a:tblPr>
                <a:tableStyleId>{5C22544A-7EE6-4342-B048-85BDC9FD1C3A}</a:tableStyleId>
              </a:tblPr>
              <a:tblGrid>
                <a:gridCol w="826796">
                  <a:extLst>
                    <a:ext uri="{9D8B030D-6E8A-4147-A177-3AD203B41FA5}">
                      <a16:colId xmlns:a16="http://schemas.microsoft.com/office/drawing/2014/main" val="3627769135"/>
                    </a:ext>
                  </a:extLst>
                </a:gridCol>
                <a:gridCol w="978850">
                  <a:extLst>
                    <a:ext uri="{9D8B030D-6E8A-4147-A177-3AD203B41FA5}">
                      <a16:colId xmlns:a16="http://schemas.microsoft.com/office/drawing/2014/main" val="362487246"/>
                    </a:ext>
                  </a:extLst>
                </a:gridCol>
                <a:gridCol w="988354">
                  <a:extLst>
                    <a:ext uri="{9D8B030D-6E8A-4147-A177-3AD203B41FA5}">
                      <a16:colId xmlns:a16="http://schemas.microsoft.com/office/drawing/2014/main" val="1526303444"/>
                    </a:ext>
                  </a:extLst>
                </a:gridCol>
              </a:tblGrid>
              <a:tr h="596900">
                <a:tc>
                  <a:txBody>
                    <a:bodyPr/>
                    <a:lstStyle/>
                    <a:p>
                      <a:pPr algn="l" fontAlgn="ctr">
                        <a:buNone/>
                      </a:pPr>
                      <a:r>
                        <a:rPr lang="es-MX" sz="1200" u="none" strike="noStrike">
                          <a:effectLst/>
                        </a:rPr>
                        <a:t>Incidente</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(x)                            # equipos afectados</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(y)                     costo incidente $</a:t>
                      </a:r>
                      <a:endParaRPr lang="es-MX" sz="1200" b="1" i="0" u="none" strike="noStrike">
                        <a:solidFill>
                          <a:srgbClr val="FFFFFF"/>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47663460"/>
                  </a:ext>
                </a:extLst>
              </a:tr>
              <a:tr h="203200">
                <a:tc>
                  <a:txBody>
                    <a:bodyPr/>
                    <a:lstStyle/>
                    <a:p>
                      <a:pPr algn="r" fontAlgn="ctr">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500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10000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085289115"/>
                  </a:ext>
                </a:extLst>
              </a:tr>
              <a:tr h="203200">
                <a:tc>
                  <a:txBody>
                    <a:bodyPr/>
                    <a:lstStyle/>
                    <a:p>
                      <a:pPr algn="r" fontAlgn="ctr">
                        <a:buNone/>
                      </a:pPr>
                      <a:r>
                        <a:rPr lang="es-MX" sz="1200" u="none" strike="noStrike">
                          <a:effectLst/>
                        </a:rPr>
                        <a:t>2</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800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11000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527056565"/>
                  </a:ext>
                </a:extLst>
              </a:tr>
              <a:tr h="203200">
                <a:tc>
                  <a:txBody>
                    <a:bodyPr/>
                    <a:lstStyle/>
                    <a:p>
                      <a:pPr algn="r" fontAlgn="ctr">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700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18000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530363215"/>
                  </a:ext>
                </a:extLst>
              </a:tr>
              <a:tr h="203200">
                <a:tc>
                  <a:txBody>
                    <a:bodyPr/>
                    <a:lstStyle/>
                    <a:p>
                      <a:pPr algn="r" fontAlgn="ctr">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1400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15000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788759205"/>
                  </a:ext>
                </a:extLst>
              </a:tr>
              <a:tr h="203200">
                <a:tc>
                  <a:txBody>
                    <a:bodyPr/>
                    <a:lstStyle/>
                    <a:p>
                      <a:pPr algn="r" fontAlgn="ctr">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1800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22000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878043382"/>
                  </a:ext>
                </a:extLst>
              </a:tr>
              <a:tr h="203200">
                <a:tc>
                  <a:txBody>
                    <a:bodyPr/>
                    <a:lstStyle/>
                    <a:p>
                      <a:pPr algn="r" fontAlgn="ctr">
                        <a:buNone/>
                      </a:pPr>
                      <a:r>
                        <a:rPr lang="es-MX" sz="1200" u="none" strike="noStrike">
                          <a:effectLst/>
                        </a:rPr>
                        <a:t>6</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1900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19000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83103521"/>
                  </a:ext>
                </a:extLst>
              </a:tr>
              <a:tr h="203200">
                <a:tc>
                  <a:txBody>
                    <a:bodyPr/>
                    <a:lstStyle/>
                    <a:p>
                      <a:pPr algn="r" fontAlgn="ctr">
                        <a:buNone/>
                      </a:pPr>
                      <a:r>
                        <a:rPr lang="es-MX" sz="1200" u="none" strike="noStrike">
                          <a:effectLst/>
                        </a:rPr>
                        <a:t>7</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2400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26000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2822720550"/>
                  </a:ext>
                </a:extLst>
              </a:tr>
              <a:tr h="203200">
                <a:tc>
                  <a:txBody>
                    <a:bodyPr/>
                    <a:lstStyle/>
                    <a:p>
                      <a:pPr algn="r" fontAlgn="ctr">
                        <a:buNone/>
                      </a:pPr>
                      <a:r>
                        <a:rPr lang="es-MX" sz="1200" u="none" strike="noStrike">
                          <a:effectLst/>
                        </a:rPr>
                        <a:t>8</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2500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33000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294446384"/>
                  </a:ext>
                </a:extLst>
              </a:tr>
              <a:tr h="203200">
                <a:tc>
                  <a:txBody>
                    <a:bodyPr/>
                    <a:lstStyle/>
                    <a:p>
                      <a:pPr algn="r" fontAlgn="ctr">
                        <a:buNone/>
                      </a:pPr>
                      <a:r>
                        <a:rPr lang="es-MX" sz="1200" u="none" strike="noStrike">
                          <a:effectLst/>
                        </a:rPr>
                        <a:t>9</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1300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17000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1315821"/>
                  </a:ext>
                </a:extLst>
              </a:tr>
              <a:tr h="203200">
                <a:tc>
                  <a:txBody>
                    <a:bodyPr/>
                    <a:lstStyle/>
                    <a:p>
                      <a:pPr algn="r" fontAlgn="ctr">
                        <a:buNone/>
                      </a:pPr>
                      <a:r>
                        <a:rPr lang="es-MX" sz="1200" u="none" strike="noStrike">
                          <a:effectLst/>
                        </a:rPr>
                        <a:t>10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2800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30000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442154551"/>
                  </a:ext>
                </a:extLst>
              </a:tr>
              <a:tr h="203200">
                <a:tc>
                  <a:txBody>
                    <a:bodyPr/>
                    <a:lstStyle/>
                    <a:p>
                      <a:pPr algn="r" fontAlgn="ctr">
                        <a:buNone/>
                      </a:pPr>
                      <a:r>
                        <a:rPr lang="es-MX" sz="1200" u="none" strike="noStrike">
                          <a:effectLst/>
                        </a:rPr>
                        <a:t>11</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1400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22000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289502847"/>
                  </a:ext>
                </a:extLst>
              </a:tr>
              <a:tr h="203200">
                <a:tc>
                  <a:txBody>
                    <a:bodyPr/>
                    <a:lstStyle/>
                    <a:p>
                      <a:pPr algn="r" fontAlgn="ctr">
                        <a:buNone/>
                      </a:pPr>
                      <a:r>
                        <a:rPr lang="es-MX" sz="1200" u="none" strike="noStrike">
                          <a:effectLst/>
                        </a:rPr>
                        <a:t>12</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3200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29000</a:t>
                      </a:r>
                      <a:endParaRPr lang="es-MX" sz="1200" b="0" i="0" u="none" strike="noStrike">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094811931"/>
                  </a:ext>
                </a:extLst>
              </a:tr>
              <a:tr h="203200">
                <a:tc>
                  <a:txBody>
                    <a:bodyPr/>
                    <a:lstStyle/>
                    <a:p>
                      <a:pPr algn="r" fontAlgn="ctr">
                        <a:buNone/>
                      </a:pPr>
                      <a:r>
                        <a:rPr lang="es-MX" sz="1200" u="none" strike="noStrike">
                          <a:effectLst/>
                        </a:rPr>
                        <a:t>13</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a:effectLst/>
                        </a:rPr>
                        <a:t>3200</a:t>
                      </a:r>
                      <a:endParaRPr lang="es-MX" sz="1200" b="0" i="0" u="none" strike="noStrike">
                        <a:solidFill>
                          <a:srgbClr val="000000"/>
                        </a:solidFill>
                        <a:effectLst/>
                        <a:latin typeface="Aptos Narrow" panose="020B0004020202020204" pitchFamily="34" charset="0"/>
                      </a:endParaRPr>
                    </a:p>
                  </a:txBody>
                  <a:tcPr marL="9525" marR="9525" marT="9525" marB="0" anchor="ctr"/>
                </a:tc>
                <a:tc>
                  <a:txBody>
                    <a:bodyPr/>
                    <a:lstStyle/>
                    <a:p>
                      <a:pPr algn="r" fontAlgn="ctr">
                        <a:buNone/>
                      </a:pPr>
                      <a:r>
                        <a:rPr lang="es-MX" sz="1200" u="none" strike="noStrike" dirty="0">
                          <a:effectLst/>
                        </a:rPr>
                        <a:t>34000</a:t>
                      </a:r>
                      <a:endParaRPr lang="es-MX" sz="1200" b="0"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1163296162"/>
                  </a:ext>
                </a:extLst>
              </a:tr>
            </a:tbl>
          </a:graphicData>
        </a:graphic>
      </p:graphicFrame>
      <p:graphicFrame>
        <p:nvGraphicFramePr>
          <p:cNvPr id="5" name="Gráfico 4">
            <a:extLst>
              <a:ext uri="{FF2B5EF4-FFF2-40B4-BE49-F238E27FC236}">
                <a16:creationId xmlns:a16="http://schemas.microsoft.com/office/drawing/2014/main" id="{9CFE74D5-09A9-757C-3BFE-D3C65389B10D}"/>
              </a:ext>
            </a:extLst>
          </p:cNvPr>
          <p:cNvGraphicFramePr>
            <a:graphicFrameLocks/>
          </p:cNvGraphicFramePr>
          <p:nvPr/>
        </p:nvGraphicFramePr>
        <p:xfrm>
          <a:off x="4356478" y="3255491"/>
          <a:ext cx="6038263" cy="33795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906072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57AC93EE-195B-63EB-C5ED-47DDD4712314}"/>
              </a:ext>
            </a:extLst>
          </p:cNvPr>
          <p:cNvPicPr>
            <a:picLocks noChangeAspect="1"/>
          </p:cNvPicPr>
          <p:nvPr/>
        </p:nvPicPr>
        <p:blipFill>
          <a:blip r:embed="rId3"/>
          <a:stretch>
            <a:fillRect/>
          </a:stretch>
        </p:blipFill>
        <p:spPr>
          <a:xfrm>
            <a:off x="7523284" y="3138054"/>
            <a:ext cx="4668715" cy="2743200"/>
          </a:xfrm>
          <a:prstGeom prst="rect">
            <a:avLst/>
          </a:prstGeom>
        </p:spPr>
      </p:pic>
      <p:sp>
        <p:nvSpPr>
          <p:cNvPr id="2" name="Título 1">
            <a:extLst>
              <a:ext uri="{FF2B5EF4-FFF2-40B4-BE49-F238E27FC236}">
                <a16:creationId xmlns:a16="http://schemas.microsoft.com/office/drawing/2014/main" id="{16C02E1D-94A0-0D12-C008-6F015E84C814}"/>
              </a:ext>
            </a:extLst>
          </p:cNvPr>
          <p:cNvSpPr>
            <a:spLocks noGrp="1"/>
          </p:cNvSpPr>
          <p:nvPr>
            <p:ph type="title"/>
          </p:nvPr>
        </p:nvSpPr>
        <p:spPr>
          <a:xfrm>
            <a:off x="669254" y="239487"/>
            <a:ext cx="10168128" cy="1179576"/>
          </a:xfrm>
        </p:spPr>
        <p:txBody>
          <a:bodyPr>
            <a:normAutofit/>
          </a:bodyPr>
          <a:lstStyle/>
          <a:p>
            <a:r>
              <a:rPr lang="es-ES_tradnl" dirty="0"/>
              <a:t>Aprendizaje supervisado</a:t>
            </a:r>
            <a:br>
              <a:rPr lang="es-ES_tradnl" dirty="0"/>
            </a:br>
            <a:r>
              <a:rPr lang="es-ES_tradnl" sz="3200" dirty="0"/>
              <a:t>Clasificación</a:t>
            </a:r>
            <a:endParaRPr lang="es-ES_tradnl" dirty="0"/>
          </a:p>
        </p:txBody>
      </p:sp>
      <p:sp>
        <p:nvSpPr>
          <p:cNvPr id="3" name="Marcador de contenido 2">
            <a:extLst>
              <a:ext uri="{FF2B5EF4-FFF2-40B4-BE49-F238E27FC236}">
                <a16:creationId xmlns:a16="http://schemas.microsoft.com/office/drawing/2014/main" id="{DA0FC1D2-B7A3-1A1A-A862-0898D5E79ECB}"/>
              </a:ext>
            </a:extLst>
          </p:cNvPr>
          <p:cNvSpPr>
            <a:spLocks noGrp="1"/>
          </p:cNvSpPr>
          <p:nvPr>
            <p:ph idx="1"/>
          </p:nvPr>
        </p:nvSpPr>
        <p:spPr>
          <a:xfrm>
            <a:off x="337457" y="1552738"/>
            <a:ext cx="11734800" cy="1179576"/>
          </a:xfrm>
        </p:spPr>
        <p:txBody>
          <a:bodyPr>
            <a:normAutofit fontScale="70000" lnSpcReduction="20000"/>
          </a:bodyPr>
          <a:lstStyle/>
          <a:p>
            <a:pPr marL="0" indent="0">
              <a:buNone/>
            </a:pPr>
            <a:r>
              <a:rPr lang="es-ES_tradnl" dirty="0"/>
              <a:t>Como ejemplo, suponga la clasificación de un correo electrónico como SPAM o no.</a:t>
            </a:r>
          </a:p>
          <a:p>
            <a:r>
              <a:rPr lang="es-ES_tradnl" dirty="0"/>
              <a:t>El valor que el algoritmo debe predecir está en un rango muy acotado {SPAM, No SPAM}.</a:t>
            </a:r>
          </a:p>
          <a:p>
            <a:r>
              <a:rPr lang="es-ES_tradnl" dirty="0"/>
              <a:t>Tenemos que extraer una serie de características del correo electrónico y asociarlas con su etiqueta.</a:t>
            </a:r>
          </a:p>
          <a:p>
            <a:endParaRPr lang="es-ES_tradnl" dirty="0"/>
          </a:p>
          <a:p>
            <a:endParaRPr lang="es-ES_tradnl" dirty="0"/>
          </a:p>
          <a:p>
            <a:endParaRPr lang="es-ES_tradnl" dirty="0"/>
          </a:p>
          <a:p>
            <a:endParaRPr lang="es-ES_tradnl" dirty="0"/>
          </a:p>
        </p:txBody>
      </p:sp>
      <p:graphicFrame>
        <p:nvGraphicFramePr>
          <p:cNvPr id="6" name="Tabla 5">
            <a:extLst>
              <a:ext uri="{FF2B5EF4-FFF2-40B4-BE49-F238E27FC236}">
                <a16:creationId xmlns:a16="http://schemas.microsoft.com/office/drawing/2014/main" id="{B97C1D54-F7E9-C31E-0AA9-6591EF674FF7}"/>
              </a:ext>
            </a:extLst>
          </p:cNvPr>
          <p:cNvGraphicFramePr>
            <a:graphicFrameLocks noGrp="1"/>
          </p:cNvGraphicFramePr>
          <p:nvPr>
            <p:extLst>
              <p:ext uri="{D42A27DB-BD31-4B8C-83A1-F6EECF244321}">
                <p14:modId xmlns:p14="http://schemas.microsoft.com/office/powerpoint/2010/main" val="3497244069"/>
              </p:ext>
            </p:extLst>
          </p:nvPr>
        </p:nvGraphicFramePr>
        <p:xfrm>
          <a:off x="222163" y="2890404"/>
          <a:ext cx="2617643" cy="3238500"/>
        </p:xfrm>
        <a:graphic>
          <a:graphicData uri="http://schemas.openxmlformats.org/drawingml/2006/table">
            <a:tbl>
              <a:tblPr>
                <a:tableStyleId>{5C22544A-7EE6-4342-B048-85BDC9FD1C3A}</a:tableStyleId>
              </a:tblPr>
              <a:tblGrid>
                <a:gridCol w="947580">
                  <a:extLst>
                    <a:ext uri="{9D8B030D-6E8A-4147-A177-3AD203B41FA5}">
                      <a16:colId xmlns:a16="http://schemas.microsoft.com/office/drawing/2014/main" val="626628070"/>
                    </a:ext>
                  </a:extLst>
                </a:gridCol>
                <a:gridCol w="609936">
                  <a:extLst>
                    <a:ext uri="{9D8B030D-6E8A-4147-A177-3AD203B41FA5}">
                      <a16:colId xmlns:a16="http://schemas.microsoft.com/office/drawing/2014/main" val="2832844253"/>
                    </a:ext>
                  </a:extLst>
                </a:gridCol>
                <a:gridCol w="1060127">
                  <a:extLst>
                    <a:ext uri="{9D8B030D-6E8A-4147-A177-3AD203B41FA5}">
                      <a16:colId xmlns:a16="http://schemas.microsoft.com/office/drawing/2014/main" val="3912092671"/>
                    </a:ext>
                  </a:extLst>
                </a:gridCol>
              </a:tblGrid>
              <a:tr h="596900">
                <a:tc>
                  <a:txBody>
                    <a:bodyPr/>
                    <a:lstStyle/>
                    <a:p>
                      <a:pPr algn="ctr" fontAlgn="ctr">
                        <a:buNone/>
                      </a:pPr>
                      <a:r>
                        <a:rPr lang="es-MX" sz="1200" u="none" strike="noStrike">
                          <a:effectLst/>
                        </a:rPr>
                        <a:t>email</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(x) # tags HTML</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Clasificación (SPAM = 1,    No SPAM =0)</a:t>
                      </a:r>
                      <a:endParaRPr lang="es-MX" sz="1200" b="1" i="0" u="none" strike="noStrike">
                        <a:solidFill>
                          <a:srgbClr val="FFFFFF"/>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342831873"/>
                  </a:ext>
                </a:extLst>
              </a:tr>
              <a:tr h="203200">
                <a:tc>
                  <a:txBody>
                    <a:bodyPr/>
                    <a:lstStyle/>
                    <a:p>
                      <a:pPr algn="l" fontAlgn="b">
                        <a:buNone/>
                      </a:pPr>
                      <a:r>
                        <a:rPr lang="es-MX" sz="1200" u="none" strike="noStrike">
                          <a:effectLst/>
                        </a:rPr>
                        <a:t>email_01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43963968"/>
                  </a:ext>
                </a:extLst>
              </a:tr>
              <a:tr h="203200">
                <a:tc>
                  <a:txBody>
                    <a:bodyPr/>
                    <a:lstStyle/>
                    <a:p>
                      <a:pPr algn="l" fontAlgn="b">
                        <a:buNone/>
                      </a:pPr>
                      <a:r>
                        <a:rPr lang="es-MX" sz="1200" u="none" strike="noStrike">
                          <a:effectLst/>
                        </a:rPr>
                        <a:t>email_02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0</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90976049"/>
                  </a:ext>
                </a:extLst>
              </a:tr>
              <a:tr h="203200">
                <a:tc>
                  <a:txBody>
                    <a:bodyPr/>
                    <a:lstStyle/>
                    <a:p>
                      <a:pPr algn="l" fontAlgn="b">
                        <a:buNone/>
                      </a:pPr>
                      <a:r>
                        <a:rPr lang="es-MX" sz="1200" u="none" strike="noStrike">
                          <a:effectLst/>
                        </a:rPr>
                        <a:t>email_03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0</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12300409"/>
                  </a:ext>
                </a:extLst>
              </a:tr>
              <a:tr h="203200">
                <a:tc>
                  <a:txBody>
                    <a:bodyPr/>
                    <a:lstStyle/>
                    <a:p>
                      <a:pPr algn="l" fontAlgn="b">
                        <a:buNone/>
                      </a:pPr>
                      <a:r>
                        <a:rPr lang="es-MX" sz="1200" u="none" strike="noStrike" dirty="0">
                          <a:effectLst/>
                        </a:rPr>
                        <a:t>email_04</a:t>
                      </a:r>
                      <a:endParaRPr lang="es-MX"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0</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24667497"/>
                  </a:ext>
                </a:extLst>
              </a:tr>
              <a:tr h="203200">
                <a:tc>
                  <a:txBody>
                    <a:bodyPr/>
                    <a:lstStyle/>
                    <a:p>
                      <a:pPr algn="l" fontAlgn="b">
                        <a:buNone/>
                      </a:pPr>
                      <a:r>
                        <a:rPr lang="es-MX" sz="1200" u="none" strike="noStrike">
                          <a:effectLst/>
                        </a:rPr>
                        <a:t>email_05</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8</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44843720"/>
                  </a:ext>
                </a:extLst>
              </a:tr>
              <a:tr h="203200">
                <a:tc>
                  <a:txBody>
                    <a:bodyPr/>
                    <a:lstStyle/>
                    <a:p>
                      <a:pPr algn="l" fontAlgn="b">
                        <a:buNone/>
                      </a:pPr>
                      <a:r>
                        <a:rPr lang="es-MX" sz="1200" u="none" strike="noStrike">
                          <a:effectLst/>
                        </a:rPr>
                        <a:t>email_06</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96732401"/>
                  </a:ext>
                </a:extLst>
              </a:tr>
              <a:tr h="203200">
                <a:tc>
                  <a:txBody>
                    <a:bodyPr/>
                    <a:lstStyle/>
                    <a:p>
                      <a:pPr algn="l" fontAlgn="b">
                        <a:buNone/>
                      </a:pPr>
                      <a:r>
                        <a:rPr lang="es-MX" sz="1200" u="none" strike="noStrike">
                          <a:effectLst/>
                        </a:rPr>
                        <a:t>email_07</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66379535"/>
                  </a:ext>
                </a:extLst>
              </a:tr>
              <a:tr h="203200">
                <a:tc>
                  <a:txBody>
                    <a:bodyPr/>
                    <a:lstStyle/>
                    <a:p>
                      <a:pPr algn="l" fontAlgn="b">
                        <a:buNone/>
                      </a:pPr>
                      <a:r>
                        <a:rPr lang="es-MX" sz="1200" u="none" strike="noStrike">
                          <a:effectLst/>
                        </a:rPr>
                        <a:t>email_08</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1</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444516789"/>
                  </a:ext>
                </a:extLst>
              </a:tr>
              <a:tr h="203200">
                <a:tc>
                  <a:txBody>
                    <a:bodyPr/>
                    <a:lstStyle/>
                    <a:p>
                      <a:pPr algn="l" fontAlgn="b">
                        <a:buNone/>
                      </a:pPr>
                      <a:r>
                        <a:rPr lang="es-MX" sz="1200" u="none" strike="noStrike">
                          <a:effectLst/>
                        </a:rPr>
                        <a:t>email_09</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7</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82551961"/>
                  </a:ext>
                </a:extLst>
              </a:tr>
              <a:tr h="203200">
                <a:tc>
                  <a:txBody>
                    <a:bodyPr/>
                    <a:lstStyle/>
                    <a:p>
                      <a:pPr algn="l" fontAlgn="b">
                        <a:buNone/>
                      </a:pPr>
                      <a:r>
                        <a:rPr lang="es-MX" sz="1200" u="none" strike="noStrike">
                          <a:effectLst/>
                        </a:rPr>
                        <a:t>email_10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9</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89655994"/>
                  </a:ext>
                </a:extLst>
              </a:tr>
              <a:tr h="203200">
                <a:tc>
                  <a:txBody>
                    <a:bodyPr/>
                    <a:lstStyle/>
                    <a:p>
                      <a:pPr algn="l" fontAlgn="b">
                        <a:buNone/>
                      </a:pPr>
                      <a:r>
                        <a:rPr lang="es-MX" sz="1200" u="none" strike="noStrike">
                          <a:effectLst/>
                        </a:rPr>
                        <a:t>email_11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07663883"/>
                  </a:ext>
                </a:extLst>
              </a:tr>
              <a:tr h="203200">
                <a:tc>
                  <a:txBody>
                    <a:bodyPr/>
                    <a:lstStyle/>
                    <a:p>
                      <a:pPr algn="l" fontAlgn="b">
                        <a:buNone/>
                      </a:pPr>
                      <a:r>
                        <a:rPr lang="es-MX" sz="1200" u="none" strike="noStrike">
                          <a:effectLst/>
                        </a:rPr>
                        <a:t>email_12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827183125"/>
                  </a:ext>
                </a:extLst>
              </a:tr>
              <a:tr h="203200">
                <a:tc>
                  <a:txBody>
                    <a:bodyPr/>
                    <a:lstStyle/>
                    <a:p>
                      <a:pPr algn="l" fontAlgn="b">
                        <a:buNone/>
                      </a:pPr>
                      <a:r>
                        <a:rPr lang="es-MX" sz="1200" u="none" strike="noStrike">
                          <a:effectLst/>
                        </a:rPr>
                        <a:t>email_13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1</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24554342"/>
                  </a:ext>
                </a:extLst>
              </a:tr>
            </a:tbl>
          </a:graphicData>
        </a:graphic>
      </p:graphicFrame>
      <p:graphicFrame>
        <p:nvGraphicFramePr>
          <p:cNvPr id="8" name="Gráfico 7">
            <a:extLst>
              <a:ext uri="{FF2B5EF4-FFF2-40B4-BE49-F238E27FC236}">
                <a16:creationId xmlns:a16="http://schemas.microsoft.com/office/drawing/2014/main" id="{E5921998-C328-4EA4-C0B4-EE2A89DA4DD5}"/>
              </a:ext>
            </a:extLst>
          </p:cNvPr>
          <p:cNvGraphicFramePr>
            <a:graphicFrameLocks/>
          </p:cNvGraphicFramePr>
          <p:nvPr>
            <p:extLst>
              <p:ext uri="{D42A27DB-BD31-4B8C-83A1-F6EECF244321}">
                <p14:modId xmlns:p14="http://schemas.microsoft.com/office/powerpoint/2010/main" val="1567641507"/>
              </p:ext>
            </p:extLst>
          </p:nvPr>
        </p:nvGraphicFramePr>
        <p:xfrm>
          <a:off x="2895545" y="313805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77927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4F95-B6B5-5EB7-2623-B456BC3E91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022580-E75D-C8E4-1B46-346F1B460571}"/>
              </a:ext>
            </a:extLst>
          </p:cNvPr>
          <p:cNvSpPr>
            <a:spLocks noGrp="1"/>
          </p:cNvSpPr>
          <p:nvPr>
            <p:ph type="title"/>
          </p:nvPr>
        </p:nvSpPr>
        <p:spPr/>
        <p:txBody>
          <a:bodyPr/>
          <a:lstStyle/>
          <a:p>
            <a:r>
              <a:rPr lang="es-ES_tradnl" dirty="0"/>
              <a:t>Aprendizaje No Supervisado</a:t>
            </a:r>
          </a:p>
        </p:txBody>
      </p:sp>
      <p:sp>
        <p:nvSpPr>
          <p:cNvPr id="3" name="Marcador de contenido 2">
            <a:extLst>
              <a:ext uri="{FF2B5EF4-FFF2-40B4-BE49-F238E27FC236}">
                <a16:creationId xmlns:a16="http://schemas.microsoft.com/office/drawing/2014/main" id="{A6B9EA78-5622-55F4-5F96-93AC3A0B62A2}"/>
              </a:ext>
            </a:extLst>
          </p:cNvPr>
          <p:cNvSpPr>
            <a:spLocks noGrp="1"/>
          </p:cNvSpPr>
          <p:nvPr>
            <p:ph idx="1"/>
          </p:nvPr>
        </p:nvSpPr>
        <p:spPr>
          <a:xfrm>
            <a:off x="908304" y="1581912"/>
            <a:ext cx="10168128" cy="2304288"/>
          </a:xfrm>
        </p:spPr>
        <p:txBody>
          <a:bodyPr/>
          <a:lstStyle/>
          <a:p>
            <a:r>
              <a:rPr lang="es-ES_tradnl" i="1" dirty="0"/>
              <a:t>El aprendizaje automático no supervisado consiste en </a:t>
            </a:r>
            <a:r>
              <a:rPr lang="es-ES_tradnl" b="1" i="1" dirty="0"/>
              <a:t>inferir una función </a:t>
            </a:r>
            <a:r>
              <a:rPr lang="es-ES_tradnl" i="1" dirty="0"/>
              <a:t>que </a:t>
            </a:r>
            <a:r>
              <a:rPr lang="es-ES_tradnl" b="1" i="1" dirty="0"/>
              <a:t>describe la estructura de un conjunto de datos sin etiquetar</a:t>
            </a:r>
            <a:r>
              <a:rPr lang="es-ES_tradnl" i="1" dirty="0"/>
              <a:t>, es decir, datos que no se han clasificado ni categorizado.</a:t>
            </a:r>
          </a:p>
        </p:txBody>
      </p:sp>
      <p:grpSp>
        <p:nvGrpSpPr>
          <p:cNvPr id="35" name="Grupo 34">
            <a:extLst>
              <a:ext uri="{FF2B5EF4-FFF2-40B4-BE49-F238E27FC236}">
                <a16:creationId xmlns:a16="http://schemas.microsoft.com/office/drawing/2014/main" id="{E0B9A01D-DFFA-4F17-12DD-4EBE5633EFE0}"/>
              </a:ext>
            </a:extLst>
          </p:cNvPr>
          <p:cNvGrpSpPr/>
          <p:nvPr/>
        </p:nvGrpSpPr>
        <p:grpSpPr>
          <a:xfrm>
            <a:off x="158057" y="4130544"/>
            <a:ext cx="7532482" cy="1003919"/>
            <a:chOff x="158057" y="4130544"/>
            <a:chExt cx="7532482" cy="1003919"/>
          </a:xfrm>
        </p:grpSpPr>
        <p:sp>
          <p:nvSpPr>
            <p:cNvPr id="5" name="Rectángulo 4">
              <a:extLst>
                <a:ext uri="{FF2B5EF4-FFF2-40B4-BE49-F238E27FC236}">
                  <a16:creationId xmlns:a16="http://schemas.microsoft.com/office/drawing/2014/main" id="{0F1398EC-093C-ED40-56E9-65214E1D09CB}"/>
                </a:ext>
              </a:extLst>
            </p:cNvPr>
            <p:cNvSpPr/>
            <p:nvPr/>
          </p:nvSpPr>
          <p:spPr>
            <a:xfrm>
              <a:off x="158057" y="4158976"/>
              <a:ext cx="1741996"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Conjunto de datos sin etiquetar</a:t>
              </a:r>
            </a:p>
          </p:txBody>
        </p:sp>
        <p:sp>
          <p:nvSpPr>
            <p:cNvPr id="6" name="Rectángulo 5">
              <a:extLst>
                <a:ext uri="{FF2B5EF4-FFF2-40B4-BE49-F238E27FC236}">
                  <a16:creationId xmlns:a16="http://schemas.microsoft.com/office/drawing/2014/main" id="{32D6048E-13B0-C211-AF01-B26B57AA3ABA}"/>
                </a:ext>
              </a:extLst>
            </p:cNvPr>
            <p:cNvSpPr/>
            <p:nvPr/>
          </p:nvSpPr>
          <p:spPr>
            <a:xfrm>
              <a:off x="2333423" y="4158976"/>
              <a:ext cx="1846692" cy="9470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Algoritmo de aprendizaje automático</a:t>
              </a:r>
            </a:p>
          </p:txBody>
        </p:sp>
        <p:sp>
          <p:nvSpPr>
            <p:cNvPr id="7" name="Rectángulo 6">
              <a:extLst>
                <a:ext uri="{FF2B5EF4-FFF2-40B4-BE49-F238E27FC236}">
                  <a16:creationId xmlns:a16="http://schemas.microsoft.com/office/drawing/2014/main" id="{5EF077F5-6317-2091-7DCE-B75A2892FA62}"/>
                </a:ext>
              </a:extLst>
            </p:cNvPr>
            <p:cNvSpPr/>
            <p:nvPr/>
          </p:nvSpPr>
          <p:spPr>
            <a:xfrm>
              <a:off x="4842913" y="4363971"/>
              <a:ext cx="631372" cy="53252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b="1" i="1" dirty="0"/>
                <a:t>h</a:t>
              </a:r>
            </a:p>
          </p:txBody>
        </p:sp>
        <p:cxnSp>
          <p:nvCxnSpPr>
            <p:cNvPr id="13" name="Conector recto de flecha 12">
              <a:extLst>
                <a:ext uri="{FF2B5EF4-FFF2-40B4-BE49-F238E27FC236}">
                  <a16:creationId xmlns:a16="http://schemas.microsoft.com/office/drawing/2014/main" id="{20A6B1DA-25C7-3514-438C-74C62AC6BCAE}"/>
                </a:ext>
              </a:extLst>
            </p:cNvPr>
            <p:cNvCxnSpPr>
              <a:cxnSpLocks/>
              <a:stCxn id="5" idx="3"/>
              <a:endCxn id="6" idx="1"/>
            </p:cNvCxnSpPr>
            <p:nvPr/>
          </p:nvCxnSpPr>
          <p:spPr>
            <a:xfrm>
              <a:off x="1900053" y="4632505"/>
              <a:ext cx="4333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ector recto de flecha 16">
              <a:extLst>
                <a:ext uri="{FF2B5EF4-FFF2-40B4-BE49-F238E27FC236}">
                  <a16:creationId xmlns:a16="http://schemas.microsoft.com/office/drawing/2014/main" id="{1C79A90F-33DE-A89F-65D9-F409FC6EC75C}"/>
                </a:ext>
              </a:extLst>
            </p:cNvPr>
            <p:cNvCxnSpPr>
              <a:cxnSpLocks/>
              <a:stCxn id="6" idx="3"/>
              <a:endCxn id="7" idx="1"/>
            </p:cNvCxnSpPr>
            <p:nvPr/>
          </p:nvCxnSpPr>
          <p:spPr>
            <a:xfrm flipV="1">
              <a:off x="4180115" y="4630236"/>
              <a:ext cx="662798" cy="2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ángulo 18">
              <a:extLst>
                <a:ext uri="{FF2B5EF4-FFF2-40B4-BE49-F238E27FC236}">
                  <a16:creationId xmlns:a16="http://schemas.microsoft.com/office/drawing/2014/main" id="{826F3FD2-1D47-E532-36BA-0DA88B7290E9}"/>
                </a:ext>
              </a:extLst>
            </p:cNvPr>
            <p:cNvSpPr/>
            <p:nvPr/>
          </p:nvSpPr>
          <p:spPr>
            <a:xfrm>
              <a:off x="5992368" y="4130544"/>
              <a:ext cx="1698171" cy="10039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ES_tradnl" dirty="0"/>
                <a:t>Estructura del conjunto de datos</a:t>
              </a:r>
            </a:p>
          </p:txBody>
        </p:sp>
        <p:cxnSp>
          <p:nvCxnSpPr>
            <p:cNvPr id="22" name="Conector recto de flecha 21">
              <a:extLst>
                <a:ext uri="{FF2B5EF4-FFF2-40B4-BE49-F238E27FC236}">
                  <a16:creationId xmlns:a16="http://schemas.microsoft.com/office/drawing/2014/main" id="{0D03A12F-CE20-F536-766D-9104C8EDD06C}"/>
                </a:ext>
              </a:extLst>
            </p:cNvPr>
            <p:cNvCxnSpPr>
              <a:stCxn id="7" idx="3"/>
              <a:endCxn id="19" idx="1"/>
            </p:cNvCxnSpPr>
            <p:nvPr/>
          </p:nvCxnSpPr>
          <p:spPr>
            <a:xfrm>
              <a:off x="5474285" y="4630236"/>
              <a:ext cx="518083" cy="22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26" name="Imagen 25">
            <a:extLst>
              <a:ext uri="{FF2B5EF4-FFF2-40B4-BE49-F238E27FC236}">
                <a16:creationId xmlns:a16="http://schemas.microsoft.com/office/drawing/2014/main" id="{8031F344-8659-5DAD-60E0-8F29A5A4D393}"/>
              </a:ext>
            </a:extLst>
          </p:cNvPr>
          <p:cNvPicPr>
            <a:picLocks noChangeAspect="1"/>
          </p:cNvPicPr>
          <p:nvPr/>
        </p:nvPicPr>
        <p:blipFill>
          <a:blip r:embed="rId3"/>
          <a:stretch>
            <a:fillRect/>
          </a:stretch>
        </p:blipFill>
        <p:spPr>
          <a:xfrm>
            <a:off x="7804621" y="3088510"/>
            <a:ext cx="4382229" cy="2587995"/>
          </a:xfrm>
          <a:prstGeom prst="rect">
            <a:avLst/>
          </a:prstGeom>
        </p:spPr>
      </p:pic>
    </p:spTree>
    <p:extLst>
      <p:ext uri="{BB962C8B-B14F-4D97-AF65-F5344CB8AC3E}">
        <p14:creationId xmlns:p14="http://schemas.microsoft.com/office/powerpoint/2010/main" val="2866931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4CDC-E56D-ECF9-8FAB-C788FCB0E1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3E3BDA-9E74-82B1-7730-5FA2A78C624B}"/>
              </a:ext>
            </a:extLst>
          </p:cNvPr>
          <p:cNvSpPr>
            <a:spLocks noGrp="1"/>
          </p:cNvSpPr>
          <p:nvPr>
            <p:ph type="title"/>
          </p:nvPr>
        </p:nvSpPr>
        <p:spPr/>
        <p:txBody>
          <a:bodyPr/>
          <a:lstStyle/>
          <a:p>
            <a:r>
              <a:rPr lang="es-ES_tradnl" dirty="0"/>
              <a:t>Aprendizaje No Supervisado</a:t>
            </a:r>
          </a:p>
        </p:txBody>
      </p:sp>
      <p:sp>
        <p:nvSpPr>
          <p:cNvPr id="3" name="Marcador de contenido 2">
            <a:extLst>
              <a:ext uri="{FF2B5EF4-FFF2-40B4-BE49-F238E27FC236}">
                <a16:creationId xmlns:a16="http://schemas.microsoft.com/office/drawing/2014/main" id="{2262EB69-0A10-7474-292F-F4680FE396FC}"/>
              </a:ext>
            </a:extLst>
          </p:cNvPr>
          <p:cNvSpPr>
            <a:spLocks noGrp="1"/>
          </p:cNvSpPr>
          <p:nvPr>
            <p:ph idx="1"/>
          </p:nvPr>
        </p:nvSpPr>
        <p:spPr>
          <a:xfrm>
            <a:off x="908304" y="1581912"/>
            <a:ext cx="10168128" cy="983158"/>
          </a:xfrm>
        </p:spPr>
        <p:txBody>
          <a:bodyPr/>
          <a:lstStyle/>
          <a:p>
            <a:r>
              <a:rPr lang="es-ES_tradnl" i="1" dirty="0"/>
              <a:t>Ejemplo: Clasificación de correo electrónico como SPAM o No SPAM (con datos no etiquetados)</a:t>
            </a:r>
          </a:p>
        </p:txBody>
      </p:sp>
      <p:graphicFrame>
        <p:nvGraphicFramePr>
          <p:cNvPr id="4" name="Tabla 3">
            <a:extLst>
              <a:ext uri="{FF2B5EF4-FFF2-40B4-BE49-F238E27FC236}">
                <a16:creationId xmlns:a16="http://schemas.microsoft.com/office/drawing/2014/main" id="{F2BFE680-0F22-A833-1DB1-50CDCE2E6B96}"/>
              </a:ext>
            </a:extLst>
          </p:cNvPr>
          <p:cNvGraphicFramePr>
            <a:graphicFrameLocks noGrp="1"/>
          </p:cNvGraphicFramePr>
          <p:nvPr>
            <p:extLst>
              <p:ext uri="{D42A27DB-BD31-4B8C-83A1-F6EECF244321}">
                <p14:modId xmlns:p14="http://schemas.microsoft.com/office/powerpoint/2010/main" val="2893348249"/>
              </p:ext>
            </p:extLst>
          </p:nvPr>
        </p:nvGraphicFramePr>
        <p:xfrm>
          <a:off x="499753" y="2565070"/>
          <a:ext cx="2286000" cy="3289300"/>
        </p:xfrm>
        <a:graphic>
          <a:graphicData uri="http://schemas.openxmlformats.org/drawingml/2006/table">
            <a:tbl>
              <a:tblPr>
                <a:tableStyleId>{5C22544A-7EE6-4342-B048-85BDC9FD1C3A}</a:tableStyleId>
              </a:tblPr>
              <a:tblGrid>
                <a:gridCol w="827526">
                  <a:extLst>
                    <a:ext uri="{9D8B030D-6E8A-4147-A177-3AD203B41FA5}">
                      <a16:colId xmlns:a16="http://schemas.microsoft.com/office/drawing/2014/main" val="3471853583"/>
                    </a:ext>
                  </a:extLst>
                </a:gridCol>
                <a:gridCol w="532660">
                  <a:extLst>
                    <a:ext uri="{9D8B030D-6E8A-4147-A177-3AD203B41FA5}">
                      <a16:colId xmlns:a16="http://schemas.microsoft.com/office/drawing/2014/main" val="1350529956"/>
                    </a:ext>
                  </a:extLst>
                </a:gridCol>
                <a:gridCol w="925814">
                  <a:extLst>
                    <a:ext uri="{9D8B030D-6E8A-4147-A177-3AD203B41FA5}">
                      <a16:colId xmlns:a16="http://schemas.microsoft.com/office/drawing/2014/main" val="2099498090"/>
                    </a:ext>
                  </a:extLst>
                </a:gridCol>
              </a:tblGrid>
              <a:tr h="647700">
                <a:tc>
                  <a:txBody>
                    <a:bodyPr/>
                    <a:lstStyle/>
                    <a:p>
                      <a:pPr algn="ctr" fontAlgn="ctr">
                        <a:buNone/>
                      </a:pPr>
                      <a:r>
                        <a:rPr lang="es-MX" sz="1200" u="none" strike="noStrike">
                          <a:effectLst/>
                        </a:rPr>
                        <a:t>email</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(x) # tags HTML</a:t>
                      </a:r>
                      <a:endParaRPr lang="es-MX" sz="1200" b="1" i="0" u="none" strike="noStrike">
                        <a:solidFill>
                          <a:srgbClr val="FFFFFF"/>
                        </a:solidFill>
                        <a:effectLst/>
                        <a:latin typeface="Aptos Narrow" panose="020B0004020202020204" pitchFamily="34" charset="0"/>
                      </a:endParaRPr>
                    </a:p>
                  </a:txBody>
                  <a:tcPr marL="9525" marR="9525" marT="9525" marB="0" anchor="ctr"/>
                </a:tc>
                <a:tc>
                  <a:txBody>
                    <a:bodyPr/>
                    <a:lstStyle/>
                    <a:p>
                      <a:pPr algn="ctr" fontAlgn="ctr">
                        <a:buNone/>
                      </a:pPr>
                      <a:r>
                        <a:rPr lang="es-MX" sz="1200" u="none" strike="noStrike">
                          <a:effectLst/>
                        </a:rPr>
                        <a:t># palabras en otro idioma</a:t>
                      </a:r>
                      <a:endParaRPr lang="es-MX" sz="1200" b="1" i="0" u="none" strike="noStrike">
                        <a:solidFill>
                          <a:srgbClr val="FFFFFF"/>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4063696870"/>
                  </a:ext>
                </a:extLst>
              </a:tr>
              <a:tr h="203200">
                <a:tc>
                  <a:txBody>
                    <a:bodyPr/>
                    <a:lstStyle/>
                    <a:p>
                      <a:pPr algn="l" fontAlgn="b">
                        <a:buNone/>
                      </a:pPr>
                      <a:r>
                        <a:rPr lang="es-MX" sz="1200" u="none" strike="noStrike">
                          <a:effectLst/>
                        </a:rPr>
                        <a:t>email_02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9622757"/>
                  </a:ext>
                </a:extLst>
              </a:tr>
              <a:tr h="203200">
                <a:tc>
                  <a:txBody>
                    <a:bodyPr/>
                    <a:lstStyle/>
                    <a:p>
                      <a:pPr algn="l" fontAlgn="b">
                        <a:buNone/>
                      </a:pPr>
                      <a:r>
                        <a:rPr lang="es-MX" sz="1200" u="none" strike="noStrike">
                          <a:effectLst/>
                        </a:rPr>
                        <a:t>email_03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19525401"/>
                  </a:ext>
                </a:extLst>
              </a:tr>
              <a:tr h="203200">
                <a:tc>
                  <a:txBody>
                    <a:bodyPr/>
                    <a:lstStyle/>
                    <a:p>
                      <a:pPr algn="l" fontAlgn="b">
                        <a:buNone/>
                      </a:pPr>
                      <a:r>
                        <a:rPr lang="es-MX" sz="1200" u="none" strike="noStrike">
                          <a:effectLst/>
                        </a:rPr>
                        <a:t>email_04</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05973420"/>
                  </a:ext>
                </a:extLst>
              </a:tr>
              <a:tr h="203200">
                <a:tc>
                  <a:txBody>
                    <a:bodyPr/>
                    <a:lstStyle/>
                    <a:p>
                      <a:pPr algn="l" fontAlgn="b">
                        <a:buNone/>
                      </a:pPr>
                      <a:r>
                        <a:rPr lang="es-MX" sz="1200" u="none" strike="noStrike">
                          <a:effectLst/>
                        </a:rPr>
                        <a:t>email_06</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2</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704715389"/>
                  </a:ext>
                </a:extLst>
              </a:tr>
              <a:tr h="203200">
                <a:tc>
                  <a:txBody>
                    <a:bodyPr/>
                    <a:lstStyle/>
                    <a:p>
                      <a:pPr algn="l" fontAlgn="b">
                        <a:buNone/>
                      </a:pPr>
                      <a:r>
                        <a:rPr lang="es-MX" sz="1200" u="none" strike="noStrike">
                          <a:effectLst/>
                        </a:rPr>
                        <a:t>email_07</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23987146"/>
                  </a:ext>
                </a:extLst>
              </a:tr>
              <a:tr h="203200">
                <a:tc>
                  <a:txBody>
                    <a:bodyPr/>
                    <a:lstStyle/>
                    <a:p>
                      <a:pPr algn="l" fontAlgn="b">
                        <a:buNone/>
                      </a:pPr>
                      <a:r>
                        <a:rPr lang="es-MX" sz="1200" u="none" strike="noStrike">
                          <a:effectLst/>
                        </a:rPr>
                        <a:t>email_11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4</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54127913"/>
                  </a:ext>
                </a:extLst>
              </a:tr>
              <a:tr h="203200">
                <a:tc>
                  <a:txBody>
                    <a:bodyPr/>
                    <a:lstStyle/>
                    <a:p>
                      <a:pPr algn="l" fontAlgn="b">
                        <a:buNone/>
                      </a:pPr>
                      <a:r>
                        <a:rPr lang="es-MX" sz="1200" u="none" strike="noStrike">
                          <a:effectLst/>
                        </a:rPr>
                        <a:t>email_12</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2</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81941660"/>
                  </a:ext>
                </a:extLst>
              </a:tr>
              <a:tr h="203200">
                <a:tc>
                  <a:txBody>
                    <a:bodyPr/>
                    <a:lstStyle/>
                    <a:p>
                      <a:pPr algn="l" fontAlgn="b">
                        <a:buNone/>
                      </a:pPr>
                      <a:r>
                        <a:rPr lang="es-MX" sz="1200" u="none" strike="noStrike">
                          <a:effectLst/>
                        </a:rPr>
                        <a:t>email_01</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6</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0186845"/>
                  </a:ext>
                </a:extLst>
              </a:tr>
              <a:tr h="203200">
                <a:tc>
                  <a:txBody>
                    <a:bodyPr/>
                    <a:lstStyle/>
                    <a:p>
                      <a:pPr algn="l" fontAlgn="b">
                        <a:buNone/>
                      </a:pPr>
                      <a:r>
                        <a:rPr lang="es-MX" sz="1200" u="none" strike="noStrike">
                          <a:effectLst/>
                        </a:rPr>
                        <a:t>email_05</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8</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5</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78277814"/>
                  </a:ext>
                </a:extLst>
              </a:tr>
              <a:tr h="203200">
                <a:tc>
                  <a:txBody>
                    <a:bodyPr/>
                    <a:lstStyle/>
                    <a:p>
                      <a:pPr algn="l" fontAlgn="b">
                        <a:buNone/>
                      </a:pPr>
                      <a:r>
                        <a:rPr lang="es-MX" sz="1200" u="none" strike="noStrike">
                          <a:effectLst/>
                        </a:rPr>
                        <a:t>email_08</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6</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6</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305927313"/>
                  </a:ext>
                </a:extLst>
              </a:tr>
              <a:tr h="203200">
                <a:tc>
                  <a:txBody>
                    <a:bodyPr/>
                    <a:lstStyle/>
                    <a:p>
                      <a:pPr algn="l" fontAlgn="b">
                        <a:buNone/>
                      </a:pPr>
                      <a:r>
                        <a:rPr lang="es-MX" sz="1200" u="none" strike="noStrike">
                          <a:effectLst/>
                        </a:rPr>
                        <a:t>email_09</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7</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8</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7391413"/>
                  </a:ext>
                </a:extLst>
              </a:tr>
              <a:tr h="203200">
                <a:tc>
                  <a:txBody>
                    <a:bodyPr/>
                    <a:lstStyle/>
                    <a:p>
                      <a:pPr algn="l" fontAlgn="b">
                        <a:buNone/>
                      </a:pPr>
                      <a:r>
                        <a:rPr lang="es-MX" sz="1200" u="none" strike="noStrike">
                          <a:effectLst/>
                        </a:rPr>
                        <a:t>email_10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9</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7</a:t>
                      </a:r>
                      <a:endParaRPr lang="es-MX"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94706971"/>
                  </a:ext>
                </a:extLst>
              </a:tr>
              <a:tr h="203200">
                <a:tc>
                  <a:txBody>
                    <a:bodyPr/>
                    <a:lstStyle/>
                    <a:p>
                      <a:pPr algn="l" fontAlgn="b">
                        <a:buNone/>
                      </a:pPr>
                      <a:r>
                        <a:rPr lang="es-MX" sz="1200" u="none" strike="noStrike">
                          <a:effectLst/>
                        </a:rPr>
                        <a:t>email_13</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a:effectLst/>
                        </a:rPr>
                        <a:t>10</a:t>
                      </a:r>
                      <a:endParaRPr lang="es-MX"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s-MX" sz="1200" u="none" strike="noStrike" dirty="0">
                          <a:effectLst/>
                        </a:rPr>
                        <a:t>4</a:t>
                      </a:r>
                      <a:endParaRPr lang="es-MX"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864375247"/>
                  </a:ext>
                </a:extLst>
              </a:tr>
            </a:tbl>
          </a:graphicData>
        </a:graphic>
      </p:graphicFrame>
      <p:graphicFrame>
        <p:nvGraphicFramePr>
          <p:cNvPr id="8" name="Gráfico 7">
            <a:extLst>
              <a:ext uri="{FF2B5EF4-FFF2-40B4-BE49-F238E27FC236}">
                <a16:creationId xmlns:a16="http://schemas.microsoft.com/office/drawing/2014/main" id="{80954FEA-DD36-3193-2910-F598D8E9BF57}"/>
              </a:ext>
            </a:extLst>
          </p:cNvPr>
          <p:cNvGraphicFramePr>
            <a:graphicFrameLocks/>
          </p:cNvGraphicFramePr>
          <p:nvPr>
            <p:extLst>
              <p:ext uri="{D42A27DB-BD31-4B8C-83A1-F6EECF244321}">
                <p14:modId xmlns:p14="http://schemas.microsoft.com/office/powerpoint/2010/main" val="2860802391"/>
              </p:ext>
            </p:extLst>
          </p:nvPr>
        </p:nvGraphicFramePr>
        <p:xfrm>
          <a:off x="3144981" y="283812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0" name="CuadroTexto 9">
            <a:extLst>
              <a:ext uri="{FF2B5EF4-FFF2-40B4-BE49-F238E27FC236}">
                <a16:creationId xmlns:a16="http://schemas.microsoft.com/office/drawing/2014/main" id="{4F31ADF2-7765-2A3F-ED87-D7AC87742C05}"/>
              </a:ext>
            </a:extLst>
          </p:cNvPr>
          <p:cNvSpPr txBox="1"/>
          <p:nvPr/>
        </p:nvSpPr>
        <p:spPr>
          <a:xfrm>
            <a:off x="8241475" y="2410691"/>
            <a:ext cx="3764478" cy="3693319"/>
          </a:xfrm>
          <a:prstGeom prst="rect">
            <a:avLst/>
          </a:prstGeom>
          <a:noFill/>
        </p:spPr>
        <p:txBody>
          <a:bodyPr wrap="square" rtlCol="0">
            <a:spAutoFit/>
          </a:bodyPr>
          <a:lstStyle/>
          <a:p>
            <a:pPr marL="342900" indent="-342900">
              <a:buFont typeface="+mj-lt"/>
              <a:buAutoNum type="arabicPeriod"/>
            </a:pPr>
            <a:r>
              <a:rPr lang="es-ES_tradnl" dirty="0"/>
              <a:t>El algoritmo construiría la función hipótesis que separaría al conjunto de datos.</a:t>
            </a:r>
          </a:p>
          <a:p>
            <a:pPr marL="342900" indent="-342900">
              <a:buFont typeface="+mj-lt"/>
              <a:buAutoNum type="arabicPeriod"/>
            </a:pPr>
            <a:r>
              <a:rPr lang="es-ES_tradnl" dirty="0"/>
              <a:t>Posteriormente,  un alista revisa la estructura arrojada por el algoritmo, para generar conclusiones sobre que representa cada subconjunto.</a:t>
            </a:r>
          </a:p>
          <a:p>
            <a:pPr marL="342900" indent="-342900">
              <a:buFont typeface="+mj-lt"/>
              <a:buAutoNum type="arabicPeriod"/>
            </a:pPr>
            <a:r>
              <a:rPr lang="es-ES_tradnl" dirty="0"/>
              <a:t>A partir del análisis se podría llegar a la clasificación de cada subconjunto como SPAM y No SPAM.</a:t>
            </a:r>
          </a:p>
        </p:txBody>
      </p:sp>
    </p:spTree>
    <p:extLst>
      <p:ext uri="{BB962C8B-B14F-4D97-AF65-F5344CB8AC3E}">
        <p14:creationId xmlns:p14="http://schemas.microsoft.com/office/powerpoint/2010/main" val="3555078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1AE3-4B4A-D987-842F-40DE8B2FAA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83EC25-AC43-0048-4EDB-F45D04B0DE9E}"/>
              </a:ext>
            </a:extLst>
          </p:cNvPr>
          <p:cNvSpPr>
            <a:spLocks noGrp="1"/>
          </p:cNvSpPr>
          <p:nvPr>
            <p:ph type="title"/>
          </p:nvPr>
        </p:nvSpPr>
        <p:spPr/>
        <p:txBody>
          <a:bodyPr/>
          <a:lstStyle/>
          <a:p>
            <a:r>
              <a:rPr lang="es-ES_tradnl" dirty="0"/>
              <a:t>Aprendizaje No Supervisado</a:t>
            </a:r>
          </a:p>
        </p:txBody>
      </p:sp>
      <p:sp>
        <p:nvSpPr>
          <p:cNvPr id="3" name="Marcador de contenido 2">
            <a:extLst>
              <a:ext uri="{FF2B5EF4-FFF2-40B4-BE49-F238E27FC236}">
                <a16:creationId xmlns:a16="http://schemas.microsoft.com/office/drawing/2014/main" id="{47F0D96A-71C1-CE40-EC4B-D883D366DB4D}"/>
              </a:ext>
            </a:extLst>
          </p:cNvPr>
          <p:cNvSpPr>
            <a:spLocks noGrp="1"/>
          </p:cNvSpPr>
          <p:nvPr>
            <p:ph idx="1"/>
          </p:nvPr>
        </p:nvSpPr>
        <p:spPr>
          <a:xfrm>
            <a:off x="908304" y="1581912"/>
            <a:ext cx="10168128" cy="2479449"/>
          </a:xfrm>
        </p:spPr>
        <p:txBody>
          <a:bodyPr/>
          <a:lstStyle/>
          <a:p>
            <a:r>
              <a:rPr lang="es-ES_tradnl" dirty="0"/>
              <a:t>Sirven para tratar grandes volúmenes de información, que suelen ser imposibles de etiquetar de manera manual por un analista.</a:t>
            </a:r>
          </a:p>
          <a:p>
            <a:r>
              <a:rPr lang="es-ES_tradnl" dirty="0"/>
              <a:t>Con el uso de este tipo de algoritmos, se pueden obtener intuiciones sobre el conjunto de datos, que permita la creación de reglas o aplicar otras técnicas de aprendizaje supervisado.</a:t>
            </a:r>
          </a:p>
        </p:txBody>
      </p:sp>
    </p:spTree>
    <p:extLst>
      <p:ext uri="{BB962C8B-B14F-4D97-AF65-F5344CB8AC3E}">
        <p14:creationId xmlns:p14="http://schemas.microsoft.com/office/powerpoint/2010/main" val="2766944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358BE2-2383-4E2A-B8BA-9C35A059FF8A}"/>
              </a:ext>
            </a:extLst>
          </p:cNvPr>
          <p:cNvSpPr>
            <a:spLocks noGrp="1"/>
          </p:cNvSpPr>
          <p:nvPr>
            <p:ph type="title"/>
          </p:nvPr>
        </p:nvSpPr>
        <p:spPr/>
        <p:txBody>
          <a:bodyPr/>
          <a:lstStyle/>
          <a:p>
            <a:r>
              <a:rPr lang="es-ES_tradnl" dirty="0"/>
              <a:t>Actividad</a:t>
            </a:r>
          </a:p>
        </p:txBody>
      </p:sp>
      <p:sp>
        <p:nvSpPr>
          <p:cNvPr id="3" name="Marcador de contenido 2">
            <a:extLst>
              <a:ext uri="{FF2B5EF4-FFF2-40B4-BE49-F238E27FC236}">
                <a16:creationId xmlns:a16="http://schemas.microsoft.com/office/drawing/2014/main" id="{D650A175-F098-0B4C-FA4D-398A5253CA04}"/>
              </a:ext>
            </a:extLst>
          </p:cNvPr>
          <p:cNvSpPr>
            <a:spLocks noGrp="1"/>
          </p:cNvSpPr>
          <p:nvPr>
            <p:ph idx="1"/>
          </p:nvPr>
        </p:nvSpPr>
        <p:spPr/>
        <p:txBody>
          <a:bodyPr/>
          <a:lstStyle/>
          <a:p>
            <a:r>
              <a:rPr lang="es-ES_tradnl" dirty="0"/>
              <a:t>Investigar en que consiste el aprendizaje maquina de acuerdo a:</a:t>
            </a:r>
          </a:p>
          <a:p>
            <a:r>
              <a:rPr lang="es-ES_tradnl" dirty="0"/>
              <a:t>Su tipo: </a:t>
            </a:r>
            <a:r>
              <a:rPr lang="es-ES_tradnl" b="1" i="1" dirty="0" err="1"/>
              <a:t>batch</a:t>
            </a:r>
            <a:r>
              <a:rPr lang="es-ES_tradnl" dirty="0"/>
              <a:t> y </a:t>
            </a:r>
            <a:r>
              <a:rPr lang="es-ES_tradnl" b="1" i="1" dirty="0"/>
              <a:t>online</a:t>
            </a:r>
            <a:r>
              <a:rPr lang="es-ES_tradnl" dirty="0"/>
              <a:t> </a:t>
            </a:r>
          </a:p>
          <a:p>
            <a:r>
              <a:rPr lang="es-ES_tradnl" dirty="0"/>
              <a:t>si está basado en: </a:t>
            </a:r>
            <a:r>
              <a:rPr lang="es-ES_tradnl" b="1" i="1" dirty="0"/>
              <a:t>Instancias</a:t>
            </a:r>
            <a:r>
              <a:rPr lang="es-ES_tradnl" dirty="0"/>
              <a:t> o </a:t>
            </a:r>
            <a:r>
              <a:rPr lang="es-ES_tradnl" b="1" i="1" dirty="0"/>
              <a:t>modelos</a:t>
            </a:r>
            <a:r>
              <a:rPr lang="es-ES_tradnl" dirty="0"/>
              <a:t>.</a:t>
            </a:r>
          </a:p>
          <a:p>
            <a:pPr marL="0" indent="0">
              <a:buNone/>
            </a:pPr>
            <a:r>
              <a:rPr lang="es-ES_tradnl" dirty="0"/>
              <a:t>Haciendo referencia a sus características principales, y en que tipo de casos es recomendable el uso de cada tipo.</a:t>
            </a:r>
          </a:p>
          <a:p>
            <a:endParaRPr lang="es-ES_tradnl" dirty="0"/>
          </a:p>
          <a:p>
            <a:endParaRPr lang="es-ES_tradnl" dirty="0"/>
          </a:p>
        </p:txBody>
      </p:sp>
    </p:spTree>
    <p:extLst>
      <p:ext uri="{BB962C8B-B14F-4D97-AF65-F5344CB8AC3E}">
        <p14:creationId xmlns:p14="http://schemas.microsoft.com/office/powerpoint/2010/main" val="3234600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E02AE6-3742-4277-F911-1A7B7557C3E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08D317-7CBD-4897-BD1F-959436D2A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F6A77D0-ABA3-2203-B791-076260354B2F}"/>
              </a:ext>
            </a:extLst>
          </p:cNvPr>
          <p:cNvSpPr>
            <a:spLocks noGrp="1"/>
          </p:cNvSpPr>
          <p:nvPr>
            <p:ph type="title"/>
          </p:nvPr>
        </p:nvSpPr>
        <p:spPr>
          <a:xfrm>
            <a:off x="7255564" y="834888"/>
            <a:ext cx="4314645" cy="1268958"/>
          </a:xfrm>
        </p:spPr>
        <p:txBody>
          <a:bodyPr anchor="b">
            <a:normAutofit/>
          </a:bodyPr>
          <a:lstStyle/>
          <a:p>
            <a:r>
              <a:rPr lang="es-ES_tradnl" sz="3200"/>
              <a:t>Conclusión</a:t>
            </a:r>
          </a:p>
        </p:txBody>
      </p:sp>
      <p:pic>
        <p:nvPicPr>
          <p:cNvPr id="5" name="Picture 4">
            <a:extLst>
              <a:ext uri="{FF2B5EF4-FFF2-40B4-BE49-F238E27FC236}">
                <a16:creationId xmlns:a16="http://schemas.microsoft.com/office/drawing/2014/main" id="{2EFFC01A-8EE9-30AE-D456-C925D7ACFBF7}"/>
              </a:ext>
            </a:extLst>
          </p:cNvPr>
          <p:cNvPicPr>
            <a:picLocks noChangeAspect="1"/>
          </p:cNvPicPr>
          <p:nvPr/>
        </p:nvPicPr>
        <p:blipFill>
          <a:blip r:embed="rId2"/>
          <a:srcRect l="14545" r="20072" b="-1"/>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11" name="Rectangle 10">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8F3CA65-EA00-46B4-9616-39E6853F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572" y="2240371"/>
            <a:ext cx="42062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B94CBA7E-4755-F44D-78DE-B88AF3314B1A}"/>
              </a:ext>
            </a:extLst>
          </p:cNvPr>
          <p:cNvSpPr>
            <a:spLocks noGrp="1"/>
          </p:cNvSpPr>
          <p:nvPr>
            <p:ph idx="1"/>
          </p:nvPr>
        </p:nvSpPr>
        <p:spPr>
          <a:xfrm>
            <a:off x="7255563" y="2557587"/>
            <a:ext cx="4314645" cy="3717317"/>
          </a:xfrm>
        </p:spPr>
        <p:txBody>
          <a:bodyPr anchor="t">
            <a:normAutofit/>
          </a:bodyPr>
          <a:lstStyle/>
          <a:p>
            <a:pPr marL="0" indent="0">
              <a:buNone/>
            </a:pPr>
            <a:r>
              <a:rPr lang="es-MX" sz="2800" b="0" i="0" u="none" strike="noStrike" dirty="0">
                <a:effectLst/>
                <a:latin typeface="-webkit-standard"/>
              </a:rPr>
              <a:t>En resumen, el </a:t>
            </a:r>
            <a:r>
              <a:rPr lang="es-MX" sz="2800" b="0" i="1" u="none" strike="noStrike" dirty="0">
                <a:effectLst/>
              </a:rPr>
              <a:t>machine learning</a:t>
            </a:r>
            <a:r>
              <a:rPr lang="es-MX" sz="2800" b="0" i="0" u="none" strike="noStrike" dirty="0">
                <a:effectLst/>
                <a:latin typeface="-webkit-standard"/>
              </a:rPr>
              <a:t> permite que las máquinas sean más autónomas y eficientes al aprender de los datos y mejorar su desempeño con el tiempo.</a:t>
            </a:r>
            <a:endParaRPr lang="es-MX" sz="2800" b="0" i="0" u="none" strike="noStrike" dirty="0">
              <a:effectLst/>
            </a:endParaRPr>
          </a:p>
        </p:txBody>
      </p:sp>
    </p:spTree>
    <p:extLst>
      <p:ext uri="{BB962C8B-B14F-4D97-AF65-F5344CB8AC3E}">
        <p14:creationId xmlns:p14="http://schemas.microsoft.com/office/powerpoint/2010/main" val="2213277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72" name="Rectangle 2071">
            <a:extLst>
              <a:ext uri="{FF2B5EF4-FFF2-40B4-BE49-F238E27FC236}">
                <a16:creationId xmlns:a16="http://schemas.microsoft.com/office/drawing/2014/main" id="{57F72BCA-EE24-40BE-9ECA-E10C9BA55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A2E2FDC-079D-1852-E03F-08A3170224AB}"/>
              </a:ext>
            </a:extLst>
          </p:cNvPr>
          <p:cNvSpPr>
            <a:spLocks noGrp="1"/>
          </p:cNvSpPr>
          <p:nvPr>
            <p:ph type="title"/>
          </p:nvPr>
        </p:nvSpPr>
        <p:spPr>
          <a:xfrm>
            <a:off x="6775703" y="566928"/>
            <a:ext cx="4578337" cy="1161288"/>
          </a:xfrm>
        </p:spPr>
        <p:txBody>
          <a:bodyPr anchor="b">
            <a:normAutofit/>
          </a:bodyPr>
          <a:lstStyle/>
          <a:p>
            <a:r>
              <a:rPr lang="es-ES_tradnl" sz="3600"/>
              <a:t>Regresión lineal</a:t>
            </a:r>
          </a:p>
        </p:txBody>
      </p:sp>
      <p:pic>
        <p:nvPicPr>
          <p:cNvPr id="2054" name="Picture 6" descr="Qué es la Regresión Lineal - El Universal DF">
            <a:extLst>
              <a:ext uri="{FF2B5EF4-FFF2-40B4-BE49-F238E27FC236}">
                <a16:creationId xmlns:a16="http://schemas.microsoft.com/office/drawing/2014/main" id="{86A30339-11B9-C93E-1F5E-1BFEE86F7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747" r="27391" b="2"/>
          <a:stretch/>
        </p:blipFill>
        <p:spPr bwMode="auto">
          <a:xfrm>
            <a:off x="838199" y="566928"/>
            <a:ext cx="5157216" cy="528523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91E81D8D-8DBE-FEC3-3AC0-0B5AF3EB8E78}"/>
              </a:ext>
            </a:extLst>
          </p:cNvPr>
          <p:cNvSpPr>
            <a:spLocks noGrp="1"/>
          </p:cNvSpPr>
          <p:nvPr>
            <p:ph idx="1"/>
          </p:nvPr>
        </p:nvSpPr>
        <p:spPr>
          <a:xfrm>
            <a:off x="6775704" y="2057400"/>
            <a:ext cx="4572000" cy="3776472"/>
          </a:xfrm>
        </p:spPr>
        <p:txBody>
          <a:bodyPr>
            <a:normAutofit/>
          </a:bodyPr>
          <a:lstStyle/>
          <a:p>
            <a:r>
              <a:rPr lang="es-MX" sz="1800" b="0" i="0" u="none" strike="noStrike" dirty="0">
                <a:effectLst/>
                <a:latin typeface="-webkit-standard"/>
              </a:rPr>
              <a:t>La regresión lineal es un método estadístico y de </a:t>
            </a:r>
            <a:r>
              <a:rPr lang="es-MX" sz="1800" b="0" i="1" u="none" strike="noStrike" dirty="0">
                <a:effectLst/>
              </a:rPr>
              <a:t>machine learning</a:t>
            </a:r>
            <a:r>
              <a:rPr lang="es-MX" sz="1800" b="0" i="0" u="none" strike="noStrike" dirty="0">
                <a:effectLst/>
                <a:latin typeface="-webkit-standard"/>
              </a:rPr>
              <a:t> utilizado para modelar la relación entre una variable dependiente (o variable objetivo) y una o más variables independientes (o características). </a:t>
            </a:r>
            <a:endParaRPr lang="es-MX" sz="1800" b="0" i="0" u="none" strike="noStrike">
              <a:effectLst/>
              <a:latin typeface="-webkit-standard"/>
            </a:endParaRPr>
          </a:p>
          <a:p>
            <a:r>
              <a:rPr lang="es-MX" sz="1800" b="0" i="0" u="none" strike="noStrike" dirty="0">
                <a:effectLst/>
                <a:latin typeface="-webkit-standard"/>
              </a:rPr>
              <a:t>Su objetivo es encontrar la línea recta que mejor se ajusta a los datos, minimizando la diferencia entre las predicciones realizadas por el modelo y los valores reales.</a:t>
            </a:r>
            <a:endParaRPr lang="es-ES_tradnl" sz="1800"/>
          </a:p>
        </p:txBody>
      </p:sp>
      <p:sp>
        <p:nvSpPr>
          <p:cNvPr id="2074" name="Rectangle 2073">
            <a:extLst>
              <a:ext uri="{FF2B5EF4-FFF2-40B4-BE49-F238E27FC236}">
                <a16:creationId xmlns:a16="http://schemas.microsoft.com/office/drawing/2014/main" id="{6B3C4597-DD46-4BFC-B999-C52879B95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6" name="Rectangle 2075">
            <a:extLst>
              <a:ext uri="{FF2B5EF4-FFF2-40B4-BE49-F238E27FC236}">
                <a16:creationId xmlns:a16="http://schemas.microsoft.com/office/drawing/2014/main" id="{632B59AC-0160-4F1D-934F-B7D8B6AE4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034272" y="3817404"/>
            <a:ext cx="54864" cy="45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645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6DD324-814B-17BC-B9B7-8E20BB688ABB}"/>
              </a:ext>
            </a:extLst>
          </p:cNvPr>
          <p:cNvSpPr>
            <a:spLocks noGrp="1"/>
          </p:cNvSpPr>
          <p:nvPr>
            <p:ph type="title"/>
          </p:nvPr>
        </p:nvSpPr>
        <p:spPr/>
        <p:txBody>
          <a:bodyPr/>
          <a:lstStyle/>
          <a:p>
            <a:r>
              <a:rPr lang="es-ES_tradnl" dirty="0"/>
              <a:t>Conceptos clave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C4A679A-40DB-AC39-13D0-87DDC3A289EB}"/>
                  </a:ext>
                </a:extLst>
              </p:cNvPr>
              <p:cNvSpPr>
                <a:spLocks noGrp="1"/>
              </p:cNvSpPr>
              <p:nvPr>
                <p:ph idx="1"/>
              </p:nvPr>
            </p:nvSpPr>
            <p:spPr>
              <a:xfrm>
                <a:off x="1115568" y="1728216"/>
                <a:ext cx="10168128" cy="3694176"/>
              </a:xfrm>
            </p:spPr>
            <p:txBody>
              <a:bodyPr/>
              <a:lstStyle/>
              <a:p>
                <a:pPr algn="just"/>
                <a:r>
                  <a:rPr lang="es-MX" b="1" dirty="0"/>
                  <a:t>Variable Dependiente</a:t>
                </a:r>
                <a:r>
                  <a:rPr lang="es-MX" dirty="0"/>
                  <a:t>: Es la variable que se desea predecir o explicar. En el contexto de la regresión lineal, se denota comúnmente como: </a:t>
                </a:r>
                <a14:m>
                  <m:oMath xmlns:m="http://schemas.openxmlformats.org/officeDocument/2006/math">
                    <m:r>
                      <a:rPr lang="es-ES" b="1" i="1" smtClean="0">
                        <a:latin typeface="Cambria Math" panose="02040503050406030204" pitchFamily="18" charset="0"/>
                      </a:rPr>
                      <m:t>𝒚</m:t>
                    </m:r>
                  </m:oMath>
                </a14:m>
                <a:endParaRPr lang="es-MX" b="1" dirty="0"/>
              </a:p>
              <a:p>
                <a:pPr algn="just"/>
                <a:r>
                  <a:rPr lang="es-MX" b="1" dirty="0"/>
                  <a:t>Variables Independientes</a:t>
                </a:r>
                <a:r>
                  <a:rPr lang="es-MX" dirty="0"/>
                  <a:t>: Son las variables que se utilizan para hacer la predicción. En el caso más simple (regresión lineal simple), hay una sola variable independiente, denotada como </a:t>
                </a:r>
                <a14:m>
                  <m:oMath xmlns:m="http://schemas.openxmlformats.org/officeDocument/2006/math">
                    <m:r>
                      <a:rPr lang="es-ES" b="1" i="1" smtClean="0">
                        <a:latin typeface="Cambria Math" panose="02040503050406030204" pitchFamily="18" charset="0"/>
                      </a:rPr>
                      <m:t>𝒙</m:t>
                    </m:r>
                    <m:r>
                      <a:rPr lang="es-ES" b="0" i="1" smtClean="0">
                        <a:latin typeface="Cambria Math" panose="02040503050406030204" pitchFamily="18" charset="0"/>
                      </a:rPr>
                      <m:t>.</m:t>
                    </m:r>
                  </m:oMath>
                </a14:m>
                <a:r>
                  <a:rPr lang="es-MX" dirty="0"/>
                  <a:t> Para múltiples variables (regresión lineal múltiple), se utilizan </a:t>
                </a:r>
                <a14:m>
                  <m:oMath xmlns:m="http://schemas.openxmlformats.org/officeDocument/2006/math">
                    <m:sSub>
                      <m:sSubPr>
                        <m:ctrlPr>
                          <a:rPr lang="es-MX" b="1" i="1" smtClean="0">
                            <a:latin typeface="Cambria Math" panose="02040503050406030204" pitchFamily="18" charset="0"/>
                          </a:rPr>
                        </m:ctrlPr>
                      </m:sSubPr>
                      <m:e>
                        <m:r>
                          <a:rPr lang="es-ES" b="1" i="1" smtClean="0">
                            <a:latin typeface="Cambria Math" panose="02040503050406030204" pitchFamily="18" charset="0"/>
                          </a:rPr>
                          <m:t>𝒙</m:t>
                        </m:r>
                      </m:e>
                      <m:sub>
                        <m:r>
                          <a:rPr lang="es-ES" b="1" i="1" smtClean="0">
                            <a:latin typeface="Cambria Math" panose="02040503050406030204" pitchFamily="18" charset="0"/>
                          </a:rPr>
                          <m:t>𝟏</m:t>
                        </m:r>
                      </m:sub>
                    </m:sSub>
                    <m:r>
                      <a:rPr lang="es-ES" b="1" i="1" smtClean="0">
                        <a:latin typeface="Cambria Math" panose="02040503050406030204" pitchFamily="18" charset="0"/>
                      </a:rPr>
                      <m:t>,</m:t>
                    </m:r>
                    <m:sSub>
                      <m:sSubPr>
                        <m:ctrlPr>
                          <a:rPr lang="es-MX" b="1" i="1">
                            <a:latin typeface="Cambria Math" panose="02040503050406030204" pitchFamily="18" charset="0"/>
                          </a:rPr>
                        </m:ctrlPr>
                      </m:sSubPr>
                      <m:e>
                        <m:r>
                          <a:rPr lang="es-ES" b="1" i="1">
                            <a:latin typeface="Cambria Math" panose="02040503050406030204" pitchFamily="18" charset="0"/>
                          </a:rPr>
                          <m:t>𝒙</m:t>
                        </m:r>
                      </m:e>
                      <m:sub>
                        <m:r>
                          <a:rPr lang="es-ES" b="1" i="1" smtClean="0">
                            <a:latin typeface="Cambria Math" panose="02040503050406030204" pitchFamily="18" charset="0"/>
                          </a:rPr>
                          <m:t>𝟐</m:t>
                        </m:r>
                      </m:sub>
                    </m:sSub>
                    <m:r>
                      <a:rPr lang="es-ES" b="1" i="1" smtClean="0">
                        <a:latin typeface="Cambria Math" panose="02040503050406030204" pitchFamily="18" charset="0"/>
                      </a:rPr>
                      <m:t>,…,</m:t>
                    </m:r>
                    <m:sSub>
                      <m:sSubPr>
                        <m:ctrlPr>
                          <a:rPr lang="es-MX" b="1" i="1">
                            <a:latin typeface="Cambria Math" panose="02040503050406030204" pitchFamily="18" charset="0"/>
                          </a:rPr>
                        </m:ctrlPr>
                      </m:sSubPr>
                      <m:e>
                        <m:r>
                          <a:rPr lang="es-ES" b="1" i="1">
                            <a:latin typeface="Cambria Math" panose="02040503050406030204" pitchFamily="18" charset="0"/>
                          </a:rPr>
                          <m:t>𝒙</m:t>
                        </m:r>
                      </m:e>
                      <m:sub>
                        <m:r>
                          <a:rPr lang="es-ES" b="1" i="1" smtClean="0">
                            <a:latin typeface="Cambria Math" panose="02040503050406030204" pitchFamily="18" charset="0"/>
                          </a:rPr>
                          <m:t>𝒏</m:t>
                        </m:r>
                      </m:sub>
                    </m:sSub>
                  </m:oMath>
                </a14:m>
                <a:r>
                  <a:rPr lang="es-MX" dirty="0"/>
                  <a:t>.</a:t>
                </a:r>
              </a:p>
              <a:p>
                <a:pPr algn="just"/>
                <a:endParaRPr lang="es-ES_tradnl" dirty="0"/>
              </a:p>
            </p:txBody>
          </p:sp>
        </mc:Choice>
        <mc:Fallback xmlns="">
          <p:sp>
            <p:nvSpPr>
              <p:cNvPr id="3" name="Marcador de contenido 2">
                <a:extLst>
                  <a:ext uri="{FF2B5EF4-FFF2-40B4-BE49-F238E27FC236}">
                    <a16:creationId xmlns:a16="http://schemas.microsoft.com/office/drawing/2014/main" id="{2C4A679A-40DB-AC39-13D0-87DDC3A289EB}"/>
                  </a:ext>
                </a:extLst>
              </p:cNvPr>
              <p:cNvSpPr>
                <a:spLocks noGrp="1" noRot="1" noChangeAspect="1" noMove="1" noResize="1" noEditPoints="1" noAdjustHandles="1" noChangeArrowheads="1" noChangeShapeType="1" noTextEdit="1"/>
              </p:cNvSpPr>
              <p:nvPr>
                <p:ph idx="1"/>
              </p:nvPr>
            </p:nvSpPr>
            <p:spPr>
              <a:xfrm>
                <a:off x="1115568" y="1728216"/>
                <a:ext cx="10168128" cy="3694176"/>
              </a:xfrm>
              <a:blipFill>
                <a:blip r:embed="rId2"/>
                <a:stretch>
                  <a:fillRect l="-748" t="-1370" r="-873"/>
                </a:stretch>
              </a:blipFill>
            </p:spPr>
            <p:txBody>
              <a:bodyPr/>
              <a:lstStyle/>
              <a:p>
                <a:r>
                  <a:rPr lang="es-ES_tradnl">
                    <a:noFill/>
                  </a:rPr>
                  <a:t> </a:t>
                </a:r>
              </a:p>
            </p:txBody>
          </p:sp>
        </mc:Fallback>
      </mc:AlternateContent>
    </p:spTree>
    <p:extLst>
      <p:ext uri="{BB962C8B-B14F-4D97-AF65-F5344CB8AC3E}">
        <p14:creationId xmlns:p14="http://schemas.microsoft.com/office/powerpoint/2010/main" val="3092703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C9902E-1815-BBD6-532B-BE80A975440E}"/>
              </a:ext>
            </a:extLst>
          </p:cNvPr>
          <p:cNvSpPr>
            <a:spLocks noGrp="1"/>
          </p:cNvSpPr>
          <p:nvPr>
            <p:ph type="title"/>
          </p:nvPr>
        </p:nvSpPr>
        <p:spPr/>
        <p:txBody>
          <a:bodyPr/>
          <a:lstStyle/>
          <a:p>
            <a:r>
              <a:rPr lang="es-ES_tradnl" dirty="0"/>
              <a:t>Modelo de regresión lineal simple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ABE505E-F523-D447-6CF0-A34BE52199DF}"/>
                  </a:ext>
                </a:extLst>
              </p:cNvPr>
              <p:cNvSpPr>
                <a:spLocks noGrp="1"/>
              </p:cNvSpPr>
              <p:nvPr>
                <p:ph idx="1"/>
              </p:nvPr>
            </p:nvSpPr>
            <p:spPr>
              <a:xfrm>
                <a:off x="1115568" y="1728216"/>
                <a:ext cx="10168128" cy="4908890"/>
              </a:xfrm>
            </p:spPr>
            <p:txBody>
              <a:bodyPr>
                <a:normAutofit lnSpcReduction="10000"/>
              </a:bodyPr>
              <a:lstStyle/>
              <a:p>
                <a:pPr algn="just"/>
                <a:r>
                  <a:rPr lang="es-MX" b="0" i="0" u="none" strike="noStrike" dirty="0">
                    <a:solidFill>
                      <a:srgbClr val="000000"/>
                    </a:solidFill>
                    <a:effectLst/>
                  </a:rPr>
                  <a:t>La forma más básica de regresión lineal implica </a:t>
                </a:r>
                <a:r>
                  <a:rPr lang="es-MX" b="1" i="0" u="none" strike="noStrike" dirty="0">
                    <a:solidFill>
                      <a:srgbClr val="000000"/>
                    </a:solidFill>
                    <a:effectLst/>
                  </a:rPr>
                  <a:t>una sola variable independiente </a:t>
                </a:r>
                <a:r>
                  <a:rPr lang="es-MX" b="0" i="0" u="none" strike="noStrike" dirty="0">
                    <a:solidFill>
                      <a:srgbClr val="000000"/>
                    </a:solidFill>
                    <a:effectLst/>
                  </a:rPr>
                  <a:t>y se representa por la ecuación:</a:t>
                </a:r>
              </a:p>
              <a:p>
                <a:pPr marL="0" indent="0" algn="ctr">
                  <a:buNone/>
                </a:pPr>
                <a14:m>
                  <m:oMath xmlns:m="http://schemas.openxmlformats.org/officeDocument/2006/math">
                    <m:r>
                      <a:rPr lang="es-ES" b="1" i="1" smtClean="0">
                        <a:solidFill>
                          <a:srgbClr val="000000"/>
                        </a:solidFill>
                        <a:latin typeface="Cambria Math" panose="02040503050406030204" pitchFamily="18" charset="0"/>
                      </a:rPr>
                      <m:t>𝒚</m:t>
                    </m:r>
                    <m:r>
                      <a:rPr lang="es-ES" b="1" i="1" smtClean="0">
                        <a:solidFill>
                          <a:srgbClr val="000000"/>
                        </a:solidFill>
                        <a:latin typeface="Cambria Math" panose="02040503050406030204" pitchFamily="18" charset="0"/>
                      </a:rPr>
                      <m:t>=</m:t>
                    </m:r>
                    <m:r>
                      <a:rPr lang="es-ES" b="1" i="1" smtClean="0">
                        <a:solidFill>
                          <a:srgbClr val="000000"/>
                        </a:solidFill>
                        <a:latin typeface="Cambria Math" panose="02040503050406030204" pitchFamily="18" charset="0"/>
                      </a:rPr>
                      <m:t>𝒎𝒙</m:t>
                    </m:r>
                    <m:r>
                      <a:rPr lang="es-ES" b="1" i="1" smtClean="0">
                        <a:solidFill>
                          <a:srgbClr val="000000"/>
                        </a:solidFill>
                        <a:latin typeface="Cambria Math" panose="02040503050406030204" pitchFamily="18" charset="0"/>
                      </a:rPr>
                      <m:t>+</m:t>
                    </m:r>
                    <m:r>
                      <a:rPr lang="es-ES" b="1" i="1" smtClean="0">
                        <a:solidFill>
                          <a:srgbClr val="000000"/>
                        </a:solidFill>
                        <a:latin typeface="Cambria Math" panose="02040503050406030204" pitchFamily="18" charset="0"/>
                      </a:rPr>
                      <m:t>𝒃</m:t>
                    </m:r>
                  </m:oMath>
                </a14:m>
                <a:r>
                  <a:rPr lang="es-MX" b="1" dirty="0">
                    <a:solidFill>
                      <a:srgbClr val="000000"/>
                    </a:solidFill>
                  </a:rPr>
                  <a:t> 		</a:t>
                </a:r>
              </a:p>
              <a:p>
                <a:pPr marL="0" indent="0">
                  <a:buNone/>
                </a:pPr>
                <a:r>
                  <a:rPr lang="es-MX" dirty="0">
                    <a:solidFill>
                      <a:srgbClr val="000000"/>
                    </a:solidFill>
                  </a:rPr>
                  <a:t>Donde: </a:t>
                </a:r>
              </a:p>
              <a:p>
                <a:pPr lvl="1" algn="just"/>
                <a14:m>
                  <m:oMath xmlns:m="http://schemas.openxmlformats.org/officeDocument/2006/math">
                    <m:r>
                      <a:rPr lang="es-ES" sz="2400" b="1" i="1" smtClean="0">
                        <a:solidFill>
                          <a:srgbClr val="000000"/>
                        </a:solidFill>
                        <a:latin typeface="Cambria Math" panose="02040503050406030204" pitchFamily="18" charset="0"/>
                      </a:rPr>
                      <m:t>𝒎</m:t>
                    </m:r>
                    <m:r>
                      <a:rPr lang="es-MX" sz="2400" b="0" i="0" smtClean="0">
                        <a:solidFill>
                          <a:srgbClr val="000000"/>
                        </a:solidFill>
                        <a:latin typeface="Cambria Math" panose="02040503050406030204" pitchFamily="18" charset="0"/>
                      </a:rPr>
                      <m:t> </m:t>
                    </m:r>
                  </m:oMath>
                </a14:m>
                <a:r>
                  <a:rPr lang="es-MX" sz="2400" dirty="0">
                    <a:solidFill>
                      <a:srgbClr val="000000"/>
                    </a:solidFill>
                  </a:rPr>
                  <a:t>es la pendiente de la línea que indica cómo cambia </a:t>
                </a:r>
                <a14:m>
                  <m:oMath xmlns:m="http://schemas.openxmlformats.org/officeDocument/2006/math">
                    <m:r>
                      <a:rPr lang="es-ES" sz="2400" b="1" i="1" smtClean="0">
                        <a:solidFill>
                          <a:srgbClr val="000000"/>
                        </a:solidFill>
                        <a:latin typeface="Cambria Math" panose="02040503050406030204" pitchFamily="18" charset="0"/>
                      </a:rPr>
                      <m:t>𝒚</m:t>
                    </m:r>
                  </m:oMath>
                </a14:m>
                <a:r>
                  <a:rPr lang="es-MX" sz="2400" dirty="0">
                    <a:solidFill>
                      <a:srgbClr val="000000"/>
                    </a:solidFill>
                  </a:rPr>
                  <a:t> cuando </a:t>
                </a:r>
                <a14:m>
                  <m:oMath xmlns:m="http://schemas.openxmlformats.org/officeDocument/2006/math">
                    <m:r>
                      <a:rPr lang="es-ES" sz="2400" b="1" i="1" smtClean="0">
                        <a:solidFill>
                          <a:srgbClr val="000000"/>
                        </a:solidFill>
                        <a:latin typeface="Cambria Math" panose="02040503050406030204" pitchFamily="18" charset="0"/>
                      </a:rPr>
                      <m:t>𝒙</m:t>
                    </m:r>
                  </m:oMath>
                </a14:m>
                <a:r>
                  <a:rPr lang="es-MX" sz="2400" dirty="0">
                    <a:solidFill>
                      <a:srgbClr val="000000"/>
                    </a:solidFill>
                  </a:rPr>
                  <a:t> cambia.</a:t>
                </a:r>
              </a:p>
              <a:p>
                <a:pPr lvl="1" algn="just"/>
                <a14:m>
                  <m:oMath xmlns:m="http://schemas.openxmlformats.org/officeDocument/2006/math">
                    <m:r>
                      <a:rPr lang="es-ES" sz="2400" b="1" i="1" smtClean="0">
                        <a:solidFill>
                          <a:srgbClr val="000000"/>
                        </a:solidFill>
                        <a:latin typeface="Cambria Math" panose="02040503050406030204" pitchFamily="18" charset="0"/>
                      </a:rPr>
                      <m:t>𝒃</m:t>
                    </m:r>
                  </m:oMath>
                </a14:m>
                <a:r>
                  <a:rPr lang="es-MX" sz="2400" dirty="0">
                    <a:solidFill>
                      <a:srgbClr val="000000"/>
                    </a:solidFill>
                  </a:rPr>
                  <a:t> es la intersección con el eje </a:t>
                </a:r>
                <a14:m>
                  <m:oMath xmlns:m="http://schemas.openxmlformats.org/officeDocument/2006/math">
                    <m:r>
                      <a:rPr lang="es-ES" sz="2400" b="1" i="1" smtClean="0">
                        <a:solidFill>
                          <a:srgbClr val="000000"/>
                        </a:solidFill>
                        <a:latin typeface="Cambria Math" panose="02040503050406030204" pitchFamily="18" charset="0"/>
                      </a:rPr>
                      <m:t>𝒚</m:t>
                    </m:r>
                    <m:r>
                      <a:rPr lang="es-MX" sz="2400" b="1" i="1" smtClean="0">
                        <a:solidFill>
                          <a:srgbClr val="000000"/>
                        </a:solidFill>
                        <a:latin typeface="Cambria Math" panose="02040503050406030204" pitchFamily="18" charset="0"/>
                      </a:rPr>
                      <m:t> </m:t>
                    </m:r>
                  </m:oMath>
                </a14:m>
                <a:r>
                  <a:rPr lang="es-MX" sz="2400" dirty="0">
                    <a:solidFill>
                      <a:srgbClr val="000000"/>
                    </a:solidFill>
                  </a:rPr>
                  <a:t>, que representa el valor de </a:t>
                </a:r>
                <a14:m>
                  <m:oMath xmlns:m="http://schemas.openxmlformats.org/officeDocument/2006/math">
                    <m:r>
                      <a:rPr lang="es-ES" sz="2400" b="1" i="1">
                        <a:solidFill>
                          <a:srgbClr val="000000"/>
                        </a:solidFill>
                        <a:latin typeface="Cambria Math" panose="02040503050406030204" pitchFamily="18" charset="0"/>
                      </a:rPr>
                      <m:t>𝒚</m:t>
                    </m:r>
                  </m:oMath>
                </a14:m>
                <a:r>
                  <a:rPr lang="es-MX" sz="2400" dirty="0">
                    <a:solidFill>
                      <a:srgbClr val="000000"/>
                    </a:solidFill>
                  </a:rPr>
                  <a:t> cuando </a:t>
                </a:r>
                <a14:m>
                  <m:oMath xmlns:m="http://schemas.openxmlformats.org/officeDocument/2006/math">
                    <m:r>
                      <a:rPr lang="es-ES" sz="2400" b="1" i="1">
                        <a:solidFill>
                          <a:srgbClr val="000000"/>
                        </a:solidFill>
                        <a:latin typeface="Cambria Math" panose="02040503050406030204" pitchFamily="18" charset="0"/>
                      </a:rPr>
                      <m:t>𝒙</m:t>
                    </m:r>
                  </m:oMath>
                </a14:m>
                <a:r>
                  <a:rPr lang="es-MX" sz="2400" dirty="0">
                    <a:solidFill>
                      <a:srgbClr val="000000"/>
                    </a:solidFill>
                  </a:rPr>
                  <a:t> es 0.</a:t>
                </a:r>
                <a:endParaRPr lang="es-ES_tradnl" sz="2400" dirty="0">
                  <a:solidFill>
                    <a:srgbClr val="000000"/>
                  </a:solidFill>
                </a:endParaRPr>
              </a:p>
              <a:p>
                <a:pPr marL="0" indent="0" algn="just">
                  <a:buNone/>
                </a:pPr>
                <a:r>
                  <a:rPr lang="es-ES_tradnl" dirty="0">
                    <a:solidFill>
                      <a:srgbClr val="000000"/>
                    </a:solidFill>
                  </a:rPr>
                  <a:t>Otra forma de ver esta ecuación es lo que conocemos como </a:t>
                </a:r>
                <a:r>
                  <a:rPr lang="es-ES_tradnl" b="1" dirty="0">
                    <a:solidFill>
                      <a:srgbClr val="000000"/>
                    </a:solidFill>
                  </a:rPr>
                  <a:t>función hipótesis:</a:t>
                </a:r>
              </a:p>
              <a:p>
                <a:pPr marL="0" indent="0" algn="just">
                  <a:buNone/>
                </a:pPr>
                <a14:m>
                  <m:oMathPara xmlns:m="http://schemas.openxmlformats.org/officeDocument/2006/math">
                    <m:oMathParaPr>
                      <m:jc m:val="centerGroup"/>
                    </m:oMathParaPr>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rPr>
                            <m:t>𝒉</m:t>
                          </m:r>
                        </m:e>
                        <m:sub>
                          <m:r>
                            <a:rPr lang="es-MX" b="1" i="1">
                              <a:solidFill>
                                <a:srgbClr val="000000"/>
                              </a:solidFill>
                              <a:latin typeface="Cambria Math" panose="02040503050406030204" pitchFamily="18" charset="0"/>
                              <a:ea typeface="Cambria Math" panose="02040503050406030204" pitchFamily="18" charset="0"/>
                            </a:rPr>
                            <m:t>𝜽</m:t>
                          </m:r>
                        </m:sub>
                      </m:sSub>
                      <m:d>
                        <m:dPr>
                          <m:ctrlPr>
                            <a:rPr lang="es-MX" b="1" i="1">
                              <a:solidFill>
                                <a:srgbClr val="000000"/>
                              </a:solidFill>
                              <a:latin typeface="Cambria Math" panose="02040503050406030204" pitchFamily="18" charset="0"/>
                            </a:rPr>
                          </m:ctrlPr>
                        </m:dPr>
                        <m:e>
                          <m:r>
                            <a:rPr lang="es-MX" b="1" i="1">
                              <a:solidFill>
                                <a:srgbClr val="000000"/>
                              </a:solidFill>
                              <a:latin typeface="Cambria Math" panose="02040503050406030204" pitchFamily="18" charset="0"/>
                            </a:rPr>
                            <m:t>𝒙</m:t>
                          </m:r>
                        </m:e>
                      </m:d>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𝟏</m:t>
                          </m:r>
                        </m:sub>
                      </m:sSub>
                      <m:r>
                        <a:rPr lang="es-MX" b="1" i="1">
                          <a:solidFill>
                            <a:srgbClr val="000000"/>
                          </a:solidFill>
                          <a:latin typeface="Cambria Math" panose="02040503050406030204" pitchFamily="18" charset="0"/>
                        </a:rPr>
                        <m:t>𝒙</m:t>
                      </m:r>
                    </m:oMath>
                  </m:oMathPara>
                </a14:m>
                <a:endParaRPr lang="es-ES_tradnl" dirty="0">
                  <a:solidFill>
                    <a:srgbClr val="000000"/>
                  </a:solidFill>
                </a:endParaRPr>
              </a:p>
              <a:p>
                <a:pPr marL="0" indent="0" algn="just">
                  <a:buNone/>
                </a:pPr>
                <a:endParaRPr lang="es-MX" dirty="0">
                  <a:solidFill>
                    <a:srgbClr val="000000"/>
                  </a:solidFill>
                </a:endParaRPr>
              </a:p>
            </p:txBody>
          </p:sp>
        </mc:Choice>
        <mc:Fallback xmlns="">
          <p:sp>
            <p:nvSpPr>
              <p:cNvPr id="3" name="Marcador de contenido 2">
                <a:extLst>
                  <a:ext uri="{FF2B5EF4-FFF2-40B4-BE49-F238E27FC236}">
                    <a16:creationId xmlns:a16="http://schemas.microsoft.com/office/drawing/2014/main" id="{7ABE505E-F523-D447-6CF0-A34BE52199DF}"/>
                  </a:ext>
                </a:extLst>
              </p:cNvPr>
              <p:cNvSpPr>
                <a:spLocks noGrp="1" noRot="1" noChangeAspect="1" noMove="1" noResize="1" noEditPoints="1" noAdjustHandles="1" noChangeArrowheads="1" noChangeShapeType="1" noTextEdit="1"/>
              </p:cNvSpPr>
              <p:nvPr>
                <p:ph idx="1"/>
              </p:nvPr>
            </p:nvSpPr>
            <p:spPr>
              <a:xfrm>
                <a:off x="1115568" y="1728216"/>
                <a:ext cx="10168128" cy="4908890"/>
              </a:xfrm>
              <a:blipFill>
                <a:blip r:embed="rId3"/>
                <a:stretch>
                  <a:fillRect l="-899" t="-994" r="-899"/>
                </a:stretch>
              </a:blipFill>
            </p:spPr>
            <p:txBody>
              <a:bodyPr/>
              <a:lstStyle/>
              <a:p>
                <a:r>
                  <a:rPr lang="es-MX">
                    <a:noFill/>
                  </a:rPr>
                  <a:t> </a:t>
                </a:r>
              </a:p>
            </p:txBody>
          </p:sp>
        </mc:Fallback>
      </mc:AlternateContent>
    </p:spTree>
    <p:extLst>
      <p:ext uri="{BB962C8B-B14F-4D97-AF65-F5344CB8AC3E}">
        <p14:creationId xmlns:p14="http://schemas.microsoft.com/office/powerpoint/2010/main" val="400911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90009-C5CD-79F3-244E-9B548D6879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EF1E0B-CC20-DC23-E8C9-534708B67C31}"/>
              </a:ext>
            </a:extLst>
          </p:cNvPr>
          <p:cNvSpPr>
            <a:spLocks noGrp="1"/>
          </p:cNvSpPr>
          <p:nvPr>
            <p:ph type="title"/>
          </p:nvPr>
        </p:nvSpPr>
        <p:spPr/>
        <p:txBody>
          <a:bodyPr>
            <a:normAutofit/>
          </a:bodyPr>
          <a:lstStyle/>
          <a:p>
            <a:r>
              <a:rPr lang="es-ES_tradnl" dirty="0"/>
              <a:t>Modelo de regresión lineal simple | </a:t>
            </a:r>
            <a:r>
              <a:rPr lang="es-ES_tradnl" sz="3200" dirty="0"/>
              <a:t>Función hipótesis</a:t>
            </a:r>
            <a:endParaRPr lang="es-ES_tradn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2D9CADF-DA07-6591-6BD0-43C9051C6777}"/>
                  </a:ext>
                </a:extLst>
              </p:cNvPr>
              <p:cNvSpPr>
                <a:spLocks noGrp="1"/>
              </p:cNvSpPr>
              <p:nvPr>
                <p:ph idx="1"/>
              </p:nvPr>
            </p:nvSpPr>
            <p:spPr>
              <a:xfrm>
                <a:off x="7756988" y="2600846"/>
                <a:ext cx="3167112" cy="521824"/>
              </a:xfrm>
            </p:spPr>
            <p:txBody>
              <a:bodyPr>
                <a:normAutofit/>
              </a:bodyPr>
              <a:lstStyle/>
              <a:p>
                <a:pPr marL="0" indent="0" algn="just">
                  <a:buNone/>
                </a:pPr>
                <a14:m>
                  <m:oMathPara xmlns:m="http://schemas.openxmlformats.org/officeDocument/2006/math">
                    <m:oMathParaPr>
                      <m:jc m:val="centerGroup"/>
                    </m:oMathParaPr>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rPr>
                            <m:t>𝒉</m:t>
                          </m:r>
                        </m:e>
                        <m:sub>
                          <m:r>
                            <a:rPr lang="es-MX" b="1" i="1">
                              <a:solidFill>
                                <a:srgbClr val="000000"/>
                              </a:solidFill>
                              <a:latin typeface="Cambria Math" panose="02040503050406030204" pitchFamily="18" charset="0"/>
                              <a:ea typeface="Cambria Math" panose="02040503050406030204" pitchFamily="18" charset="0"/>
                            </a:rPr>
                            <m:t>𝜽</m:t>
                          </m:r>
                        </m:sub>
                      </m:sSub>
                      <m:d>
                        <m:dPr>
                          <m:ctrlPr>
                            <a:rPr lang="es-MX" b="1" i="1">
                              <a:solidFill>
                                <a:srgbClr val="000000"/>
                              </a:solidFill>
                              <a:latin typeface="Cambria Math" panose="02040503050406030204" pitchFamily="18" charset="0"/>
                            </a:rPr>
                          </m:ctrlPr>
                        </m:dPr>
                        <m:e>
                          <m:r>
                            <a:rPr lang="es-MX" b="1" i="1">
                              <a:solidFill>
                                <a:srgbClr val="000000"/>
                              </a:solidFill>
                              <a:latin typeface="Cambria Math" panose="02040503050406030204" pitchFamily="18" charset="0"/>
                            </a:rPr>
                            <m:t>𝒙</m:t>
                          </m:r>
                        </m:e>
                      </m:d>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𝟏</m:t>
                          </m:r>
                        </m:sub>
                      </m:sSub>
                      <m:r>
                        <a:rPr lang="es-MX" b="1" i="1">
                          <a:solidFill>
                            <a:srgbClr val="000000"/>
                          </a:solidFill>
                          <a:latin typeface="Cambria Math" panose="02040503050406030204" pitchFamily="18" charset="0"/>
                        </a:rPr>
                        <m:t>𝒙</m:t>
                      </m:r>
                    </m:oMath>
                  </m:oMathPara>
                </a14:m>
                <a:endParaRPr lang="es-ES_tradnl" dirty="0">
                  <a:solidFill>
                    <a:srgbClr val="000000"/>
                  </a:solidFill>
                </a:endParaRPr>
              </a:p>
              <a:p>
                <a:pPr marL="0" indent="0" algn="just">
                  <a:buNone/>
                </a:pPr>
                <a:endParaRPr lang="es-MX" dirty="0">
                  <a:solidFill>
                    <a:srgbClr val="000000"/>
                  </a:solidFill>
                </a:endParaRPr>
              </a:p>
            </p:txBody>
          </p:sp>
        </mc:Choice>
        <mc:Fallback xmlns="">
          <p:sp>
            <p:nvSpPr>
              <p:cNvPr id="3" name="Marcador de contenido 2">
                <a:extLst>
                  <a:ext uri="{FF2B5EF4-FFF2-40B4-BE49-F238E27FC236}">
                    <a16:creationId xmlns:a16="http://schemas.microsoft.com/office/drawing/2014/main" id="{D2D9CADF-DA07-6591-6BD0-43C9051C6777}"/>
                  </a:ext>
                </a:extLst>
              </p:cNvPr>
              <p:cNvSpPr>
                <a:spLocks noGrp="1" noRot="1" noChangeAspect="1" noMove="1" noResize="1" noEditPoints="1" noAdjustHandles="1" noChangeArrowheads="1" noChangeShapeType="1" noTextEdit="1"/>
              </p:cNvSpPr>
              <p:nvPr>
                <p:ph idx="1"/>
              </p:nvPr>
            </p:nvSpPr>
            <p:spPr>
              <a:xfrm>
                <a:off x="7756988" y="2600846"/>
                <a:ext cx="3167112" cy="521824"/>
              </a:xfrm>
              <a:blipFill>
                <a:blip r:embed="rId3"/>
                <a:stretch>
                  <a:fillRect/>
                </a:stretch>
              </a:blipFill>
            </p:spPr>
            <p:txBody>
              <a:bodyPr/>
              <a:lstStyle/>
              <a:p>
                <a:r>
                  <a:rPr lang="es-MX">
                    <a:noFill/>
                  </a:rPr>
                  <a:t> </a:t>
                </a:r>
              </a:p>
            </p:txBody>
          </p:sp>
        </mc:Fallback>
      </mc:AlternateContent>
      <p:cxnSp>
        <p:nvCxnSpPr>
          <p:cNvPr id="5" name="Conector recto 4">
            <a:extLst>
              <a:ext uri="{FF2B5EF4-FFF2-40B4-BE49-F238E27FC236}">
                <a16:creationId xmlns:a16="http://schemas.microsoft.com/office/drawing/2014/main" id="{1AF98FE8-DED0-C31C-F17B-91DA96B2087B}"/>
              </a:ext>
            </a:extLst>
          </p:cNvPr>
          <p:cNvCxnSpPr/>
          <p:nvPr/>
        </p:nvCxnSpPr>
        <p:spPr>
          <a:xfrm flipV="1">
            <a:off x="1115568" y="1728216"/>
            <a:ext cx="0" cy="3871200"/>
          </a:xfrm>
          <a:prstGeom prst="line">
            <a:avLst/>
          </a:prstGeom>
        </p:spPr>
        <p:style>
          <a:lnRef idx="3">
            <a:schemeClr val="dk1"/>
          </a:lnRef>
          <a:fillRef idx="0">
            <a:schemeClr val="dk1"/>
          </a:fillRef>
          <a:effectRef idx="2">
            <a:schemeClr val="dk1"/>
          </a:effectRef>
          <a:fontRef idx="minor">
            <a:schemeClr val="tx1"/>
          </a:fontRef>
        </p:style>
      </p:cxnSp>
      <p:cxnSp>
        <p:nvCxnSpPr>
          <p:cNvPr id="7" name="Conector recto 6">
            <a:extLst>
              <a:ext uri="{FF2B5EF4-FFF2-40B4-BE49-F238E27FC236}">
                <a16:creationId xmlns:a16="http://schemas.microsoft.com/office/drawing/2014/main" id="{4E957688-F4E7-960A-F499-CEE96166A111}"/>
              </a:ext>
            </a:extLst>
          </p:cNvPr>
          <p:cNvCxnSpPr/>
          <p:nvPr/>
        </p:nvCxnSpPr>
        <p:spPr>
          <a:xfrm>
            <a:off x="1115568" y="5599416"/>
            <a:ext cx="451467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55FE5C4-1A14-85A9-FA9F-66521031A0A6}"/>
                  </a:ext>
                </a:extLst>
              </p:cNvPr>
              <p:cNvSpPr txBox="1"/>
              <p:nvPr/>
            </p:nvSpPr>
            <p:spPr>
              <a:xfrm>
                <a:off x="5095982" y="5640781"/>
                <a:ext cx="69864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1" i="1" smtClean="0">
                          <a:latin typeface="Cambria Math" panose="02040503050406030204" pitchFamily="18" charset="0"/>
                        </a:rPr>
                        <m:t>𝒙</m:t>
                      </m:r>
                    </m:oMath>
                  </m:oMathPara>
                </a14:m>
                <a:endParaRPr lang="es-MX" sz="2400" b="1" dirty="0"/>
              </a:p>
            </p:txBody>
          </p:sp>
        </mc:Choice>
        <mc:Fallback xmlns="">
          <p:sp>
            <p:nvSpPr>
              <p:cNvPr id="8" name="CuadroTexto 7">
                <a:extLst>
                  <a:ext uri="{FF2B5EF4-FFF2-40B4-BE49-F238E27FC236}">
                    <a16:creationId xmlns:a16="http://schemas.microsoft.com/office/drawing/2014/main" id="{B55FE5C4-1A14-85A9-FA9F-66521031A0A6}"/>
                  </a:ext>
                </a:extLst>
              </p:cNvPr>
              <p:cNvSpPr txBox="1">
                <a:spLocks noRot="1" noChangeAspect="1" noMove="1" noResize="1" noEditPoints="1" noAdjustHandles="1" noChangeArrowheads="1" noChangeShapeType="1" noTextEdit="1"/>
              </p:cNvSpPr>
              <p:nvPr/>
            </p:nvSpPr>
            <p:spPr>
              <a:xfrm>
                <a:off x="5095982" y="5640781"/>
                <a:ext cx="698643" cy="461665"/>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9368193-C30E-F539-5BB5-3B4EC93C83E6}"/>
                  </a:ext>
                </a:extLst>
              </p:cNvPr>
              <p:cNvSpPr txBox="1"/>
              <p:nvPr/>
            </p:nvSpPr>
            <p:spPr>
              <a:xfrm>
                <a:off x="416925" y="1728215"/>
                <a:ext cx="69864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MX" sz="2400" b="1" i="1" smtClean="0">
                          <a:latin typeface="Cambria Math" panose="02040503050406030204" pitchFamily="18" charset="0"/>
                        </a:rPr>
                        <m:t>𝒚</m:t>
                      </m:r>
                    </m:oMath>
                  </m:oMathPara>
                </a14:m>
                <a:endParaRPr lang="es-MX" sz="2400" b="1" dirty="0"/>
              </a:p>
            </p:txBody>
          </p:sp>
        </mc:Choice>
        <mc:Fallback xmlns="">
          <p:sp>
            <p:nvSpPr>
              <p:cNvPr id="9" name="CuadroTexto 8">
                <a:extLst>
                  <a:ext uri="{FF2B5EF4-FFF2-40B4-BE49-F238E27FC236}">
                    <a16:creationId xmlns:a16="http://schemas.microsoft.com/office/drawing/2014/main" id="{69368193-C30E-F539-5BB5-3B4EC93C83E6}"/>
                  </a:ext>
                </a:extLst>
              </p:cNvPr>
              <p:cNvSpPr txBox="1">
                <a:spLocks noRot="1" noChangeAspect="1" noMove="1" noResize="1" noEditPoints="1" noAdjustHandles="1" noChangeArrowheads="1" noChangeShapeType="1" noTextEdit="1"/>
              </p:cNvSpPr>
              <p:nvPr/>
            </p:nvSpPr>
            <p:spPr>
              <a:xfrm>
                <a:off x="416925" y="1728215"/>
                <a:ext cx="698643" cy="461665"/>
              </a:xfrm>
              <a:prstGeom prst="rect">
                <a:avLst/>
              </a:prstGeom>
              <a:blipFill>
                <a:blip r:embed="rId5"/>
                <a:stretch>
                  <a:fillRect b="-10526"/>
                </a:stretch>
              </a:blipFill>
            </p:spPr>
            <p:txBody>
              <a:bodyPr/>
              <a:lstStyle/>
              <a:p>
                <a:r>
                  <a:rPr lang="es-MX">
                    <a:noFill/>
                  </a:rPr>
                  <a:t> </a:t>
                </a:r>
              </a:p>
            </p:txBody>
          </p:sp>
        </mc:Fallback>
      </mc:AlternateContent>
      <p:cxnSp>
        <p:nvCxnSpPr>
          <p:cNvPr id="11" name="Conector recto 10">
            <a:extLst>
              <a:ext uri="{FF2B5EF4-FFF2-40B4-BE49-F238E27FC236}">
                <a16:creationId xmlns:a16="http://schemas.microsoft.com/office/drawing/2014/main" id="{7ACFD7F2-F5D0-7B8A-C53D-05DB91CCF45A}"/>
              </a:ext>
            </a:extLst>
          </p:cNvPr>
          <p:cNvCxnSpPr/>
          <p:nvPr/>
        </p:nvCxnSpPr>
        <p:spPr>
          <a:xfrm flipV="1">
            <a:off x="873303" y="2065106"/>
            <a:ext cx="3986373" cy="212675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63487F85-64B5-BFD4-8FD6-D3E8257E80C1}"/>
                  </a:ext>
                </a:extLst>
              </p:cNvPr>
              <p:cNvSpPr txBox="1"/>
              <p:nvPr/>
            </p:nvSpPr>
            <p:spPr>
              <a:xfrm>
                <a:off x="4863529" y="1769580"/>
                <a:ext cx="11635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lumMod val="75000"/>
                                </a:schemeClr>
                              </a:solidFill>
                              <a:latin typeface="Cambria Math" panose="02040503050406030204" pitchFamily="18" charset="0"/>
                            </a:rPr>
                          </m:ctrlPr>
                        </m:sSubPr>
                        <m:e>
                          <m:r>
                            <a:rPr lang="es-MX" b="1" i="1">
                              <a:solidFill>
                                <a:schemeClr val="accent1">
                                  <a:lumMod val="75000"/>
                                </a:schemeClr>
                              </a:solidFill>
                              <a:latin typeface="Cambria Math" panose="02040503050406030204" pitchFamily="18" charset="0"/>
                            </a:rPr>
                            <m:t>𝒉</m:t>
                          </m:r>
                        </m:e>
                        <m:sub>
                          <m:r>
                            <a:rPr lang="es-MX" b="1" i="1">
                              <a:solidFill>
                                <a:schemeClr val="accent1">
                                  <a:lumMod val="75000"/>
                                </a:schemeClr>
                              </a:solidFill>
                              <a:latin typeface="Cambria Math" panose="02040503050406030204" pitchFamily="18" charset="0"/>
                              <a:ea typeface="Cambria Math" panose="02040503050406030204" pitchFamily="18" charset="0"/>
                            </a:rPr>
                            <m:t>𝜽</m:t>
                          </m:r>
                        </m:sub>
                      </m:sSub>
                      <m:sSub>
                        <m:sSubPr>
                          <m:ctrlPr>
                            <a:rPr lang="es-MX" b="1" i="1" smtClean="0">
                              <a:solidFill>
                                <a:schemeClr val="accent1">
                                  <a:lumMod val="75000"/>
                                </a:schemeClr>
                              </a:solidFill>
                              <a:latin typeface="Cambria Math" panose="02040503050406030204" pitchFamily="18" charset="0"/>
                            </a:rPr>
                          </m:ctrlPr>
                        </m:sSubPr>
                        <m:e>
                          <m:r>
                            <a:rPr lang="es-MX" b="1" i="1" smtClean="0">
                              <a:solidFill>
                                <a:schemeClr val="accent1">
                                  <a:lumMod val="75000"/>
                                </a:schemeClr>
                              </a:solidFill>
                              <a:latin typeface="Cambria Math" panose="02040503050406030204" pitchFamily="18" charset="0"/>
                            </a:rPr>
                            <m:t>(</m:t>
                          </m:r>
                          <m:r>
                            <a:rPr lang="es-MX" b="1" i="1" smtClean="0">
                              <a:solidFill>
                                <a:schemeClr val="accent1">
                                  <a:lumMod val="75000"/>
                                </a:schemeClr>
                              </a:solidFill>
                              <a:latin typeface="Cambria Math" panose="02040503050406030204" pitchFamily="18" charset="0"/>
                            </a:rPr>
                            <m:t>𝒙</m:t>
                          </m:r>
                          <m:r>
                            <a:rPr lang="es-MX" b="1" i="1" smtClean="0">
                              <a:solidFill>
                                <a:schemeClr val="accent1">
                                  <a:lumMod val="75000"/>
                                </a:schemeClr>
                              </a:solidFill>
                              <a:latin typeface="Cambria Math" panose="02040503050406030204" pitchFamily="18" charset="0"/>
                            </a:rPr>
                            <m:t>)</m:t>
                          </m:r>
                        </m:e>
                        <m:sub>
                          <m:r>
                            <a:rPr lang="es-MX" b="1" i="1" smtClean="0">
                              <a:solidFill>
                                <a:schemeClr val="accent1">
                                  <a:lumMod val="75000"/>
                                </a:schemeClr>
                              </a:solidFill>
                              <a:latin typeface="Cambria Math" panose="02040503050406030204" pitchFamily="18" charset="0"/>
                            </a:rPr>
                            <m:t>𝟏</m:t>
                          </m:r>
                        </m:sub>
                      </m:sSub>
                    </m:oMath>
                  </m:oMathPara>
                </a14:m>
                <a:endParaRPr lang="es-MX" dirty="0">
                  <a:solidFill>
                    <a:schemeClr val="accent1">
                      <a:lumMod val="75000"/>
                    </a:schemeClr>
                  </a:solidFill>
                </a:endParaRPr>
              </a:p>
            </p:txBody>
          </p:sp>
        </mc:Choice>
        <mc:Fallback xmlns="">
          <p:sp>
            <p:nvSpPr>
              <p:cNvPr id="13" name="CuadroTexto 12">
                <a:extLst>
                  <a:ext uri="{FF2B5EF4-FFF2-40B4-BE49-F238E27FC236}">
                    <a16:creationId xmlns:a16="http://schemas.microsoft.com/office/drawing/2014/main" id="{63487F85-64B5-BFD4-8FD6-D3E8257E80C1}"/>
                  </a:ext>
                </a:extLst>
              </p:cNvPr>
              <p:cNvSpPr txBox="1">
                <a:spLocks noRot="1" noChangeAspect="1" noMove="1" noResize="1" noEditPoints="1" noAdjustHandles="1" noChangeArrowheads="1" noChangeShapeType="1" noTextEdit="1"/>
              </p:cNvSpPr>
              <p:nvPr/>
            </p:nvSpPr>
            <p:spPr>
              <a:xfrm>
                <a:off x="4863529" y="1769580"/>
                <a:ext cx="1163548" cy="369332"/>
              </a:xfrm>
              <a:prstGeom prst="rect">
                <a:avLst/>
              </a:prstGeom>
              <a:blipFill>
                <a:blip r:embed="rId6"/>
                <a:stretch>
                  <a:fillRect b="-14754"/>
                </a:stretch>
              </a:blipFill>
            </p:spPr>
            <p:txBody>
              <a:bodyPr/>
              <a:lstStyle/>
              <a:p>
                <a:r>
                  <a:rPr lang="es-MX">
                    <a:noFill/>
                  </a:rPr>
                  <a:t> </a:t>
                </a:r>
              </a:p>
            </p:txBody>
          </p:sp>
        </mc:Fallback>
      </mc:AlternateContent>
      <p:cxnSp>
        <p:nvCxnSpPr>
          <p:cNvPr id="15" name="Conector recto 14">
            <a:extLst>
              <a:ext uri="{FF2B5EF4-FFF2-40B4-BE49-F238E27FC236}">
                <a16:creationId xmlns:a16="http://schemas.microsoft.com/office/drawing/2014/main" id="{318E4887-4C3C-EF4B-7B90-C441000A3467}"/>
              </a:ext>
            </a:extLst>
          </p:cNvPr>
          <p:cNvCxnSpPr>
            <a:cxnSpLocks/>
          </p:cNvCxnSpPr>
          <p:nvPr/>
        </p:nvCxnSpPr>
        <p:spPr>
          <a:xfrm flipV="1">
            <a:off x="1115566" y="2948683"/>
            <a:ext cx="3651643" cy="2650733"/>
          </a:xfrm>
          <a:prstGeom prst="line">
            <a:avLst/>
          </a:prstGeom>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67286F98-69A9-65FE-EB5B-660B37ED0E5C}"/>
                  </a:ext>
                </a:extLst>
              </p:cNvPr>
              <p:cNvSpPr txBox="1"/>
              <p:nvPr/>
            </p:nvSpPr>
            <p:spPr>
              <a:xfrm>
                <a:off x="4709417" y="2632878"/>
                <a:ext cx="11635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4">
                                  <a:lumMod val="75000"/>
                                </a:schemeClr>
                              </a:solidFill>
                              <a:latin typeface="Cambria Math" panose="02040503050406030204" pitchFamily="18" charset="0"/>
                            </a:rPr>
                          </m:ctrlPr>
                        </m:sSubPr>
                        <m:e>
                          <m:r>
                            <a:rPr lang="es-MX" b="1" i="1">
                              <a:solidFill>
                                <a:schemeClr val="accent4">
                                  <a:lumMod val="75000"/>
                                </a:schemeClr>
                              </a:solidFill>
                              <a:latin typeface="Cambria Math" panose="02040503050406030204" pitchFamily="18" charset="0"/>
                            </a:rPr>
                            <m:t>𝒉</m:t>
                          </m:r>
                        </m:e>
                        <m:sub>
                          <m:r>
                            <a:rPr lang="es-MX" b="1" i="1">
                              <a:solidFill>
                                <a:schemeClr val="accent4">
                                  <a:lumMod val="75000"/>
                                </a:schemeClr>
                              </a:solidFill>
                              <a:latin typeface="Cambria Math" panose="02040503050406030204" pitchFamily="18" charset="0"/>
                              <a:ea typeface="Cambria Math" panose="02040503050406030204" pitchFamily="18" charset="0"/>
                            </a:rPr>
                            <m:t>𝜽</m:t>
                          </m:r>
                        </m:sub>
                      </m:sSub>
                      <m:sSub>
                        <m:sSubPr>
                          <m:ctrlPr>
                            <a:rPr lang="es-MX" b="1" i="1" smtClean="0">
                              <a:solidFill>
                                <a:schemeClr val="accent4">
                                  <a:lumMod val="75000"/>
                                </a:schemeClr>
                              </a:solidFill>
                              <a:latin typeface="Cambria Math" panose="02040503050406030204" pitchFamily="18" charset="0"/>
                            </a:rPr>
                          </m:ctrlPr>
                        </m:sSubPr>
                        <m:e>
                          <m:r>
                            <a:rPr lang="es-MX" b="1" i="1" smtClean="0">
                              <a:solidFill>
                                <a:schemeClr val="accent4">
                                  <a:lumMod val="75000"/>
                                </a:schemeClr>
                              </a:solidFill>
                              <a:latin typeface="Cambria Math" panose="02040503050406030204" pitchFamily="18" charset="0"/>
                            </a:rPr>
                            <m:t>(</m:t>
                          </m:r>
                          <m:r>
                            <a:rPr lang="es-MX" b="1" i="1" smtClean="0">
                              <a:solidFill>
                                <a:schemeClr val="accent4">
                                  <a:lumMod val="75000"/>
                                </a:schemeClr>
                              </a:solidFill>
                              <a:latin typeface="Cambria Math" panose="02040503050406030204" pitchFamily="18" charset="0"/>
                            </a:rPr>
                            <m:t>𝒙</m:t>
                          </m:r>
                          <m:r>
                            <a:rPr lang="es-MX" b="1" i="1" smtClean="0">
                              <a:solidFill>
                                <a:schemeClr val="accent4">
                                  <a:lumMod val="75000"/>
                                </a:schemeClr>
                              </a:solidFill>
                              <a:latin typeface="Cambria Math" panose="02040503050406030204" pitchFamily="18" charset="0"/>
                            </a:rPr>
                            <m:t>)</m:t>
                          </m:r>
                        </m:e>
                        <m:sub>
                          <m:r>
                            <a:rPr lang="es-MX" b="1" i="1" smtClean="0">
                              <a:solidFill>
                                <a:schemeClr val="accent4">
                                  <a:lumMod val="75000"/>
                                </a:schemeClr>
                              </a:solidFill>
                              <a:latin typeface="Cambria Math" panose="02040503050406030204" pitchFamily="18" charset="0"/>
                            </a:rPr>
                            <m:t>𝟐</m:t>
                          </m:r>
                        </m:sub>
                      </m:sSub>
                    </m:oMath>
                  </m:oMathPara>
                </a14:m>
                <a:endParaRPr lang="es-MX" dirty="0">
                  <a:solidFill>
                    <a:schemeClr val="accent4">
                      <a:lumMod val="75000"/>
                    </a:schemeClr>
                  </a:solidFill>
                </a:endParaRPr>
              </a:p>
            </p:txBody>
          </p:sp>
        </mc:Choice>
        <mc:Fallback xmlns="">
          <p:sp>
            <p:nvSpPr>
              <p:cNvPr id="16" name="CuadroTexto 15">
                <a:extLst>
                  <a:ext uri="{FF2B5EF4-FFF2-40B4-BE49-F238E27FC236}">
                    <a16:creationId xmlns:a16="http://schemas.microsoft.com/office/drawing/2014/main" id="{67286F98-69A9-65FE-EB5B-660B37ED0E5C}"/>
                  </a:ext>
                </a:extLst>
              </p:cNvPr>
              <p:cNvSpPr txBox="1">
                <a:spLocks noRot="1" noChangeAspect="1" noMove="1" noResize="1" noEditPoints="1" noAdjustHandles="1" noChangeArrowheads="1" noChangeShapeType="1" noTextEdit="1"/>
              </p:cNvSpPr>
              <p:nvPr/>
            </p:nvSpPr>
            <p:spPr>
              <a:xfrm>
                <a:off x="4709417" y="2632878"/>
                <a:ext cx="1163548" cy="369332"/>
              </a:xfrm>
              <a:prstGeom prst="rect">
                <a:avLst/>
              </a:prstGeom>
              <a:blipFill>
                <a:blip r:embed="rId7"/>
                <a:stretch>
                  <a:fillRect b="-15000"/>
                </a:stretch>
              </a:blipFill>
            </p:spPr>
            <p:txBody>
              <a:bodyPr/>
              <a:lstStyle/>
              <a:p>
                <a:r>
                  <a:rPr lang="es-MX">
                    <a:noFill/>
                  </a:rPr>
                  <a:t> </a:t>
                </a:r>
              </a:p>
            </p:txBody>
          </p:sp>
        </mc:Fallback>
      </mc:AlternateContent>
      <p:cxnSp>
        <p:nvCxnSpPr>
          <p:cNvPr id="18" name="Conector recto 17">
            <a:extLst>
              <a:ext uri="{FF2B5EF4-FFF2-40B4-BE49-F238E27FC236}">
                <a16:creationId xmlns:a16="http://schemas.microsoft.com/office/drawing/2014/main" id="{316A1195-5C9B-545A-B634-F41CA9DD3436}"/>
              </a:ext>
            </a:extLst>
          </p:cNvPr>
          <p:cNvCxnSpPr>
            <a:cxnSpLocks/>
          </p:cNvCxnSpPr>
          <p:nvPr/>
        </p:nvCxnSpPr>
        <p:spPr>
          <a:xfrm flipV="1">
            <a:off x="1115565" y="4479533"/>
            <a:ext cx="4247543" cy="1119883"/>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D26FCFE-B3ED-BAD1-3BDD-91C97B39FD2F}"/>
                  </a:ext>
                </a:extLst>
              </p:cNvPr>
              <p:cNvSpPr txBox="1"/>
              <p:nvPr/>
            </p:nvSpPr>
            <p:spPr>
              <a:xfrm>
                <a:off x="5212851" y="4140756"/>
                <a:ext cx="11635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rgbClr val="FFC000"/>
                              </a:solidFill>
                              <a:latin typeface="Cambria Math" panose="02040503050406030204" pitchFamily="18" charset="0"/>
                            </a:rPr>
                          </m:ctrlPr>
                        </m:sSubPr>
                        <m:e>
                          <m:r>
                            <a:rPr lang="es-MX" b="1" i="1">
                              <a:solidFill>
                                <a:srgbClr val="FFC000"/>
                              </a:solidFill>
                              <a:latin typeface="Cambria Math" panose="02040503050406030204" pitchFamily="18" charset="0"/>
                            </a:rPr>
                            <m:t>𝒉</m:t>
                          </m:r>
                        </m:e>
                        <m:sub>
                          <m:r>
                            <a:rPr lang="es-MX" b="1" i="1">
                              <a:solidFill>
                                <a:srgbClr val="FFC000"/>
                              </a:solidFill>
                              <a:latin typeface="Cambria Math" panose="02040503050406030204" pitchFamily="18" charset="0"/>
                              <a:ea typeface="Cambria Math" panose="02040503050406030204" pitchFamily="18" charset="0"/>
                            </a:rPr>
                            <m:t>𝜽</m:t>
                          </m:r>
                        </m:sub>
                      </m:sSub>
                      <m:sSub>
                        <m:sSubPr>
                          <m:ctrlPr>
                            <a:rPr lang="es-MX" b="1" i="1" smtClean="0">
                              <a:solidFill>
                                <a:srgbClr val="FFC000"/>
                              </a:solidFill>
                              <a:latin typeface="Cambria Math" panose="02040503050406030204" pitchFamily="18" charset="0"/>
                            </a:rPr>
                          </m:ctrlPr>
                        </m:sSubPr>
                        <m:e>
                          <m:r>
                            <a:rPr lang="es-MX" b="1" i="1" smtClean="0">
                              <a:solidFill>
                                <a:srgbClr val="FFC000"/>
                              </a:solidFill>
                              <a:latin typeface="Cambria Math" panose="02040503050406030204" pitchFamily="18" charset="0"/>
                            </a:rPr>
                            <m:t>(</m:t>
                          </m:r>
                          <m:r>
                            <a:rPr lang="es-MX" b="1" i="1" smtClean="0">
                              <a:solidFill>
                                <a:srgbClr val="FFC000"/>
                              </a:solidFill>
                              <a:latin typeface="Cambria Math" panose="02040503050406030204" pitchFamily="18" charset="0"/>
                            </a:rPr>
                            <m:t>𝒙</m:t>
                          </m:r>
                          <m:r>
                            <a:rPr lang="es-MX" b="1" i="1" smtClean="0">
                              <a:solidFill>
                                <a:srgbClr val="FFC000"/>
                              </a:solidFill>
                              <a:latin typeface="Cambria Math" panose="02040503050406030204" pitchFamily="18" charset="0"/>
                            </a:rPr>
                            <m:t>)</m:t>
                          </m:r>
                        </m:e>
                        <m:sub>
                          <m:r>
                            <a:rPr lang="es-MX" b="1" i="1" smtClean="0">
                              <a:solidFill>
                                <a:srgbClr val="FFC000"/>
                              </a:solidFill>
                              <a:latin typeface="Cambria Math" panose="02040503050406030204" pitchFamily="18" charset="0"/>
                            </a:rPr>
                            <m:t>𝟑</m:t>
                          </m:r>
                        </m:sub>
                      </m:sSub>
                    </m:oMath>
                  </m:oMathPara>
                </a14:m>
                <a:endParaRPr lang="es-MX" dirty="0">
                  <a:solidFill>
                    <a:srgbClr val="FFC000"/>
                  </a:solidFill>
                </a:endParaRPr>
              </a:p>
            </p:txBody>
          </p:sp>
        </mc:Choice>
        <mc:Fallback xmlns="">
          <p:sp>
            <p:nvSpPr>
              <p:cNvPr id="21" name="CuadroTexto 20">
                <a:extLst>
                  <a:ext uri="{FF2B5EF4-FFF2-40B4-BE49-F238E27FC236}">
                    <a16:creationId xmlns:a16="http://schemas.microsoft.com/office/drawing/2014/main" id="{4D26FCFE-B3ED-BAD1-3BDD-91C97B39FD2F}"/>
                  </a:ext>
                </a:extLst>
              </p:cNvPr>
              <p:cNvSpPr txBox="1">
                <a:spLocks noRot="1" noChangeAspect="1" noMove="1" noResize="1" noEditPoints="1" noAdjustHandles="1" noChangeArrowheads="1" noChangeShapeType="1" noTextEdit="1"/>
              </p:cNvSpPr>
              <p:nvPr/>
            </p:nvSpPr>
            <p:spPr>
              <a:xfrm>
                <a:off x="5212851" y="4140756"/>
                <a:ext cx="1163548" cy="369332"/>
              </a:xfrm>
              <a:prstGeom prst="rect">
                <a:avLst/>
              </a:prstGeom>
              <a:blipFill>
                <a:blip r:embed="rId8"/>
                <a:stretch>
                  <a:fillRect b="-14754"/>
                </a:stretch>
              </a:blipFill>
            </p:spPr>
            <p:txBody>
              <a:bodyPr/>
              <a:lstStyle/>
              <a:p>
                <a:r>
                  <a:rPr lang="es-MX">
                    <a:noFill/>
                  </a:rPr>
                  <a:t> </a:t>
                </a:r>
              </a:p>
            </p:txBody>
          </p:sp>
        </mc:Fallback>
      </mc:AlternateContent>
      <p:sp>
        <p:nvSpPr>
          <p:cNvPr id="22" name="CuadroTexto 21">
            <a:extLst>
              <a:ext uri="{FF2B5EF4-FFF2-40B4-BE49-F238E27FC236}">
                <a16:creationId xmlns:a16="http://schemas.microsoft.com/office/drawing/2014/main" id="{678356B2-F559-B91F-2194-165FAE7E7E0D}"/>
              </a:ext>
            </a:extLst>
          </p:cNvPr>
          <p:cNvSpPr txBox="1"/>
          <p:nvPr/>
        </p:nvSpPr>
        <p:spPr>
          <a:xfrm>
            <a:off x="6537035" y="3689365"/>
            <a:ext cx="4387065" cy="646331"/>
          </a:xfrm>
          <a:prstGeom prst="rect">
            <a:avLst/>
          </a:prstGeom>
          <a:noFill/>
        </p:spPr>
        <p:txBody>
          <a:bodyPr wrap="square" rtlCol="0">
            <a:spAutoFit/>
          </a:bodyPr>
          <a:lstStyle/>
          <a:p>
            <a:r>
              <a:rPr lang="es-MX" dirty="0"/>
              <a:t>¿Qué es lo que determina que las líneas sean de diferente forma?</a:t>
            </a:r>
          </a:p>
        </p:txBody>
      </p:sp>
    </p:spTree>
    <p:extLst>
      <p:ext uri="{BB962C8B-B14F-4D97-AF65-F5344CB8AC3E}">
        <p14:creationId xmlns:p14="http://schemas.microsoft.com/office/powerpoint/2010/main" val="2935935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87F48-841C-70E8-2870-3D5CDCFA6D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A86100-1682-9CD5-832F-2EF6B4C1BCE7}"/>
              </a:ext>
            </a:extLst>
          </p:cNvPr>
          <p:cNvSpPr>
            <a:spLocks noGrp="1"/>
          </p:cNvSpPr>
          <p:nvPr>
            <p:ph type="title"/>
          </p:nvPr>
        </p:nvSpPr>
        <p:spPr/>
        <p:txBody>
          <a:bodyPr>
            <a:normAutofit/>
          </a:bodyPr>
          <a:lstStyle/>
          <a:p>
            <a:r>
              <a:rPr lang="es-ES_tradnl" dirty="0"/>
              <a:t>Modelo de regresión lineal múltiple | </a:t>
            </a:r>
            <a:r>
              <a:rPr lang="es-ES_tradnl" sz="3200" dirty="0"/>
              <a:t>Función hipótesis</a:t>
            </a:r>
            <a:endParaRPr lang="es-ES_tradn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3F0CAA8-DFD6-5B82-5511-CBE30F959FA6}"/>
                  </a:ext>
                </a:extLst>
              </p:cNvPr>
              <p:cNvSpPr>
                <a:spLocks noGrp="1"/>
              </p:cNvSpPr>
              <p:nvPr>
                <p:ph idx="1"/>
              </p:nvPr>
            </p:nvSpPr>
            <p:spPr>
              <a:xfrm>
                <a:off x="1115568" y="1728216"/>
                <a:ext cx="10168128" cy="4443984"/>
              </a:xfrm>
            </p:spPr>
            <p:txBody>
              <a:bodyPr/>
              <a:lstStyle/>
              <a:p>
                <a:pPr algn="just"/>
                <a:r>
                  <a:rPr lang="es-MX" b="0" i="0" u="none" strike="noStrike" dirty="0">
                    <a:solidFill>
                      <a:srgbClr val="000000"/>
                    </a:solidFill>
                    <a:effectLst/>
                    <a:latin typeface="-webkit-standard"/>
                  </a:rPr>
                  <a:t>Cuando hay más de una variable independiente, el modelo se representa como: </a:t>
                </a:r>
                <a:endParaRPr lang="es-ES" b="1" i="1" dirty="0">
                  <a:solidFill>
                    <a:srgbClr val="000000"/>
                  </a:solidFill>
                  <a:latin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s-ES" b="1" i="1" smtClean="0">
                          <a:solidFill>
                            <a:srgbClr val="000000"/>
                          </a:solidFill>
                          <a:latin typeface="Cambria Math" panose="02040503050406030204" pitchFamily="18" charset="0"/>
                        </a:rPr>
                        <m:t>𝒚</m:t>
                      </m:r>
                      <m:r>
                        <a:rPr lang="es-ES" b="1" i="1" smtClean="0">
                          <a:solidFill>
                            <a:srgbClr val="000000"/>
                          </a:solidFill>
                          <a:latin typeface="Cambria Math" panose="02040503050406030204" pitchFamily="18" charset="0"/>
                        </a:rPr>
                        <m:t>=</m:t>
                      </m:r>
                      <m:sSub>
                        <m:sSubPr>
                          <m:ctrlPr>
                            <a:rPr lang="es-ES" b="1" i="1" smtClean="0">
                              <a:solidFill>
                                <a:srgbClr val="000000"/>
                              </a:solidFill>
                              <a:latin typeface="Cambria Math" panose="02040503050406030204" pitchFamily="18" charset="0"/>
                            </a:rPr>
                          </m:ctrlPr>
                        </m:sSubPr>
                        <m:e>
                          <m:r>
                            <a:rPr lang="es-ES" b="1" i="1" smtClean="0">
                              <a:solidFill>
                                <a:srgbClr val="000000"/>
                              </a:solidFill>
                              <a:latin typeface="Cambria Math" panose="02040503050406030204" pitchFamily="18" charset="0"/>
                            </a:rPr>
                            <m:t>𝒃</m:t>
                          </m:r>
                        </m:e>
                        <m:sub>
                          <m:r>
                            <a:rPr lang="es-ES" b="1" i="1" smtClean="0">
                              <a:solidFill>
                                <a:srgbClr val="000000"/>
                              </a:solidFill>
                              <a:latin typeface="Cambria Math" panose="02040503050406030204" pitchFamily="18" charset="0"/>
                            </a:rPr>
                            <m:t>𝟎</m:t>
                          </m:r>
                        </m:sub>
                      </m:sSub>
                      <m:r>
                        <a:rPr lang="es-ES" b="1" i="1" smtClean="0">
                          <a:solidFill>
                            <a:srgbClr val="000000"/>
                          </a:solidFill>
                          <a:latin typeface="Cambria Math" panose="02040503050406030204" pitchFamily="18" charset="0"/>
                        </a:rPr>
                        <m:t>+</m:t>
                      </m:r>
                      <m:sSub>
                        <m:sSubPr>
                          <m:ctrlPr>
                            <a:rPr lang="es-ES" b="1" i="1">
                              <a:solidFill>
                                <a:srgbClr val="000000"/>
                              </a:solidFill>
                              <a:latin typeface="Cambria Math" panose="02040503050406030204" pitchFamily="18" charset="0"/>
                            </a:rPr>
                          </m:ctrlPr>
                        </m:sSubPr>
                        <m:e>
                          <m:r>
                            <a:rPr lang="es-ES" b="1" i="1">
                              <a:solidFill>
                                <a:srgbClr val="000000"/>
                              </a:solidFill>
                              <a:latin typeface="Cambria Math" panose="02040503050406030204" pitchFamily="18" charset="0"/>
                            </a:rPr>
                            <m:t>𝒃</m:t>
                          </m:r>
                        </m:e>
                        <m:sub>
                          <m:r>
                            <a:rPr lang="es-ES" b="1" i="1" smtClean="0">
                              <a:solidFill>
                                <a:srgbClr val="000000"/>
                              </a:solidFill>
                              <a:latin typeface="Cambria Math" panose="02040503050406030204" pitchFamily="18" charset="0"/>
                            </a:rPr>
                            <m:t>𝟏</m:t>
                          </m:r>
                        </m:sub>
                      </m:sSub>
                      <m:sSub>
                        <m:sSubPr>
                          <m:ctrlPr>
                            <a:rPr lang="es-ES" b="1" i="1">
                              <a:solidFill>
                                <a:srgbClr val="000000"/>
                              </a:solidFill>
                              <a:latin typeface="Cambria Math" panose="02040503050406030204" pitchFamily="18" charset="0"/>
                            </a:rPr>
                          </m:ctrlPr>
                        </m:sSubPr>
                        <m:e>
                          <m:r>
                            <a:rPr lang="es-ES" b="1" i="1" smtClean="0">
                              <a:solidFill>
                                <a:srgbClr val="000000"/>
                              </a:solidFill>
                              <a:latin typeface="Cambria Math" panose="02040503050406030204" pitchFamily="18" charset="0"/>
                            </a:rPr>
                            <m:t>𝒙</m:t>
                          </m:r>
                        </m:e>
                        <m:sub>
                          <m:r>
                            <a:rPr lang="es-ES" b="1" i="1" smtClean="0">
                              <a:solidFill>
                                <a:srgbClr val="000000"/>
                              </a:solidFill>
                              <a:latin typeface="Cambria Math" panose="02040503050406030204" pitchFamily="18" charset="0"/>
                            </a:rPr>
                            <m:t>𝟏</m:t>
                          </m:r>
                        </m:sub>
                      </m:sSub>
                      <m:r>
                        <a:rPr lang="es-ES" b="1" i="1" smtClean="0">
                          <a:solidFill>
                            <a:srgbClr val="000000"/>
                          </a:solidFill>
                          <a:latin typeface="Cambria Math" panose="02040503050406030204" pitchFamily="18" charset="0"/>
                        </a:rPr>
                        <m:t>+</m:t>
                      </m:r>
                      <m:sSub>
                        <m:sSubPr>
                          <m:ctrlPr>
                            <a:rPr lang="es-ES" b="1" i="1">
                              <a:solidFill>
                                <a:srgbClr val="000000"/>
                              </a:solidFill>
                              <a:latin typeface="Cambria Math" panose="02040503050406030204" pitchFamily="18" charset="0"/>
                            </a:rPr>
                          </m:ctrlPr>
                        </m:sSubPr>
                        <m:e>
                          <m:r>
                            <a:rPr lang="es-ES" b="1" i="1">
                              <a:solidFill>
                                <a:srgbClr val="000000"/>
                              </a:solidFill>
                              <a:latin typeface="Cambria Math" panose="02040503050406030204" pitchFamily="18" charset="0"/>
                            </a:rPr>
                            <m:t>𝒃</m:t>
                          </m:r>
                        </m:e>
                        <m:sub>
                          <m:r>
                            <a:rPr lang="es-ES" b="1" i="1" smtClean="0">
                              <a:solidFill>
                                <a:srgbClr val="000000"/>
                              </a:solidFill>
                              <a:latin typeface="Cambria Math" panose="02040503050406030204" pitchFamily="18" charset="0"/>
                            </a:rPr>
                            <m:t>𝟐</m:t>
                          </m:r>
                        </m:sub>
                      </m:sSub>
                      <m:sSub>
                        <m:sSubPr>
                          <m:ctrlPr>
                            <a:rPr lang="es-ES" b="1" i="1">
                              <a:solidFill>
                                <a:srgbClr val="000000"/>
                              </a:solidFill>
                              <a:latin typeface="Cambria Math" panose="02040503050406030204" pitchFamily="18" charset="0"/>
                            </a:rPr>
                          </m:ctrlPr>
                        </m:sSubPr>
                        <m:e>
                          <m:r>
                            <a:rPr lang="es-ES" b="1" i="1">
                              <a:solidFill>
                                <a:srgbClr val="000000"/>
                              </a:solidFill>
                              <a:latin typeface="Cambria Math" panose="02040503050406030204" pitchFamily="18" charset="0"/>
                            </a:rPr>
                            <m:t>𝒙</m:t>
                          </m:r>
                        </m:e>
                        <m:sub>
                          <m:r>
                            <a:rPr lang="es-ES" b="1" i="1" smtClean="0">
                              <a:solidFill>
                                <a:srgbClr val="000000"/>
                              </a:solidFill>
                              <a:latin typeface="Cambria Math" panose="02040503050406030204" pitchFamily="18" charset="0"/>
                            </a:rPr>
                            <m:t>𝟐</m:t>
                          </m:r>
                        </m:sub>
                      </m:sSub>
                      <m:r>
                        <a:rPr lang="es-ES" b="1" i="1" smtClean="0">
                          <a:solidFill>
                            <a:srgbClr val="000000"/>
                          </a:solidFill>
                          <a:latin typeface="Cambria Math" panose="02040503050406030204" pitchFamily="18" charset="0"/>
                        </a:rPr>
                        <m:t>+…+</m:t>
                      </m:r>
                      <m:sSub>
                        <m:sSubPr>
                          <m:ctrlPr>
                            <a:rPr lang="es-ES" b="1" i="1">
                              <a:solidFill>
                                <a:srgbClr val="000000"/>
                              </a:solidFill>
                              <a:latin typeface="Cambria Math" panose="02040503050406030204" pitchFamily="18" charset="0"/>
                            </a:rPr>
                          </m:ctrlPr>
                        </m:sSubPr>
                        <m:e>
                          <m:r>
                            <a:rPr lang="es-ES" b="1" i="1">
                              <a:solidFill>
                                <a:srgbClr val="000000"/>
                              </a:solidFill>
                              <a:latin typeface="Cambria Math" panose="02040503050406030204" pitchFamily="18" charset="0"/>
                            </a:rPr>
                            <m:t>𝒃</m:t>
                          </m:r>
                        </m:e>
                        <m:sub>
                          <m:r>
                            <a:rPr lang="es-ES" b="1" i="1" smtClean="0">
                              <a:solidFill>
                                <a:srgbClr val="000000"/>
                              </a:solidFill>
                              <a:latin typeface="Cambria Math" panose="02040503050406030204" pitchFamily="18" charset="0"/>
                            </a:rPr>
                            <m:t>𝒏</m:t>
                          </m:r>
                        </m:sub>
                      </m:sSub>
                      <m:sSub>
                        <m:sSubPr>
                          <m:ctrlPr>
                            <a:rPr lang="es-ES" b="1" i="1">
                              <a:solidFill>
                                <a:srgbClr val="000000"/>
                              </a:solidFill>
                              <a:latin typeface="Cambria Math" panose="02040503050406030204" pitchFamily="18" charset="0"/>
                            </a:rPr>
                          </m:ctrlPr>
                        </m:sSubPr>
                        <m:e>
                          <m:r>
                            <a:rPr lang="es-ES" b="1" i="1">
                              <a:solidFill>
                                <a:srgbClr val="000000"/>
                              </a:solidFill>
                              <a:latin typeface="Cambria Math" panose="02040503050406030204" pitchFamily="18" charset="0"/>
                            </a:rPr>
                            <m:t>𝒙</m:t>
                          </m:r>
                        </m:e>
                        <m:sub>
                          <m:r>
                            <a:rPr lang="es-ES" b="1" i="1" smtClean="0">
                              <a:solidFill>
                                <a:srgbClr val="000000"/>
                              </a:solidFill>
                              <a:latin typeface="Cambria Math" panose="02040503050406030204" pitchFamily="18" charset="0"/>
                            </a:rPr>
                            <m:t>𝒏</m:t>
                          </m:r>
                        </m:sub>
                      </m:sSub>
                    </m:oMath>
                  </m:oMathPara>
                </a14:m>
                <a:endParaRPr lang="es-ES" b="1" dirty="0">
                  <a:solidFill>
                    <a:srgbClr val="000000"/>
                  </a:solidFill>
                </a:endParaRPr>
              </a:p>
              <a:p>
                <a:pPr marL="0" indent="0" algn="just">
                  <a:buNone/>
                </a:pPr>
                <a:r>
                  <a:rPr lang="es-MX" dirty="0">
                    <a:solidFill>
                      <a:srgbClr val="000000"/>
                    </a:solidFill>
                  </a:rPr>
                  <a:t>Donde: </a:t>
                </a:r>
              </a:p>
              <a:p>
                <a:pPr lvl="1" algn="just"/>
                <a14:m>
                  <m:oMath xmlns:m="http://schemas.openxmlformats.org/officeDocument/2006/math">
                    <m:sSub>
                      <m:sSubPr>
                        <m:ctrlPr>
                          <a:rPr lang="es-ES" sz="2800" b="1" i="1" smtClean="0">
                            <a:solidFill>
                              <a:srgbClr val="000000"/>
                            </a:solidFill>
                            <a:latin typeface="Cambria Math" panose="02040503050406030204" pitchFamily="18" charset="0"/>
                          </a:rPr>
                        </m:ctrlPr>
                      </m:sSubPr>
                      <m:e>
                        <m:r>
                          <a:rPr lang="es-ES" sz="2800" b="1" i="1" smtClean="0">
                            <a:solidFill>
                              <a:srgbClr val="000000"/>
                            </a:solidFill>
                            <a:latin typeface="Cambria Math" panose="02040503050406030204" pitchFamily="18" charset="0"/>
                          </a:rPr>
                          <m:t>𝒃</m:t>
                        </m:r>
                      </m:e>
                      <m:sub>
                        <m:r>
                          <a:rPr lang="es-ES" sz="2800" b="1" i="1" smtClean="0">
                            <a:solidFill>
                              <a:srgbClr val="000000"/>
                            </a:solidFill>
                            <a:latin typeface="Cambria Math" panose="02040503050406030204" pitchFamily="18" charset="0"/>
                          </a:rPr>
                          <m:t>𝟎</m:t>
                        </m:r>
                      </m:sub>
                    </m:sSub>
                  </m:oMath>
                </a14:m>
                <a:r>
                  <a:rPr lang="es-ES" sz="2400" b="1" i="1" dirty="0">
                    <a:solidFill>
                      <a:srgbClr val="000000"/>
                    </a:solidFill>
                    <a:latin typeface="Cambria Math" panose="02040503050406030204" pitchFamily="18" charset="0"/>
                  </a:rPr>
                  <a:t> </a:t>
                </a:r>
                <a:r>
                  <a:rPr lang="es-ES" sz="2400" dirty="0">
                    <a:solidFill>
                      <a:srgbClr val="000000"/>
                    </a:solidFill>
                  </a:rPr>
                  <a:t>es el término de intersección</a:t>
                </a:r>
              </a:p>
              <a:p>
                <a:pPr lvl="1" algn="just"/>
                <a14:m>
                  <m:oMath xmlns:m="http://schemas.openxmlformats.org/officeDocument/2006/math">
                    <m:sSub>
                      <m:sSubPr>
                        <m:ctrlPr>
                          <a:rPr lang="es-ES" sz="2400" b="1" i="1">
                            <a:solidFill>
                              <a:srgbClr val="000000"/>
                            </a:solidFill>
                            <a:latin typeface="Cambria Math" panose="02040503050406030204" pitchFamily="18" charset="0"/>
                          </a:rPr>
                        </m:ctrlPr>
                      </m:sSubPr>
                      <m:e>
                        <m:r>
                          <a:rPr lang="es-ES" sz="2400" b="1" i="1">
                            <a:solidFill>
                              <a:srgbClr val="000000"/>
                            </a:solidFill>
                            <a:latin typeface="Cambria Math" panose="02040503050406030204" pitchFamily="18" charset="0"/>
                          </a:rPr>
                          <m:t>𝒃</m:t>
                        </m:r>
                      </m:e>
                      <m:sub>
                        <m:r>
                          <a:rPr lang="es-ES" sz="2400" b="1" i="1">
                            <a:solidFill>
                              <a:srgbClr val="000000"/>
                            </a:solidFill>
                            <a:latin typeface="Cambria Math" panose="02040503050406030204" pitchFamily="18" charset="0"/>
                          </a:rPr>
                          <m:t>𝟏</m:t>
                        </m:r>
                      </m:sub>
                    </m:sSub>
                    <m:r>
                      <a:rPr lang="es-ES" sz="2400" b="1" i="1" smtClean="0">
                        <a:solidFill>
                          <a:srgbClr val="000000"/>
                        </a:solidFill>
                        <a:latin typeface="Cambria Math" panose="02040503050406030204" pitchFamily="18" charset="0"/>
                      </a:rPr>
                      <m:t>,</m:t>
                    </m:r>
                    <m:sSub>
                      <m:sSubPr>
                        <m:ctrlPr>
                          <a:rPr lang="es-ES" sz="2400" b="1" i="1">
                            <a:solidFill>
                              <a:srgbClr val="000000"/>
                            </a:solidFill>
                            <a:latin typeface="Cambria Math" panose="02040503050406030204" pitchFamily="18" charset="0"/>
                          </a:rPr>
                        </m:ctrlPr>
                      </m:sSubPr>
                      <m:e>
                        <m:r>
                          <a:rPr lang="es-ES" sz="2400" b="1" i="1">
                            <a:solidFill>
                              <a:srgbClr val="000000"/>
                            </a:solidFill>
                            <a:latin typeface="Cambria Math" panose="02040503050406030204" pitchFamily="18" charset="0"/>
                          </a:rPr>
                          <m:t>𝒃</m:t>
                        </m:r>
                      </m:e>
                      <m:sub>
                        <m:r>
                          <a:rPr lang="es-ES" sz="2400" b="1" i="1" smtClean="0">
                            <a:solidFill>
                              <a:srgbClr val="000000"/>
                            </a:solidFill>
                            <a:latin typeface="Cambria Math" panose="02040503050406030204" pitchFamily="18" charset="0"/>
                          </a:rPr>
                          <m:t>𝟐</m:t>
                        </m:r>
                      </m:sub>
                    </m:sSub>
                    <m:r>
                      <a:rPr lang="es-ES" sz="2400" b="1" i="1" smtClean="0">
                        <a:solidFill>
                          <a:srgbClr val="000000"/>
                        </a:solidFill>
                        <a:latin typeface="Cambria Math" panose="02040503050406030204" pitchFamily="18" charset="0"/>
                      </a:rPr>
                      <m:t>,…,</m:t>
                    </m:r>
                    <m:sSub>
                      <m:sSubPr>
                        <m:ctrlPr>
                          <a:rPr lang="es-ES" sz="2400" b="1" i="1">
                            <a:solidFill>
                              <a:srgbClr val="000000"/>
                            </a:solidFill>
                            <a:latin typeface="Cambria Math" panose="02040503050406030204" pitchFamily="18" charset="0"/>
                          </a:rPr>
                        </m:ctrlPr>
                      </m:sSubPr>
                      <m:e>
                        <m:r>
                          <a:rPr lang="es-ES" sz="2400" b="1" i="1">
                            <a:solidFill>
                              <a:srgbClr val="000000"/>
                            </a:solidFill>
                            <a:latin typeface="Cambria Math" panose="02040503050406030204" pitchFamily="18" charset="0"/>
                          </a:rPr>
                          <m:t>𝒃</m:t>
                        </m:r>
                      </m:e>
                      <m:sub>
                        <m:r>
                          <a:rPr lang="es-ES" sz="2400" b="1" i="1" smtClean="0">
                            <a:solidFill>
                              <a:srgbClr val="000000"/>
                            </a:solidFill>
                            <a:latin typeface="Cambria Math" panose="02040503050406030204" pitchFamily="18" charset="0"/>
                          </a:rPr>
                          <m:t>𝒏</m:t>
                        </m:r>
                      </m:sub>
                    </m:sSub>
                  </m:oMath>
                </a14:m>
                <a:r>
                  <a:rPr lang="es-MX" sz="2400" dirty="0">
                    <a:solidFill>
                      <a:srgbClr val="000000"/>
                    </a:solidFill>
                  </a:rPr>
                  <a:t> </a:t>
                </a:r>
                <a:r>
                  <a:rPr lang="es-ES" sz="2400" dirty="0">
                    <a:solidFill>
                      <a:srgbClr val="000000"/>
                    </a:solidFill>
                  </a:rPr>
                  <a:t>son los coeficientes que indican la relación entre cada variable independiente y la variable dependiente</a:t>
                </a:r>
                <a:r>
                  <a:rPr lang="es-MX" sz="2400" dirty="0">
                    <a:solidFill>
                      <a:srgbClr val="000000"/>
                    </a:solidFill>
                  </a:rPr>
                  <a:t>.</a:t>
                </a:r>
              </a:p>
              <a:p>
                <a:pPr lvl="1" algn="just"/>
                <a:endParaRPr lang="es-MX" sz="2400" dirty="0">
                  <a:solidFill>
                    <a:srgbClr val="000000"/>
                  </a:solidFill>
                </a:endParaRPr>
              </a:p>
              <a:p>
                <a:pPr marL="457200" lvl="1" indent="0" algn="just">
                  <a:buNone/>
                </a:pPr>
                <a14:m>
                  <m:oMathPara xmlns:m="http://schemas.openxmlformats.org/officeDocument/2006/math">
                    <m:oMathParaPr>
                      <m:jc m:val="centerGroup"/>
                    </m:oMathParaPr>
                    <m:oMath xmlns:m="http://schemas.openxmlformats.org/officeDocument/2006/math">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rPr>
                            <m:t>𝒉</m:t>
                          </m:r>
                        </m:e>
                        <m:sub>
                          <m:r>
                            <a:rPr lang="es-MX" sz="2400" b="1" i="1">
                              <a:solidFill>
                                <a:srgbClr val="000000"/>
                              </a:solidFill>
                              <a:latin typeface="Cambria Math" panose="02040503050406030204" pitchFamily="18" charset="0"/>
                              <a:ea typeface="Cambria Math" panose="02040503050406030204" pitchFamily="18" charset="0"/>
                            </a:rPr>
                            <m:t>𝜽</m:t>
                          </m:r>
                        </m:sub>
                      </m:sSub>
                      <m:d>
                        <m:dPr>
                          <m:ctrlPr>
                            <a:rPr lang="es-MX" sz="2400" b="1" i="1">
                              <a:solidFill>
                                <a:srgbClr val="000000"/>
                              </a:solidFill>
                              <a:latin typeface="Cambria Math" panose="02040503050406030204" pitchFamily="18" charset="0"/>
                            </a:rPr>
                          </m:ctrlPr>
                        </m:dPr>
                        <m:e>
                          <m:r>
                            <a:rPr lang="es-MX" sz="2400" b="1" i="1">
                              <a:solidFill>
                                <a:srgbClr val="000000"/>
                              </a:solidFill>
                              <a:latin typeface="Cambria Math" panose="02040503050406030204" pitchFamily="18" charset="0"/>
                            </a:rPr>
                            <m:t>𝒙</m:t>
                          </m:r>
                        </m:e>
                      </m:d>
                      <m:r>
                        <a:rPr lang="es-MX" sz="2400" b="1" i="1">
                          <a:solidFill>
                            <a:srgbClr val="000000"/>
                          </a:solidFill>
                          <a:latin typeface="Cambria Math" panose="02040503050406030204" pitchFamily="18" charset="0"/>
                        </a:rPr>
                        <m:t>=</m:t>
                      </m:r>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ea typeface="Cambria Math" panose="02040503050406030204" pitchFamily="18" charset="0"/>
                            </a:rPr>
                            <m:t>𝜽</m:t>
                          </m:r>
                        </m:e>
                        <m:sub>
                          <m:r>
                            <a:rPr lang="es-MX" sz="2400" b="1" i="1">
                              <a:solidFill>
                                <a:srgbClr val="000000"/>
                              </a:solidFill>
                              <a:latin typeface="Cambria Math" panose="02040503050406030204" pitchFamily="18" charset="0"/>
                            </a:rPr>
                            <m:t>𝟎</m:t>
                          </m:r>
                        </m:sub>
                      </m:sSub>
                      <m:r>
                        <a:rPr lang="es-MX" sz="2400" b="1" i="1">
                          <a:solidFill>
                            <a:srgbClr val="000000"/>
                          </a:solidFill>
                          <a:latin typeface="Cambria Math" panose="02040503050406030204" pitchFamily="18" charset="0"/>
                        </a:rPr>
                        <m:t>+</m:t>
                      </m:r>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ea typeface="Cambria Math" panose="02040503050406030204" pitchFamily="18" charset="0"/>
                            </a:rPr>
                            <m:t>𝜽</m:t>
                          </m:r>
                        </m:e>
                        <m:sub>
                          <m:r>
                            <a:rPr lang="es-MX" sz="2400" b="1" i="1">
                              <a:solidFill>
                                <a:srgbClr val="000000"/>
                              </a:solidFill>
                              <a:latin typeface="Cambria Math" panose="02040503050406030204" pitchFamily="18" charset="0"/>
                            </a:rPr>
                            <m:t>𝟏</m:t>
                          </m:r>
                        </m:sub>
                      </m:sSub>
                      <m:sSub>
                        <m:sSubPr>
                          <m:ctrlPr>
                            <a:rPr lang="es-MX" sz="2400" b="1" i="1" smtClean="0">
                              <a:solidFill>
                                <a:srgbClr val="000000"/>
                              </a:solidFill>
                              <a:latin typeface="Cambria Math" panose="02040503050406030204" pitchFamily="18" charset="0"/>
                            </a:rPr>
                          </m:ctrlPr>
                        </m:sSubPr>
                        <m:e>
                          <m:r>
                            <a:rPr lang="es-MX" sz="2400" b="1" i="1" smtClean="0">
                              <a:solidFill>
                                <a:srgbClr val="000000"/>
                              </a:solidFill>
                              <a:latin typeface="Cambria Math" panose="02040503050406030204" pitchFamily="18" charset="0"/>
                            </a:rPr>
                            <m:t>𝒙</m:t>
                          </m:r>
                        </m:e>
                        <m:sub>
                          <m:r>
                            <a:rPr lang="es-MX" sz="2400" b="1" i="1" smtClean="0">
                              <a:solidFill>
                                <a:srgbClr val="000000"/>
                              </a:solidFill>
                              <a:latin typeface="Cambria Math" panose="02040503050406030204" pitchFamily="18" charset="0"/>
                            </a:rPr>
                            <m:t>𝟏</m:t>
                          </m:r>
                        </m:sub>
                      </m:sSub>
                      <m:r>
                        <a:rPr lang="es-MX" sz="2400" b="0" i="0" smtClean="0">
                          <a:solidFill>
                            <a:srgbClr val="000000"/>
                          </a:solidFill>
                          <a:latin typeface="Cambria Math" panose="02040503050406030204" pitchFamily="18" charset="0"/>
                        </a:rPr>
                        <m:t>+</m:t>
                      </m:r>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ea typeface="Cambria Math" panose="02040503050406030204" pitchFamily="18" charset="0"/>
                            </a:rPr>
                            <m:t>𝜽</m:t>
                          </m:r>
                        </m:e>
                        <m:sub>
                          <m:r>
                            <a:rPr lang="es-MX" sz="2400" b="1" i="1" smtClean="0">
                              <a:solidFill>
                                <a:srgbClr val="000000"/>
                              </a:solidFill>
                              <a:latin typeface="Cambria Math" panose="02040503050406030204" pitchFamily="18" charset="0"/>
                              <a:ea typeface="Cambria Math" panose="02040503050406030204" pitchFamily="18" charset="0"/>
                            </a:rPr>
                            <m:t>𝟐</m:t>
                          </m:r>
                        </m:sub>
                      </m:sSub>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rPr>
                            <m:t>𝒙</m:t>
                          </m:r>
                        </m:e>
                        <m:sub>
                          <m:r>
                            <a:rPr lang="es-MX" sz="2400" b="1" i="1" smtClean="0">
                              <a:solidFill>
                                <a:srgbClr val="000000"/>
                              </a:solidFill>
                              <a:latin typeface="Cambria Math" panose="02040503050406030204" pitchFamily="18" charset="0"/>
                            </a:rPr>
                            <m:t>𝟐</m:t>
                          </m:r>
                        </m:sub>
                      </m:sSub>
                      <m:r>
                        <a:rPr lang="es-MX" sz="2400" b="1" i="1" smtClean="0">
                          <a:solidFill>
                            <a:srgbClr val="000000"/>
                          </a:solidFill>
                          <a:latin typeface="Cambria Math" panose="02040503050406030204" pitchFamily="18" charset="0"/>
                        </a:rPr>
                        <m:t>+</m:t>
                      </m:r>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ea typeface="Cambria Math" panose="02040503050406030204" pitchFamily="18" charset="0"/>
                            </a:rPr>
                            <m:t>𝜽</m:t>
                          </m:r>
                        </m:e>
                        <m:sub>
                          <m:r>
                            <a:rPr lang="es-MX" sz="2400" b="1" i="1" smtClean="0">
                              <a:solidFill>
                                <a:srgbClr val="000000"/>
                              </a:solidFill>
                              <a:latin typeface="Cambria Math" panose="02040503050406030204" pitchFamily="18" charset="0"/>
                              <a:ea typeface="Cambria Math" panose="02040503050406030204" pitchFamily="18" charset="0"/>
                            </a:rPr>
                            <m:t>𝟑</m:t>
                          </m:r>
                        </m:sub>
                      </m:sSub>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rPr>
                            <m:t>𝒙</m:t>
                          </m:r>
                        </m:e>
                        <m:sub>
                          <m:r>
                            <a:rPr lang="es-MX" sz="2400" b="1" i="1" smtClean="0">
                              <a:solidFill>
                                <a:srgbClr val="000000"/>
                              </a:solidFill>
                              <a:latin typeface="Cambria Math" panose="02040503050406030204" pitchFamily="18" charset="0"/>
                            </a:rPr>
                            <m:t>𝟑</m:t>
                          </m:r>
                        </m:sub>
                      </m:sSub>
                      <m:r>
                        <a:rPr lang="es-MX" sz="2400" b="1" i="1" smtClean="0">
                          <a:solidFill>
                            <a:srgbClr val="000000"/>
                          </a:solidFill>
                          <a:latin typeface="Cambria Math" panose="02040503050406030204" pitchFamily="18" charset="0"/>
                        </a:rPr>
                        <m:t>+…+</m:t>
                      </m:r>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ea typeface="Cambria Math" panose="02040503050406030204" pitchFamily="18" charset="0"/>
                            </a:rPr>
                            <m:t>𝜽</m:t>
                          </m:r>
                        </m:e>
                        <m:sub>
                          <m:r>
                            <a:rPr lang="es-MX" sz="2400" b="1" i="1" smtClean="0">
                              <a:solidFill>
                                <a:srgbClr val="000000"/>
                              </a:solidFill>
                              <a:latin typeface="Cambria Math" panose="02040503050406030204" pitchFamily="18" charset="0"/>
                              <a:ea typeface="Cambria Math" panose="02040503050406030204" pitchFamily="18" charset="0"/>
                            </a:rPr>
                            <m:t>𝒏</m:t>
                          </m:r>
                        </m:sub>
                      </m:sSub>
                      <m:sSub>
                        <m:sSubPr>
                          <m:ctrlPr>
                            <a:rPr lang="es-MX" sz="2400" b="1" i="1">
                              <a:solidFill>
                                <a:srgbClr val="000000"/>
                              </a:solidFill>
                              <a:latin typeface="Cambria Math" panose="02040503050406030204" pitchFamily="18" charset="0"/>
                            </a:rPr>
                          </m:ctrlPr>
                        </m:sSubPr>
                        <m:e>
                          <m:r>
                            <a:rPr lang="es-MX" sz="2400" b="1" i="1">
                              <a:solidFill>
                                <a:srgbClr val="000000"/>
                              </a:solidFill>
                              <a:latin typeface="Cambria Math" panose="02040503050406030204" pitchFamily="18" charset="0"/>
                            </a:rPr>
                            <m:t>𝒙</m:t>
                          </m:r>
                        </m:e>
                        <m:sub>
                          <m:r>
                            <a:rPr lang="es-MX" sz="2400" b="1" i="1" smtClean="0">
                              <a:solidFill>
                                <a:srgbClr val="000000"/>
                              </a:solidFill>
                              <a:latin typeface="Cambria Math" panose="02040503050406030204" pitchFamily="18" charset="0"/>
                            </a:rPr>
                            <m:t>𝒏</m:t>
                          </m:r>
                        </m:sub>
                      </m:sSub>
                    </m:oMath>
                  </m:oMathPara>
                </a14:m>
                <a:endParaRPr lang="es-ES_tradnl" sz="2400" dirty="0">
                  <a:solidFill>
                    <a:srgbClr val="000000"/>
                  </a:solidFill>
                </a:endParaRPr>
              </a:p>
              <a:p>
                <a:pPr marL="457200" lvl="1" indent="0" algn="just">
                  <a:buNone/>
                </a:pPr>
                <a:endParaRPr lang="es-ES_tradnl" sz="2400" dirty="0">
                  <a:solidFill>
                    <a:srgbClr val="000000"/>
                  </a:solidFill>
                </a:endParaRPr>
              </a:p>
              <a:p>
                <a:pPr marL="457200" lvl="1" indent="0" algn="just">
                  <a:buNone/>
                </a:pPr>
                <a:endParaRPr lang="es-ES_tradnl" sz="2400" dirty="0">
                  <a:solidFill>
                    <a:srgbClr val="000000"/>
                  </a:solidFill>
                </a:endParaRPr>
              </a:p>
              <a:p>
                <a:pPr marL="457200" lvl="1" indent="0" algn="just">
                  <a:buNone/>
                </a:pPr>
                <a:endParaRPr lang="es-ES_tradnl" sz="2400" dirty="0"/>
              </a:p>
            </p:txBody>
          </p:sp>
        </mc:Choice>
        <mc:Fallback xmlns="">
          <p:sp>
            <p:nvSpPr>
              <p:cNvPr id="3" name="Marcador de contenido 2">
                <a:extLst>
                  <a:ext uri="{FF2B5EF4-FFF2-40B4-BE49-F238E27FC236}">
                    <a16:creationId xmlns:a16="http://schemas.microsoft.com/office/drawing/2014/main" id="{23F0CAA8-DFD6-5B82-5511-CBE30F959FA6}"/>
                  </a:ext>
                </a:extLst>
              </p:cNvPr>
              <p:cNvSpPr>
                <a:spLocks noGrp="1" noRot="1" noChangeAspect="1" noMove="1" noResize="1" noEditPoints="1" noAdjustHandles="1" noChangeArrowheads="1" noChangeShapeType="1" noTextEdit="1"/>
              </p:cNvSpPr>
              <p:nvPr>
                <p:ph idx="1"/>
              </p:nvPr>
            </p:nvSpPr>
            <p:spPr>
              <a:xfrm>
                <a:off x="1115568" y="1728216"/>
                <a:ext cx="10168128" cy="4443984"/>
              </a:xfrm>
              <a:blipFill>
                <a:blip r:embed="rId2"/>
                <a:stretch>
                  <a:fillRect l="-899" t="-686" r="-899"/>
                </a:stretch>
              </a:blipFill>
            </p:spPr>
            <p:txBody>
              <a:bodyPr/>
              <a:lstStyle/>
              <a:p>
                <a:r>
                  <a:rPr lang="es-MX">
                    <a:noFill/>
                  </a:rPr>
                  <a:t> </a:t>
                </a:r>
              </a:p>
            </p:txBody>
          </p:sp>
        </mc:Fallback>
      </mc:AlternateContent>
    </p:spTree>
    <p:extLst>
      <p:ext uri="{BB962C8B-B14F-4D97-AF65-F5344CB8AC3E}">
        <p14:creationId xmlns:p14="http://schemas.microsoft.com/office/powerpoint/2010/main" val="2200400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9257-731B-70CD-F084-3D3159AD85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7CF916-87F2-B0C8-7D58-599DF4E61AF1}"/>
              </a:ext>
            </a:extLst>
          </p:cNvPr>
          <p:cNvSpPr>
            <a:spLocks noGrp="1"/>
          </p:cNvSpPr>
          <p:nvPr>
            <p:ph type="title"/>
          </p:nvPr>
        </p:nvSpPr>
        <p:spPr>
          <a:xfrm>
            <a:off x="879262" y="96012"/>
            <a:ext cx="10168128" cy="1179576"/>
          </a:xfrm>
        </p:spPr>
        <p:txBody>
          <a:bodyPr>
            <a:normAutofit/>
          </a:bodyPr>
          <a:lstStyle/>
          <a:p>
            <a:r>
              <a:rPr lang="es-ES_tradnl" dirty="0"/>
              <a:t>Modelo de regresión lineal | </a:t>
            </a:r>
            <a:r>
              <a:rPr lang="es-ES_tradnl" sz="3200" dirty="0"/>
              <a:t>Construcción del modelo</a:t>
            </a:r>
            <a:endParaRPr lang="es-ES_tradn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0CBFCD-DB3E-9228-8BD8-D0803B1BA404}"/>
                  </a:ext>
                </a:extLst>
              </p:cNvPr>
              <p:cNvSpPr>
                <a:spLocks noGrp="1"/>
              </p:cNvSpPr>
              <p:nvPr>
                <p:ph idx="1"/>
              </p:nvPr>
            </p:nvSpPr>
            <p:spPr>
              <a:xfrm>
                <a:off x="725595" y="1440540"/>
                <a:ext cx="11079412" cy="1836916"/>
              </a:xfrm>
            </p:spPr>
            <p:txBody>
              <a:bodyPr/>
              <a:lstStyle/>
              <a:p>
                <a:pPr algn="just"/>
                <a:r>
                  <a:rPr lang="es-MX" dirty="0">
                    <a:solidFill>
                      <a:srgbClr val="000000"/>
                    </a:solidFill>
                  </a:rPr>
                  <a:t>Buscar los parámetros </a:t>
                </a:r>
                <a14:m>
                  <m:oMath xmlns:m="http://schemas.openxmlformats.org/officeDocument/2006/math">
                    <m:sSub>
                      <m:sSubPr>
                        <m:ctrlPr>
                          <a:rPr lang="es-MX" i="1">
                            <a:solidFill>
                              <a:srgbClr val="000000"/>
                            </a:solidFill>
                            <a:latin typeface="Cambria Math" panose="02040503050406030204" pitchFamily="18" charset="0"/>
                          </a:rPr>
                        </m:ctrlPr>
                      </m:sSubPr>
                      <m:e>
                        <m:r>
                          <a:rPr lang="es-MX">
                            <a:solidFill>
                              <a:srgbClr val="000000"/>
                            </a:solidFill>
                            <a:latin typeface="Cambria Math" panose="02040503050406030204" pitchFamily="18" charset="0"/>
                          </a:rPr>
                          <m:t>𝜽</m:t>
                        </m:r>
                      </m:e>
                      <m:sub>
                        <m:r>
                          <a:rPr lang="es-MX">
                            <a:solidFill>
                              <a:srgbClr val="000000"/>
                            </a:solidFill>
                            <a:latin typeface="Cambria Math" panose="02040503050406030204" pitchFamily="18" charset="0"/>
                          </a:rPr>
                          <m:t>𝟎</m:t>
                        </m:r>
                      </m:sub>
                    </m:sSub>
                  </m:oMath>
                </a14:m>
                <a:r>
                  <a:rPr lang="es-ES_tradnl" dirty="0">
                    <a:solidFill>
                      <a:srgbClr val="000000"/>
                    </a:solidFill>
                  </a:rPr>
                  <a:t> </a:t>
                </a:r>
                <a:r>
                  <a:rPr lang="es-ES_tradnl" sz="2400" dirty="0">
                    <a:solidFill>
                      <a:srgbClr val="000000"/>
                    </a:solidFill>
                  </a:rPr>
                  <a:t>y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smtClean="0">
                            <a:solidFill>
                              <a:srgbClr val="000000"/>
                            </a:solidFill>
                            <a:latin typeface="Cambria Math" panose="02040503050406030204" pitchFamily="18" charset="0"/>
                            <a:ea typeface="Cambria Math" panose="02040503050406030204" pitchFamily="18" charset="0"/>
                          </a:rPr>
                          <m:t>𝟏</m:t>
                        </m:r>
                      </m:sub>
                    </m:sSub>
                  </m:oMath>
                </a14:m>
                <a:r>
                  <a:rPr lang="es-ES_tradnl" sz="2400" b="1" dirty="0">
                    <a:solidFill>
                      <a:srgbClr val="000000"/>
                    </a:solidFill>
                  </a:rPr>
                  <a:t> </a:t>
                </a:r>
                <a:r>
                  <a:rPr lang="es-ES_tradnl" sz="2400" dirty="0">
                    <a:solidFill>
                      <a:srgbClr val="000000"/>
                    </a:solidFill>
                  </a:rPr>
                  <a:t>que generen la función hipótesis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rPr>
                          <m:t>𝒉</m:t>
                        </m:r>
                      </m:e>
                      <m:sub>
                        <m:r>
                          <a:rPr lang="es-MX" b="1" i="1">
                            <a:solidFill>
                              <a:srgbClr val="000000"/>
                            </a:solidFill>
                            <a:latin typeface="Cambria Math" panose="02040503050406030204" pitchFamily="18" charset="0"/>
                            <a:ea typeface="Cambria Math" panose="02040503050406030204" pitchFamily="18" charset="0"/>
                          </a:rPr>
                          <m:t>𝜽</m:t>
                        </m:r>
                      </m:sub>
                    </m:sSub>
                    <m:d>
                      <m:dPr>
                        <m:ctrlPr>
                          <a:rPr lang="es-MX" b="1" i="1">
                            <a:solidFill>
                              <a:srgbClr val="000000"/>
                            </a:solidFill>
                            <a:latin typeface="Cambria Math" panose="02040503050406030204" pitchFamily="18" charset="0"/>
                          </a:rPr>
                        </m:ctrlPr>
                      </m:dPr>
                      <m:e>
                        <m:r>
                          <a:rPr lang="es-MX" b="1" i="1">
                            <a:solidFill>
                              <a:srgbClr val="000000"/>
                            </a:solidFill>
                            <a:latin typeface="Cambria Math" panose="02040503050406030204" pitchFamily="18" charset="0"/>
                          </a:rPr>
                          <m:t>𝒙</m:t>
                        </m:r>
                      </m:e>
                    </m:d>
                  </m:oMath>
                </a14:m>
                <a:r>
                  <a:rPr lang="es-ES_tradnl" sz="2400" dirty="0">
                    <a:solidFill>
                      <a:srgbClr val="000000"/>
                    </a:solidFill>
                  </a:rPr>
                  <a:t>) que mejor se adapte al conjunto de datos de entrenamiento </a:t>
                </a:r>
                <a14:m>
                  <m:oMath xmlns:m="http://schemas.openxmlformats.org/officeDocument/2006/math">
                    <m:r>
                      <a:rPr lang="es-MX" sz="2400" b="1" i="1" smtClean="0">
                        <a:solidFill>
                          <a:srgbClr val="000000"/>
                        </a:solidFill>
                        <a:latin typeface="Cambria Math" panose="02040503050406030204" pitchFamily="18" charset="0"/>
                      </a:rPr>
                      <m:t>(</m:t>
                    </m:r>
                    <m:r>
                      <a:rPr lang="es-MX" sz="2400" b="1" i="1" smtClean="0">
                        <a:solidFill>
                          <a:srgbClr val="000000"/>
                        </a:solidFill>
                        <a:latin typeface="Cambria Math" panose="02040503050406030204" pitchFamily="18" charset="0"/>
                      </a:rPr>
                      <m:t>𝒙</m:t>
                    </m:r>
                    <m:r>
                      <a:rPr lang="es-MX" sz="2400" b="1" i="1" smtClean="0">
                        <a:solidFill>
                          <a:srgbClr val="000000"/>
                        </a:solidFill>
                        <a:latin typeface="Cambria Math" panose="02040503050406030204" pitchFamily="18" charset="0"/>
                      </a:rPr>
                      <m:t>, </m:t>
                    </m:r>
                    <m:r>
                      <a:rPr lang="es-MX" sz="2400" b="1" i="1" smtClean="0">
                        <a:solidFill>
                          <a:srgbClr val="000000"/>
                        </a:solidFill>
                        <a:latin typeface="Cambria Math" panose="02040503050406030204" pitchFamily="18" charset="0"/>
                      </a:rPr>
                      <m:t>𝒚</m:t>
                    </m:r>
                    <m:r>
                      <a:rPr lang="es-MX" sz="2400" b="1" i="1" smtClean="0">
                        <a:solidFill>
                          <a:srgbClr val="000000"/>
                        </a:solidFill>
                        <a:latin typeface="Cambria Math" panose="02040503050406030204" pitchFamily="18" charset="0"/>
                      </a:rPr>
                      <m:t>)</m:t>
                    </m:r>
                  </m:oMath>
                </a14:m>
                <a:endParaRPr lang="es-ES_tradnl" sz="2400" b="1" dirty="0">
                  <a:solidFill>
                    <a:srgbClr val="000000"/>
                  </a:solidFill>
                </a:endParaRPr>
              </a:p>
              <a:p>
                <a:pPr algn="just"/>
                <a:r>
                  <a:rPr lang="es-ES_tradnl" dirty="0">
                    <a:solidFill>
                      <a:srgbClr val="000000"/>
                    </a:solidFill>
                  </a:rPr>
                  <a:t>Se minimiza una función de coste (</a:t>
                </a:r>
                <a14:m>
                  <m:oMath xmlns:m="http://schemas.openxmlformats.org/officeDocument/2006/math">
                    <m:r>
                      <a:rPr lang="es-MX" b="1" i="1" smtClean="0">
                        <a:solidFill>
                          <a:srgbClr val="000000"/>
                        </a:solidFill>
                        <a:latin typeface="Cambria Math" panose="02040503050406030204" pitchFamily="18" charset="0"/>
                      </a:rPr>
                      <m:t>𝒋</m:t>
                    </m:r>
                    <m:r>
                      <a:rPr lang="es-MX" b="1" i="1" smtClean="0">
                        <a:solidFill>
                          <a:srgbClr val="000000"/>
                        </a:solidFill>
                        <a:latin typeface="Cambria Math" panose="02040503050406030204" pitchFamily="18" charset="0"/>
                      </a:rPr>
                      <m:t>(</m:t>
                    </m:r>
                    <m:r>
                      <a:rPr lang="es-MX" b="1" i="1" smtClean="0">
                        <a:solidFill>
                          <a:srgbClr val="000000"/>
                        </a:solidFill>
                        <a:latin typeface="Cambria Math" panose="02040503050406030204" pitchFamily="18" charset="0"/>
                        <a:ea typeface="Cambria Math" panose="02040503050406030204" pitchFamily="18" charset="0"/>
                      </a:rPr>
                      <m:t>𝜽</m:t>
                    </m:r>
                    <m:r>
                      <a:rPr lang="es-MX" b="1" i="1" smtClean="0">
                        <a:solidFill>
                          <a:srgbClr val="000000"/>
                        </a:solidFill>
                        <a:latin typeface="Cambria Math" panose="02040503050406030204" pitchFamily="18" charset="0"/>
                        <a:ea typeface="Cambria Math" panose="02040503050406030204" pitchFamily="18" charset="0"/>
                      </a:rPr>
                      <m:t>)</m:t>
                    </m:r>
                  </m:oMath>
                </a14:m>
                <a:r>
                  <a:rPr lang="es-ES_tradnl" dirty="0">
                    <a:solidFill>
                      <a:srgbClr val="000000"/>
                    </a:solidFill>
                  </a:rPr>
                  <a:t>) para obtener los parámetros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oMath>
                </a14:m>
                <a:r>
                  <a:rPr lang="es-ES_tradnl" b="1" dirty="0">
                    <a:solidFill>
                      <a:srgbClr val="000000"/>
                    </a:solidFill>
                  </a:rPr>
                  <a:t> </a:t>
                </a:r>
                <a:r>
                  <a:rPr lang="es-ES_tradnl" dirty="0">
                    <a:solidFill>
                      <a:srgbClr val="000000"/>
                    </a:solidFill>
                  </a:rPr>
                  <a:t>y </a:t>
                </a:r>
                <a14:m>
                  <m:oMath xmlns:m="http://schemas.openxmlformats.org/officeDocument/2006/math">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ea typeface="Cambria Math" panose="02040503050406030204" pitchFamily="18" charset="0"/>
                          </a:rPr>
                          <m:t>𝟏</m:t>
                        </m:r>
                      </m:sub>
                    </m:sSub>
                  </m:oMath>
                </a14:m>
                <a:r>
                  <a:rPr lang="es-ES_tradnl" dirty="0">
                    <a:solidFill>
                      <a:srgbClr val="000000"/>
                    </a:solidFill>
                  </a:rPr>
                  <a:t> óptimos.</a:t>
                </a:r>
                <a:endParaRPr lang="es-ES_tradnl" sz="2400" dirty="0">
                  <a:solidFill>
                    <a:srgbClr val="000000"/>
                  </a:solidFill>
                </a:endParaRPr>
              </a:p>
              <a:p>
                <a:pPr marL="457200" lvl="1" indent="0" algn="just">
                  <a:buNone/>
                </a:pPr>
                <a:endParaRPr lang="es-ES_tradnl" sz="2400" dirty="0">
                  <a:solidFill>
                    <a:srgbClr val="000000"/>
                  </a:solidFill>
                </a:endParaRPr>
              </a:p>
              <a:p>
                <a:pPr marL="457200" lvl="1" indent="0" algn="just">
                  <a:buNone/>
                </a:pPr>
                <a:endParaRPr lang="es-ES_tradnl" sz="2400" dirty="0">
                  <a:solidFill>
                    <a:srgbClr val="000000"/>
                  </a:solidFill>
                </a:endParaRPr>
              </a:p>
              <a:p>
                <a:pPr marL="457200" lvl="1" indent="0" algn="just">
                  <a:buNone/>
                </a:pPr>
                <a:endParaRPr lang="es-ES_tradnl" sz="2400" dirty="0"/>
              </a:p>
            </p:txBody>
          </p:sp>
        </mc:Choice>
        <mc:Fallback xmlns="">
          <p:sp>
            <p:nvSpPr>
              <p:cNvPr id="3" name="Marcador de contenido 2">
                <a:extLst>
                  <a:ext uri="{FF2B5EF4-FFF2-40B4-BE49-F238E27FC236}">
                    <a16:creationId xmlns:a16="http://schemas.microsoft.com/office/drawing/2014/main" id="{500CBFCD-DB3E-9228-8BD8-D0803B1BA404}"/>
                  </a:ext>
                </a:extLst>
              </p:cNvPr>
              <p:cNvSpPr>
                <a:spLocks noGrp="1" noRot="1" noChangeAspect="1" noMove="1" noResize="1" noEditPoints="1" noAdjustHandles="1" noChangeArrowheads="1" noChangeShapeType="1" noTextEdit="1"/>
              </p:cNvSpPr>
              <p:nvPr>
                <p:ph idx="1"/>
              </p:nvPr>
            </p:nvSpPr>
            <p:spPr>
              <a:xfrm>
                <a:off x="725595" y="1440540"/>
                <a:ext cx="11079412" cy="1836916"/>
              </a:xfrm>
              <a:blipFill>
                <a:blip r:embed="rId3"/>
                <a:stretch>
                  <a:fillRect l="-715" t="-1987" r="-825" b="-5298"/>
                </a:stretch>
              </a:blipFill>
            </p:spPr>
            <p:txBody>
              <a:bodyPr/>
              <a:lstStyle/>
              <a:p>
                <a:r>
                  <a:rPr lang="es-MX">
                    <a:noFill/>
                  </a:rPr>
                  <a:t> </a:t>
                </a:r>
              </a:p>
            </p:txBody>
          </p:sp>
        </mc:Fallback>
      </mc:AlternateContent>
      <p:grpSp>
        <p:nvGrpSpPr>
          <p:cNvPr id="10" name="Grupo 9">
            <a:extLst>
              <a:ext uri="{FF2B5EF4-FFF2-40B4-BE49-F238E27FC236}">
                <a16:creationId xmlns:a16="http://schemas.microsoft.com/office/drawing/2014/main" id="{FC500F77-0FB0-AF22-6373-0C684DE8A87A}"/>
              </a:ext>
            </a:extLst>
          </p:cNvPr>
          <p:cNvGrpSpPr/>
          <p:nvPr/>
        </p:nvGrpSpPr>
        <p:grpSpPr>
          <a:xfrm>
            <a:off x="725595" y="3387902"/>
            <a:ext cx="4729982" cy="3269483"/>
            <a:chOff x="725595" y="3387902"/>
            <a:chExt cx="4729982" cy="3269483"/>
          </a:xfrm>
        </p:grpSpPr>
        <p:cxnSp>
          <p:nvCxnSpPr>
            <p:cNvPr id="5" name="Conector recto 4">
              <a:extLst>
                <a:ext uri="{FF2B5EF4-FFF2-40B4-BE49-F238E27FC236}">
                  <a16:creationId xmlns:a16="http://schemas.microsoft.com/office/drawing/2014/main" id="{5926FBCC-7CF3-0358-1CE3-3D99F6B9989C}"/>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C8B2C945-630D-173F-8081-C31EA423026F}"/>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B4F42766-C59E-792D-F121-D02772C2B968}"/>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B31989D8-E735-1C98-3916-DBDA84C2FC20}"/>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grpSp>
        <p:nvGrpSpPr>
          <p:cNvPr id="11" name="Grupo 10">
            <a:extLst>
              <a:ext uri="{FF2B5EF4-FFF2-40B4-BE49-F238E27FC236}">
                <a16:creationId xmlns:a16="http://schemas.microsoft.com/office/drawing/2014/main" id="{EA3A4FCB-070C-89E8-87D6-AEF67856C133}"/>
              </a:ext>
            </a:extLst>
          </p:cNvPr>
          <p:cNvGrpSpPr/>
          <p:nvPr/>
        </p:nvGrpSpPr>
        <p:grpSpPr>
          <a:xfrm>
            <a:off x="6477411" y="3385335"/>
            <a:ext cx="4729982" cy="3269483"/>
            <a:chOff x="725595" y="3387902"/>
            <a:chExt cx="4729982" cy="3269483"/>
          </a:xfrm>
        </p:grpSpPr>
        <p:cxnSp>
          <p:nvCxnSpPr>
            <p:cNvPr id="12" name="Conector recto 11">
              <a:extLst>
                <a:ext uri="{FF2B5EF4-FFF2-40B4-BE49-F238E27FC236}">
                  <a16:creationId xmlns:a16="http://schemas.microsoft.com/office/drawing/2014/main" id="{59E56302-4CC8-D703-9A52-DD1BD3B667BB}"/>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13" name="Conector recto 12">
              <a:extLst>
                <a:ext uri="{FF2B5EF4-FFF2-40B4-BE49-F238E27FC236}">
                  <a16:creationId xmlns:a16="http://schemas.microsoft.com/office/drawing/2014/main" id="{EE913A39-ED4E-8BC4-9D13-B77F4D3FF9A3}"/>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F041BEC8-7733-ED09-1D82-B872F86BDDC5}"/>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15" name="CuadroTexto 14">
              <a:extLst>
                <a:ext uri="{FF2B5EF4-FFF2-40B4-BE49-F238E27FC236}">
                  <a16:creationId xmlns:a16="http://schemas.microsoft.com/office/drawing/2014/main" id="{EEC00278-A03E-F4E8-AA02-76CC57FFC530}"/>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grpSp>
        <p:nvGrpSpPr>
          <p:cNvPr id="28" name="Grupo 27">
            <a:extLst>
              <a:ext uri="{FF2B5EF4-FFF2-40B4-BE49-F238E27FC236}">
                <a16:creationId xmlns:a16="http://schemas.microsoft.com/office/drawing/2014/main" id="{174DD641-ECB1-BA76-7CF8-05DDB0C8E889}"/>
              </a:ext>
            </a:extLst>
          </p:cNvPr>
          <p:cNvGrpSpPr/>
          <p:nvPr/>
        </p:nvGrpSpPr>
        <p:grpSpPr>
          <a:xfrm>
            <a:off x="1522063" y="4022932"/>
            <a:ext cx="2021475" cy="1848480"/>
            <a:chOff x="1321496" y="4319434"/>
            <a:chExt cx="2021475" cy="1848480"/>
          </a:xfrm>
        </p:grpSpPr>
        <p:sp>
          <p:nvSpPr>
            <p:cNvPr id="16" name="Elipse 15">
              <a:extLst>
                <a:ext uri="{FF2B5EF4-FFF2-40B4-BE49-F238E27FC236}">
                  <a16:creationId xmlns:a16="http://schemas.microsoft.com/office/drawing/2014/main" id="{D661211A-75F5-FD2E-34AC-E51AB2240246}"/>
                </a:ext>
              </a:extLst>
            </p:cNvPr>
            <p:cNvSpPr/>
            <p:nvPr/>
          </p:nvSpPr>
          <p:spPr>
            <a:xfrm>
              <a:off x="1321496" y="597956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a16="http://schemas.microsoft.com/office/drawing/2014/main" id="{35EBCE0B-4CAB-3670-C6FC-9A91DD982AE2}"/>
                </a:ext>
              </a:extLst>
            </p:cNvPr>
            <p:cNvSpPr/>
            <p:nvPr/>
          </p:nvSpPr>
          <p:spPr>
            <a:xfrm>
              <a:off x="1584753" y="602408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Elipse 17">
              <a:extLst>
                <a:ext uri="{FF2B5EF4-FFF2-40B4-BE49-F238E27FC236}">
                  <a16:creationId xmlns:a16="http://schemas.microsoft.com/office/drawing/2014/main" id="{D0E42F15-E3EB-3B3F-C902-4C323B62FBB7}"/>
                </a:ext>
              </a:extLst>
            </p:cNvPr>
            <p:cNvSpPr/>
            <p:nvPr/>
          </p:nvSpPr>
          <p:spPr>
            <a:xfrm>
              <a:off x="1556088" y="5649081"/>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Elipse 18">
              <a:extLst>
                <a:ext uri="{FF2B5EF4-FFF2-40B4-BE49-F238E27FC236}">
                  <a16:creationId xmlns:a16="http://schemas.microsoft.com/office/drawing/2014/main" id="{4B5CB1A5-C71C-BFA2-90C0-F3F7D8CDBDB8}"/>
                </a:ext>
              </a:extLst>
            </p:cNvPr>
            <p:cNvSpPr/>
            <p:nvPr/>
          </p:nvSpPr>
          <p:spPr>
            <a:xfrm>
              <a:off x="1794549" y="5750102"/>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Elipse 19">
              <a:extLst>
                <a:ext uri="{FF2B5EF4-FFF2-40B4-BE49-F238E27FC236}">
                  <a16:creationId xmlns:a16="http://schemas.microsoft.com/office/drawing/2014/main" id="{D2375781-91C1-C5F5-1F63-51B31A9E2C2F}"/>
                </a:ext>
              </a:extLst>
            </p:cNvPr>
            <p:cNvSpPr/>
            <p:nvPr/>
          </p:nvSpPr>
          <p:spPr>
            <a:xfrm>
              <a:off x="1911434" y="5345543"/>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Elipse 20">
              <a:extLst>
                <a:ext uri="{FF2B5EF4-FFF2-40B4-BE49-F238E27FC236}">
                  <a16:creationId xmlns:a16="http://schemas.microsoft.com/office/drawing/2014/main" id="{71296C92-816C-D14A-50F0-074219324696}"/>
                </a:ext>
              </a:extLst>
            </p:cNvPr>
            <p:cNvSpPr/>
            <p:nvPr/>
          </p:nvSpPr>
          <p:spPr>
            <a:xfrm>
              <a:off x="2020801" y="499964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Elipse 21">
              <a:extLst>
                <a:ext uri="{FF2B5EF4-FFF2-40B4-BE49-F238E27FC236}">
                  <a16:creationId xmlns:a16="http://schemas.microsoft.com/office/drawing/2014/main" id="{C66F9FD4-A968-F8C2-DEB5-6D50543FD7ED}"/>
                </a:ext>
              </a:extLst>
            </p:cNvPr>
            <p:cNvSpPr/>
            <p:nvPr/>
          </p:nvSpPr>
          <p:spPr>
            <a:xfrm>
              <a:off x="2338862" y="501223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Elipse 22">
              <a:extLst>
                <a:ext uri="{FF2B5EF4-FFF2-40B4-BE49-F238E27FC236}">
                  <a16:creationId xmlns:a16="http://schemas.microsoft.com/office/drawing/2014/main" id="{786F3F1C-F9BA-6736-4C5D-E4822EB5EEFF}"/>
                </a:ext>
              </a:extLst>
            </p:cNvPr>
            <p:cNvSpPr/>
            <p:nvPr/>
          </p:nvSpPr>
          <p:spPr>
            <a:xfrm>
              <a:off x="2374375" y="5330735"/>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Elipse 23">
              <a:extLst>
                <a:ext uri="{FF2B5EF4-FFF2-40B4-BE49-F238E27FC236}">
                  <a16:creationId xmlns:a16="http://schemas.microsoft.com/office/drawing/2014/main" id="{9E90B13E-4AD2-5B84-7120-761B4008B7D9}"/>
                </a:ext>
              </a:extLst>
            </p:cNvPr>
            <p:cNvSpPr/>
            <p:nvPr/>
          </p:nvSpPr>
          <p:spPr>
            <a:xfrm>
              <a:off x="252208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Elipse 24">
              <a:extLst>
                <a:ext uri="{FF2B5EF4-FFF2-40B4-BE49-F238E27FC236}">
                  <a16:creationId xmlns:a16="http://schemas.microsoft.com/office/drawing/2014/main" id="{A321EEAB-5DC0-3CA0-5484-A92B7D0A1F1D}"/>
                </a:ext>
              </a:extLst>
            </p:cNvPr>
            <p:cNvSpPr/>
            <p:nvPr/>
          </p:nvSpPr>
          <p:spPr>
            <a:xfrm>
              <a:off x="2787055" y="492001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Elipse 25">
              <a:extLst>
                <a:ext uri="{FF2B5EF4-FFF2-40B4-BE49-F238E27FC236}">
                  <a16:creationId xmlns:a16="http://schemas.microsoft.com/office/drawing/2014/main" id="{F1566CD1-F722-6E45-274C-9110C3313EC7}"/>
                </a:ext>
              </a:extLst>
            </p:cNvPr>
            <p:cNvSpPr/>
            <p:nvPr/>
          </p:nvSpPr>
          <p:spPr>
            <a:xfrm>
              <a:off x="2934763" y="4319434"/>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Elipse 26">
              <a:extLst>
                <a:ext uri="{FF2B5EF4-FFF2-40B4-BE49-F238E27FC236}">
                  <a16:creationId xmlns:a16="http://schemas.microsoft.com/office/drawing/2014/main" id="{34E3976F-17D4-8A93-F1F9-648D33F305BA}"/>
                </a:ext>
              </a:extLst>
            </p:cNvPr>
            <p:cNvSpPr/>
            <p:nvPr/>
          </p:nvSpPr>
          <p:spPr>
            <a:xfrm>
              <a:off x="319526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grpSp>
        <p:nvGrpSpPr>
          <p:cNvPr id="29" name="Grupo 28">
            <a:extLst>
              <a:ext uri="{FF2B5EF4-FFF2-40B4-BE49-F238E27FC236}">
                <a16:creationId xmlns:a16="http://schemas.microsoft.com/office/drawing/2014/main" id="{4B5AB88F-724A-85D3-E28B-B107CAE2201D}"/>
              </a:ext>
            </a:extLst>
          </p:cNvPr>
          <p:cNvGrpSpPr/>
          <p:nvPr/>
        </p:nvGrpSpPr>
        <p:grpSpPr>
          <a:xfrm>
            <a:off x="7447875" y="4181910"/>
            <a:ext cx="2021475" cy="1848480"/>
            <a:chOff x="1321496" y="4319434"/>
            <a:chExt cx="2021475" cy="1848480"/>
          </a:xfrm>
        </p:grpSpPr>
        <p:sp>
          <p:nvSpPr>
            <p:cNvPr id="30" name="Elipse 29">
              <a:extLst>
                <a:ext uri="{FF2B5EF4-FFF2-40B4-BE49-F238E27FC236}">
                  <a16:creationId xmlns:a16="http://schemas.microsoft.com/office/drawing/2014/main" id="{04C4407B-8C5C-E7E4-8B86-FD44BE268605}"/>
                </a:ext>
              </a:extLst>
            </p:cNvPr>
            <p:cNvSpPr/>
            <p:nvPr/>
          </p:nvSpPr>
          <p:spPr>
            <a:xfrm>
              <a:off x="1321496" y="597956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Elipse 30">
              <a:extLst>
                <a:ext uri="{FF2B5EF4-FFF2-40B4-BE49-F238E27FC236}">
                  <a16:creationId xmlns:a16="http://schemas.microsoft.com/office/drawing/2014/main" id="{E17DCBCB-BB43-5C74-AFAE-B6FB5DE79961}"/>
                </a:ext>
              </a:extLst>
            </p:cNvPr>
            <p:cNvSpPr/>
            <p:nvPr/>
          </p:nvSpPr>
          <p:spPr>
            <a:xfrm>
              <a:off x="1584753" y="602408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Elipse 31">
              <a:extLst>
                <a:ext uri="{FF2B5EF4-FFF2-40B4-BE49-F238E27FC236}">
                  <a16:creationId xmlns:a16="http://schemas.microsoft.com/office/drawing/2014/main" id="{E46D9F4A-FA66-F687-74E2-13F96A0445ED}"/>
                </a:ext>
              </a:extLst>
            </p:cNvPr>
            <p:cNvSpPr/>
            <p:nvPr/>
          </p:nvSpPr>
          <p:spPr>
            <a:xfrm>
              <a:off x="1556088" y="5649081"/>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Elipse 32">
              <a:extLst>
                <a:ext uri="{FF2B5EF4-FFF2-40B4-BE49-F238E27FC236}">
                  <a16:creationId xmlns:a16="http://schemas.microsoft.com/office/drawing/2014/main" id="{1CCC6FDB-2982-4F07-42B8-703A131BCCED}"/>
                </a:ext>
              </a:extLst>
            </p:cNvPr>
            <p:cNvSpPr/>
            <p:nvPr/>
          </p:nvSpPr>
          <p:spPr>
            <a:xfrm>
              <a:off x="1794549" y="5750102"/>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Elipse 33">
              <a:extLst>
                <a:ext uri="{FF2B5EF4-FFF2-40B4-BE49-F238E27FC236}">
                  <a16:creationId xmlns:a16="http://schemas.microsoft.com/office/drawing/2014/main" id="{3600236A-14F4-6FA7-DFAA-5F384781614E}"/>
                </a:ext>
              </a:extLst>
            </p:cNvPr>
            <p:cNvSpPr/>
            <p:nvPr/>
          </p:nvSpPr>
          <p:spPr>
            <a:xfrm>
              <a:off x="1911434" y="5345543"/>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5" name="Elipse 34">
              <a:extLst>
                <a:ext uri="{FF2B5EF4-FFF2-40B4-BE49-F238E27FC236}">
                  <a16:creationId xmlns:a16="http://schemas.microsoft.com/office/drawing/2014/main" id="{E117F6E6-C1CD-0A8D-C192-F4FE9A4EE504}"/>
                </a:ext>
              </a:extLst>
            </p:cNvPr>
            <p:cNvSpPr/>
            <p:nvPr/>
          </p:nvSpPr>
          <p:spPr>
            <a:xfrm>
              <a:off x="2020801" y="499964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Elipse 35">
              <a:extLst>
                <a:ext uri="{FF2B5EF4-FFF2-40B4-BE49-F238E27FC236}">
                  <a16:creationId xmlns:a16="http://schemas.microsoft.com/office/drawing/2014/main" id="{58750A07-3CB6-E7DA-EAA0-A65E4A119592}"/>
                </a:ext>
              </a:extLst>
            </p:cNvPr>
            <p:cNvSpPr/>
            <p:nvPr/>
          </p:nvSpPr>
          <p:spPr>
            <a:xfrm>
              <a:off x="2338862" y="501223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7" name="Elipse 36">
              <a:extLst>
                <a:ext uri="{FF2B5EF4-FFF2-40B4-BE49-F238E27FC236}">
                  <a16:creationId xmlns:a16="http://schemas.microsoft.com/office/drawing/2014/main" id="{5A2931EE-C080-8068-9ECC-2B46889F7E30}"/>
                </a:ext>
              </a:extLst>
            </p:cNvPr>
            <p:cNvSpPr/>
            <p:nvPr/>
          </p:nvSpPr>
          <p:spPr>
            <a:xfrm>
              <a:off x="2374375" y="5330735"/>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Elipse 37">
              <a:extLst>
                <a:ext uri="{FF2B5EF4-FFF2-40B4-BE49-F238E27FC236}">
                  <a16:creationId xmlns:a16="http://schemas.microsoft.com/office/drawing/2014/main" id="{582DAE3E-518F-328C-E3F3-AEF6E9026EF6}"/>
                </a:ext>
              </a:extLst>
            </p:cNvPr>
            <p:cNvSpPr/>
            <p:nvPr/>
          </p:nvSpPr>
          <p:spPr>
            <a:xfrm>
              <a:off x="252208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9" name="Elipse 38">
              <a:extLst>
                <a:ext uri="{FF2B5EF4-FFF2-40B4-BE49-F238E27FC236}">
                  <a16:creationId xmlns:a16="http://schemas.microsoft.com/office/drawing/2014/main" id="{93F33F28-3A46-877F-8159-F7B6DBE805F4}"/>
                </a:ext>
              </a:extLst>
            </p:cNvPr>
            <p:cNvSpPr/>
            <p:nvPr/>
          </p:nvSpPr>
          <p:spPr>
            <a:xfrm>
              <a:off x="2787055" y="492001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0" name="Elipse 39">
              <a:extLst>
                <a:ext uri="{FF2B5EF4-FFF2-40B4-BE49-F238E27FC236}">
                  <a16:creationId xmlns:a16="http://schemas.microsoft.com/office/drawing/2014/main" id="{0BE851B4-C129-00B4-CBDB-433453EE0C84}"/>
                </a:ext>
              </a:extLst>
            </p:cNvPr>
            <p:cNvSpPr/>
            <p:nvPr/>
          </p:nvSpPr>
          <p:spPr>
            <a:xfrm>
              <a:off x="2934763" y="4319434"/>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1" name="Elipse 40">
              <a:extLst>
                <a:ext uri="{FF2B5EF4-FFF2-40B4-BE49-F238E27FC236}">
                  <a16:creationId xmlns:a16="http://schemas.microsoft.com/office/drawing/2014/main" id="{A4F840FA-1B49-EEA0-4B5C-A3F0D3DA99B4}"/>
                </a:ext>
              </a:extLst>
            </p:cNvPr>
            <p:cNvSpPr/>
            <p:nvPr/>
          </p:nvSpPr>
          <p:spPr>
            <a:xfrm>
              <a:off x="319526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cxnSp>
        <p:nvCxnSpPr>
          <p:cNvPr id="43" name="Conector recto 42">
            <a:extLst>
              <a:ext uri="{FF2B5EF4-FFF2-40B4-BE49-F238E27FC236}">
                <a16:creationId xmlns:a16="http://schemas.microsoft.com/office/drawing/2014/main" id="{937D17B6-84F0-BB94-1D75-838061B6AEF4}"/>
              </a:ext>
            </a:extLst>
          </p:cNvPr>
          <p:cNvCxnSpPr>
            <a:cxnSpLocks/>
          </p:cNvCxnSpPr>
          <p:nvPr/>
        </p:nvCxnSpPr>
        <p:spPr>
          <a:xfrm flipV="1">
            <a:off x="1058238" y="3580545"/>
            <a:ext cx="2897313" cy="2714946"/>
          </a:xfrm>
          <a:prstGeom prst="line">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E4FEB846-C85B-D21D-3739-6CE8C5A3BB91}"/>
                  </a:ext>
                </a:extLst>
              </p:cNvPr>
              <p:cNvSpPr txBox="1"/>
              <p:nvPr/>
            </p:nvSpPr>
            <p:spPr>
              <a:xfrm>
                <a:off x="3692068" y="3385335"/>
                <a:ext cx="13580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solidFill>
                              <a:latin typeface="Cambria Math" panose="02040503050406030204" pitchFamily="18" charset="0"/>
                            </a:rPr>
                          </m:ctrlPr>
                        </m:sSubPr>
                        <m:e>
                          <m:r>
                            <a:rPr lang="es-MX" b="1" i="1">
                              <a:solidFill>
                                <a:schemeClr val="accent1"/>
                              </a:solidFill>
                              <a:latin typeface="Cambria Math" panose="02040503050406030204" pitchFamily="18" charset="0"/>
                            </a:rPr>
                            <m:t>𝒉</m:t>
                          </m:r>
                        </m:e>
                        <m:sub>
                          <m:r>
                            <a:rPr lang="es-MX" b="1" i="1">
                              <a:solidFill>
                                <a:schemeClr val="accent1"/>
                              </a:solidFill>
                              <a:latin typeface="Cambria Math" panose="02040503050406030204" pitchFamily="18" charset="0"/>
                              <a:ea typeface="Cambria Math" panose="02040503050406030204" pitchFamily="18" charset="0"/>
                            </a:rPr>
                            <m:t>𝜽</m:t>
                          </m:r>
                        </m:sub>
                      </m:sSub>
                      <m:d>
                        <m:dPr>
                          <m:ctrlPr>
                            <a:rPr lang="es-MX" b="1" i="1">
                              <a:solidFill>
                                <a:schemeClr val="accent1"/>
                              </a:solidFill>
                              <a:latin typeface="Cambria Math" panose="02040503050406030204" pitchFamily="18" charset="0"/>
                            </a:rPr>
                          </m:ctrlPr>
                        </m:dPr>
                        <m:e>
                          <m:r>
                            <a:rPr lang="es-MX" b="1" i="1">
                              <a:solidFill>
                                <a:schemeClr val="accent1"/>
                              </a:solidFill>
                              <a:latin typeface="Cambria Math" panose="02040503050406030204" pitchFamily="18" charset="0"/>
                            </a:rPr>
                            <m:t>𝒙</m:t>
                          </m:r>
                        </m:e>
                      </m:d>
                    </m:oMath>
                  </m:oMathPara>
                </a14:m>
                <a:endParaRPr lang="es-MX" dirty="0">
                  <a:solidFill>
                    <a:schemeClr val="accent1"/>
                  </a:solidFill>
                </a:endParaRPr>
              </a:p>
            </p:txBody>
          </p:sp>
        </mc:Choice>
        <mc:Fallback xmlns="">
          <p:sp>
            <p:nvSpPr>
              <p:cNvPr id="46" name="CuadroTexto 45">
                <a:extLst>
                  <a:ext uri="{FF2B5EF4-FFF2-40B4-BE49-F238E27FC236}">
                    <a16:creationId xmlns:a16="http://schemas.microsoft.com/office/drawing/2014/main" id="{E4FEB846-C85B-D21D-3739-6CE8C5A3BB91}"/>
                  </a:ext>
                </a:extLst>
              </p:cNvPr>
              <p:cNvSpPr txBox="1">
                <a:spLocks noRot="1" noChangeAspect="1" noMove="1" noResize="1" noEditPoints="1" noAdjustHandles="1" noChangeArrowheads="1" noChangeShapeType="1" noTextEdit="1"/>
              </p:cNvSpPr>
              <p:nvPr/>
            </p:nvSpPr>
            <p:spPr>
              <a:xfrm>
                <a:off x="3692068" y="3385335"/>
                <a:ext cx="1358092" cy="369332"/>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4F237EE2-FA2B-EE8D-5F6C-369912F807AB}"/>
                  </a:ext>
                </a:extLst>
              </p:cNvPr>
              <p:cNvSpPr txBox="1"/>
              <p:nvPr/>
            </p:nvSpPr>
            <p:spPr>
              <a:xfrm>
                <a:off x="5044292" y="2923863"/>
                <a:ext cx="2103415" cy="369332"/>
              </a:xfrm>
              <a:prstGeom prst="rect">
                <a:avLst/>
              </a:prstGeom>
              <a:noFill/>
            </p:spPr>
            <p:txBody>
              <a:bodyPr wrap="square">
                <a:spAutoFit/>
              </a:bodyPr>
              <a:lstStyle/>
              <a:p>
                <a:pPr marL="0" indent="0" algn="just">
                  <a:buNone/>
                </a:pPr>
                <a14:m>
                  <m:oMathPara xmlns:m="http://schemas.openxmlformats.org/officeDocument/2006/math">
                    <m:oMathParaPr>
                      <m:jc m:val="centerGroup"/>
                    </m:oMathParaPr>
                    <m:oMath xmlns:m="http://schemas.openxmlformats.org/officeDocument/2006/math">
                      <m:sSub>
                        <m:sSubPr>
                          <m:ctrlPr>
                            <a:rPr lang="es-MX" b="1" i="1" smtClean="0">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rPr>
                            <m:t>𝒉</m:t>
                          </m:r>
                        </m:e>
                        <m:sub>
                          <m:r>
                            <a:rPr lang="es-MX" b="1" i="1">
                              <a:solidFill>
                                <a:srgbClr val="000000"/>
                              </a:solidFill>
                              <a:latin typeface="Cambria Math" panose="02040503050406030204" pitchFamily="18" charset="0"/>
                              <a:ea typeface="Cambria Math" panose="02040503050406030204" pitchFamily="18" charset="0"/>
                            </a:rPr>
                            <m:t>𝜽</m:t>
                          </m:r>
                        </m:sub>
                      </m:sSub>
                      <m:d>
                        <m:dPr>
                          <m:ctrlPr>
                            <a:rPr lang="es-MX" b="1" i="1">
                              <a:solidFill>
                                <a:srgbClr val="000000"/>
                              </a:solidFill>
                              <a:latin typeface="Cambria Math" panose="02040503050406030204" pitchFamily="18" charset="0"/>
                            </a:rPr>
                          </m:ctrlPr>
                        </m:dPr>
                        <m:e>
                          <m:r>
                            <a:rPr lang="es-MX" b="1" i="1">
                              <a:solidFill>
                                <a:srgbClr val="000000"/>
                              </a:solidFill>
                              <a:latin typeface="Cambria Math" panose="02040503050406030204" pitchFamily="18" charset="0"/>
                            </a:rPr>
                            <m:t>𝒙</m:t>
                          </m:r>
                        </m:e>
                      </m:d>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𝟎</m:t>
                          </m:r>
                        </m:sub>
                      </m:sSub>
                      <m:r>
                        <a:rPr lang="es-MX" b="1" i="1">
                          <a:solidFill>
                            <a:srgbClr val="000000"/>
                          </a:solidFill>
                          <a:latin typeface="Cambria Math" panose="02040503050406030204" pitchFamily="18" charset="0"/>
                        </a:rPr>
                        <m:t>+</m:t>
                      </m:r>
                      <m:sSub>
                        <m:sSubPr>
                          <m:ctrlPr>
                            <a:rPr lang="es-MX" b="1" i="1">
                              <a:solidFill>
                                <a:srgbClr val="000000"/>
                              </a:solidFill>
                              <a:latin typeface="Cambria Math" panose="02040503050406030204" pitchFamily="18" charset="0"/>
                            </a:rPr>
                          </m:ctrlPr>
                        </m:sSubPr>
                        <m:e>
                          <m:r>
                            <a:rPr lang="es-MX" b="1" i="1">
                              <a:solidFill>
                                <a:srgbClr val="000000"/>
                              </a:solidFill>
                              <a:latin typeface="Cambria Math" panose="02040503050406030204" pitchFamily="18" charset="0"/>
                              <a:ea typeface="Cambria Math" panose="02040503050406030204" pitchFamily="18" charset="0"/>
                            </a:rPr>
                            <m:t>𝜽</m:t>
                          </m:r>
                        </m:e>
                        <m:sub>
                          <m:r>
                            <a:rPr lang="es-MX" b="1" i="1">
                              <a:solidFill>
                                <a:srgbClr val="000000"/>
                              </a:solidFill>
                              <a:latin typeface="Cambria Math" panose="02040503050406030204" pitchFamily="18" charset="0"/>
                            </a:rPr>
                            <m:t>𝟏</m:t>
                          </m:r>
                        </m:sub>
                      </m:sSub>
                      <m:r>
                        <a:rPr lang="es-MX" b="1" i="1">
                          <a:solidFill>
                            <a:srgbClr val="000000"/>
                          </a:solidFill>
                          <a:latin typeface="Cambria Math" panose="02040503050406030204" pitchFamily="18" charset="0"/>
                        </a:rPr>
                        <m:t>𝒙</m:t>
                      </m:r>
                    </m:oMath>
                  </m:oMathPara>
                </a14:m>
                <a:endParaRPr lang="es-ES_tradnl" dirty="0">
                  <a:solidFill>
                    <a:srgbClr val="000000"/>
                  </a:solidFill>
                </a:endParaRPr>
              </a:p>
            </p:txBody>
          </p:sp>
        </mc:Choice>
        <mc:Fallback xmlns="">
          <p:sp>
            <p:nvSpPr>
              <p:cNvPr id="48" name="CuadroTexto 47">
                <a:extLst>
                  <a:ext uri="{FF2B5EF4-FFF2-40B4-BE49-F238E27FC236}">
                    <a16:creationId xmlns:a16="http://schemas.microsoft.com/office/drawing/2014/main" id="{4F237EE2-FA2B-EE8D-5F6C-369912F807AB}"/>
                  </a:ext>
                </a:extLst>
              </p:cNvPr>
              <p:cNvSpPr txBox="1">
                <a:spLocks noRot="1" noChangeAspect="1" noMove="1" noResize="1" noEditPoints="1" noAdjustHandles="1" noChangeArrowheads="1" noChangeShapeType="1" noTextEdit="1"/>
              </p:cNvSpPr>
              <p:nvPr/>
            </p:nvSpPr>
            <p:spPr>
              <a:xfrm>
                <a:off x="5044292" y="2923863"/>
                <a:ext cx="2103415" cy="369332"/>
              </a:xfrm>
              <a:prstGeom prst="rect">
                <a:avLst/>
              </a:prstGeom>
              <a:blipFill>
                <a:blip r:embed="rId5"/>
                <a:stretch>
                  <a:fillRect b="-1667"/>
                </a:stretch>
              </a:blipFill>
            </p:spPr>
            <p:txBody>
              <a:bodyPr/>
              <a:lstStyle/>
              <a:p>
                <a:r>
                  <a:rPr lang="es-MX">
                    <a:noFill/>
                  </a:rPr>
                  <a:t> </a:t>
                </a:r>
              </a:p>
            </p:txBody>
          </p:sp>
        </mc:Fallback>
      </mc:AlternateContent>
      <p:cxnSp>
        <p:nvCxnSpPr>
          <p:cNvPr id="49" name="Conector recto 48">
            <a:extLst>
              <a:ext uri="{FF2B5EF4-FFF2-40B4-BE49-F238E27FC236}">
                <a16:creationId xmlns:a16="http://schemas.microsoft.com/office/drawing/2014/main" id="{87E3721D-9365-655C-72D7-D630D254EFD9}"/>
              </a:ext>
            </a:extLst>
          </p:cNvPr>
          <p:cNvCxnSpPr>
            <a:cxnSpLocks/>
          </p:cNvCxnSpPr>
          <p:nvPr/>
        </p:nvCxnSpPr>
        <p:spPr>
          <a:xfrm flipV="1">
            <a:off x="6825686" y="4846980"/>
            <a:ext cx="3580994" cy="1446912"/>
          </a:xfrm>
          <a:prstGeom prst="line">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96FF480D-E196-BC06-AE8E-8B282B318FBD}"/>
                  </a:ext>
                </a:extLst>
              </p:cNvPr>
              <p:cNvSpPr txBox="1"/>
              <p:nvPr/>
            </p:nvSpPr>
            <p:spPr>
              <a:xfrm>
                <a:off x="10124227" y="4537265"/>
                <a:ext cx="13580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solidFill>
                              <a:latin typeface="Cambria Math" panose="02040503050406030204" pitchFamily="18" charset="0"/>
                            </a:rPr>
                          </m:ctrlPr>
                        </m:sSubPr>
                        <m:e>
                          <m:r>
                            <a:rPr lang="es-MX" b="1" i="1">
                              <a:solidFill>
                                <a:schemeClr val="accent1"/>
                              </a:solidFill>
                              <a:latin typeface="Cambria Math" panose="02040503050406030204" pitchFamily="18" charset="0"/>
                            </a:rPr>
                            <m:t>𝒉</m:t>
                          </m:r>
                        </m:e>
                        <m:sub>
                          <m:r>
                            <a:rPr lang="es-MX" b="1" i="1">
                              <a:solidFill>
                                <a:schemeClr val="accent1"/>
                              </a:solidFill>
                              <a:latin typeface="Cambria Math" panose="02040503050406030204" pitchFamily="18" charset="0"/>
                              <a:ea typeface="Cambria Math" panose="02040503050406030204" pitchFamily="18" charset="0"/>
                            </a:rPr>
                            <m:t>𝜽</m:t>
                          </m:r>
                        </m:sub>
                      </m:sSub>
                      <m:d>
                        <m:dPr>
                          <m:ctrlPr>
                            <a:rPr lang="es-MX" b="1" i="1">
                              <a:solidFill>
                                <a:schemeClr val="accent1"/>
                              </a:solidFill>
                              <a:latin typeface="Cambria Math" panose="02040503050406030204" pitchFamily="18" charset="0"/>
                            </a:rPr>
                          </m:ctrlPr>
                        </m:dPr>
                        <m:e>
                          <m:r>
                            <a:rPr lang="es-MX" b="1" i="1">
                              <a:solidFill>
                                <a:schemeClr val="accent1"/>
                              </a:solidFill>
                              <a:latin typeface="Cambria Math" panose="02040503050406030204" pitchFamily="18" charset="0"/>
                            </a:rPr>
                            <m:t>𝒙</m:t>
                          </m:r>
                        </m:e>
                      </m:d>
                    </m:oMath>
                  </m:oMathPara>
                </a14:m>
                <a:endParaRPr lang="es-MX" dirty="0">
                  <a:solidFill>
                    <a:schemeClr val="accent1"/>
                  </a:solidFill>
                </a:endParaRPr>
              </a:p>
            </p:txBody>
          </p:sp>
        </mc:Choice>
        <mc:Fallback xmlns="">
          <p:sp>
            <p:nvSpPr>
              <p:cNvPr id="51" name="CuadroTexto 50">
                <a:extLst>
                  <a:ext uri="{FF2B5EF4-FFF2-40B4-BE49-F238E27FC236}">
                    <a16:creationId xmlns:a16="http://schemas.microsoft.com/office/drawing/2014/main" id="{96FF480D-E196-BC06-AE8E-8B282B318FBD}"/>
                  </a:ext>
                </a:extLst>
              </p:cNvPr>
              <p:cNvSpPr txBox="1">
                <a:spLocks noRot="1" noChangeAspect="1" noMove="1" noResize="1" noEditPoints="1" noAdjustHandles="1" noChangeArrowheads="1" noChangeShapeType="1" noTextEdit="1"/>
              </p:cNvSpPr>
              <p:nvPr/>
            </p:nvSpPr>
            <p:spPr>
              <a:xfrm>
                <a:off x="10124227" y="4537265"/>
                <a:ext cx="1358092" cy="369332"/>
              </a:xfrm>
              <a:prstGeom prst="rect">
                <a:avLst/>
              </a:prstGeom>
              <a:blipFill>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461468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4A4E-0880-7369-FC1D-B9ADF9FEF12F}"/>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61726E5-216D-5893-E720-F1A6EDA24E18}"/>
              </a:ext>
            </a:extLst>
          </p:cNvPr>
          <p:cNvSpPr>
            <a:spLocks noGrp="1"/>
          </p:cNvSpPr>
          <p:nvPr>
            <p:ph idx="1"/>
          </p:nvPr>
        </p:nvSpPr>
        <p:spPr>
          <a:xfrm>
            <a:off x="951181" y="1207008"/>
            <a:ext cx="10361557" cy="4443984"/>
          </a:xfrm>
        </p:spPr>
        <p:txBody>
          <a:bodyPr/>
          <a:lstStyle/>
          <a:p>
            <a:pPr algn="just"/>
            <a:r>
              <a:rPr lang="es-MX" b="0" i="0" u="none" strike="noStrike" dirty="0">
                <a:solidFill>
                  <a:srgbClr val="000000"/>
                </a:solidFill>
                <a:effectLst/>
                <a:latin typeface="-webkit-standard"/>
              </a:rPr>
              <a:t>El objetivo de la regresión lineal es ajustar una línea (o un hiperplano en el caso de múltiples variables) a los datos de tal manera que se minimice el error entre las predicciones del modelo y los valores reales. </a:t>
            </a:r>
          </a:p>
          <a:p>
            <a:pPr algn="just"/>
            <a:r>
              <a:rPr lang="es-MX" b="0" i="0" u="none" strike="noStrike" dirty="0">
                <a:solidFill>
                  <a:srgbClr val="000000"/>
                </a:solidFill>
                <a:effectLst/>
                <a:latin typeface="-webkit-standard"/>
              </a:rPr>
              <a:t>Este error se mide generalmente mediante el </a:t>
            </a:r>
            <a:r>
              <a:rPr lang="es-MX" b="1" i="1" dirty="0">
                <a:solidFill>
                  <a:srgbClr val="000000"/>
                </a:solidFill>
                <a:latin typeface="-webkit-standard"/>
              </a:rPr>
              <a:t>E</a:t>
            </a:r>
            <a:r>
              <a:rPr lang="es-MX" b="1" i="1" u="none" strike="noStrike" dirty="0">
                <a:solidFill>
                  <a:srgbClr val="000000"/>
                </a:solidFill>
                <a:effectLst/>
                <a:latin typeface="-webkit-standard"/>
              </a:rPr>
              <a:t>rror </a:t>
            </a:r>
            <a:r>
              <a:rPr lang="es-MX" b="1" i="1" dirty="0">
                <a:solidFill>
                  <a:srgbClr val="000000"/>
                </a:solidFill>
                <a:latin typeface="-webkit-standard"/>
              </a:rPr>
              <a:t>C</a:t>
            </a:r>
            <a:r>
              <a:rPr lang="es-MX" b="1" i="1" u="none" strike="noStrike" dirty="0">
                <a:solidFill>
                  <a:srgbClr val="000000"/>
                </a:solidFill>
                <a:effectLst/>
                <a:latin typeface="-webkit-standard"/>
              </a:rPr>
              <a:t>uadrático </a:t>
            </a:r>
            <a:r>
              <a:rPr lang="es-MX" b="1" i="1" dirty="0">
                <a:solidFill>
                  <a:srgbClr val="000000"/>
                </a:solidFill>
                <a:latin typeface="-webkit-standard"/>
              </a:rPr>
              <a:t>M</a:t>
            </a:r>
            <a:r>
              <a:rPr lang="es-MX" b="1" i="1" u="none" strike="noStrike" dirty="0">
                <a:solidFill>
                  <a:srgbClr val="000000"/>
                </a:solidFill>
                <a:effectLst/>
                <a:latin typeface="-webkit-standard"/>
              </a:rPr>
              <a:t>edio </a:t>
            </a:r>
            <a:r>
              <a:rPr lang="es-MX" b="0" i="0" u="none" strike="noStrike" dirty="0">
                <a:solidFill>
                  <a:srgbClr val="000000"/>
                </a:solidFill>
                <a:effectLst/>
                <a:latin typeface="-webkit-standard"/>
              </a:rPr>
              <a:t>(</a:t>
            </a:r>
            <a:r>
              <a:rPr lang="es-MX" b="1" i="1" u="none" strike="noStrike" dirty="0">
                <a:solidFill>
                  <a:srgbClr val="000000"/>
                </a:solidFill>
                <a:effectLst/>
                <a:latin typeface="-webkit-standard"/>
              </a:rPr>
              <a:t>MSE</a:t>
            </a:r>
            <a:r>
              <a:rPr lang="es-MX" b="0" i="0" u="none" strike="noStrike" dirty="0">
                <a:solidFill>
                  <a:srgbClr val="000000"/>
                </a:solidFill>
                <a:effectLst/>
                <a:latin typeface="-webkit-standard"/>
              </a:rPr>
              <a:t>), que es la media de los cuadrados de las diferencias entre los valores predichos y los valores reales.</a:t>
            </a:r>
            <a:endParaRPr lang="es-ES_tradnl" sz="2400" dirty="0"/>
          </a:p>
        </p:txBody>
      </p:sp>
      <p:pic>
        <p:nvPicPr>
          <p:cNvPr id="3074" name="Picture 2" descr="Evaluando los modelos de regresión – Juan Barrios">
            <a:extLst>
              <a:ext uri="{FF2B5EF4-FFF2-40B4-BE49-F238E27FC236}">
                <a16:creationId xmlns:a16="http://schemas.microsoft.com/office/drawing/2014/main" id="{C8FC33AA-F0E8-8138-1339-3D30584CE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6959" y="4058078"/>
            <a:ext cx="3810000" cy="1104900"/>
          </a:xfrm>
          <a:prstGeom prst="rect">
            <a:avLst/>
          </a:prstGeom>
          <a:noFill/>
          <a:extLst>
            <a:ext uri="{909E8E84-426E-40DD-AFC4-6F175D3DCCD1}">
              <a14:hiddenFill xmlns:a14="http://schemas.microsoft.com/office/drawing/2010/main">
                <a:solidFill>
                  <a:srgbClr val="FFFFFF"/>
                </a:solidFill>
              </a14:hiddenFill>
            </a:ext>
          </a:extLst>
        </p:spPr>
      </p:pic>
      <p:sp>
        <p:nvSpPr>
          <p:cNvPr id="6" name="Título 1">
            <a:extLst>
              <a:ext uri="{FF2B5EF4-FFF2-40B4-BE49-F238E27FC236}">
                <a16:creationId xmlns:a16="http://schemas.microsoft.com/office/drawing/2014/main" id="{58969F8A-74EB-ECA0-EF26-244364A81A41}"/>
              </a:ext>
            </a:extLst>
          </p:cNvPr>
          <p:cNvSpPr txBox="1">
            <a:spLocks/>
          </p:cNvSpPr>
          <p:nvPr/>
        </p:nvSpPr>
        <p:spPr>
          <a:xfrm>
            <a:off x="879261" y="96012"/>
            <a:ext cx="10802455"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es-ES_tradnl"/>
              <a:t>Modelo de regresión lineal | </a:t>
            </a:r>
            <a:r>
              <a:rPr lang="es-ES_tradnl" sz="3200"/>
              <a:t>Función de coste</a:t>
            </a:r>
            <a:endParaRPr lang="es-ES_tradnl" dirty="0"/>
          </a:p>
        </p:txBody>
      </p:sp>
    </p:spTree>
    <p:extLst>
      <p:ext uri="{BB962C8B-B14F-4D97-AF65-F5344CB8AC3E}">
        <p14:creationId xmlns:p14="http://schemas.microsoft.com/office/powerpoint/2010/main" val="1770755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DF57-C061-A1DC-9444-771A270212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02F16E-1B8D-79F6-B68E-44FB8D0F6B97}"/>
              </a:ext>
            </a:extLst>
          </p:cNvPr>
          <p:cNvSpPr>
            <a:spLocks noGrp="1"/>
          </p:cNvSpPr>
          <p:nvPr>
            <p:ph type="title"/>
          </p:nvPr>
        </p:nvSpPr>
        <p:spPr>
          <a:xfrm>
            <a:off x="879261" y="96012"/>
            <a:ext cx="10802455" cy="1179576"/>
          </a:xfrm>
        </p:spPr>
        <p:txBody>
          <a:bodyPr>
            <a:normAutofit/>
          </a:bodyPr>
          <a:lstStyle/>
          <a:p>
            <a:r>
              <a:rPr lang="es-ES_tradnl" dirty="0"/>
              <a:t>Modelo de regresión lineal | </a:t>
            </a:r>
            <a:r>
              <a:rPr lang="es-ES_tradnl" sz="3200" dirty="0"/>
              <a:t>Función de coste</a:t>
            </a:r>
            <a:endParaRPr lang="es-ES_tradnl" dirty="0"/>
          </a:p>
        </p:txBody>
      </p:sp>
      <p:sp>
        <p:nvSpPr>
          <p:cNvPr id="45" name="CuadroTexto 44">
            <a:extLst>
              <a:ext uri="{FF2B5EF4-FFF2-40B4-BE49-F238E27FC236}">
                <a16:creationId xmlns:a16="http://schemas.microsoft.com/office/drawing/2014/main" id="{5DE836D2-836F-769C-D9E8-C4363EAA7A89}"/>
              </a:ext>
            </a:extLst>
          </p:cNvPr>
          <p:cNvSpPr txBox="1"/>
          <p:nvPr/>
        </p:nvSpPr>
        <p:spPr>
          <a:xfrm>
            <a:off x="6564762" y="1083607"/>
            <a:ext cx="3010753" cy="369332"/>
          </a:xfrm>
          <a:prstGeom prst="rect">
            <a:avLst/>
          </a:prstGeom>
          <a:noFill/>
        </p:spPr>
        <p:txBody>
          <a:bodyPr wrap="square" rtlCol="0">
            <a:spAutoFit/>
          </a:bodyPr>
          <a:lstStyle/>
          <a:p>
            <a:r>
              <a:rPr lang="es-MX" dirty="0"/>
              <a:t>Mean Square Error (MSE)</a:t>
            </a:r>
          </a:p>
        </p:txBody>
      </p: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95F5C671-559F-6937-0468-8585A6DF2EB2}"/>
                  </a:ext>
                </a:extLst>
              </p:cNvPr>
              <p:cNvSpPr txBox="1"/>
              <p:nvPr/>
            </p:nvSpPr>
            <p:spPr>
              <a:xfrm>
                <a:off x="6506793" y="1458874"/>
                <a:ext cx="4204421" cy="10065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400" b="1" i="1" smtClean="0">
                          <a:solidFill>
                            <a:schemeClr val="accent1">
                              <a:lumMod val="50000"/>
                            </a:schemeClr>
                          </a:solidFill>
                          <a:latin typeface="Cambria Math" panose="02040503050406030204" pitchFamily="18" charset="0"/>
                        </a:rPr>
                        <m:t>𝒋</m:t>
                      </m:r>
                      <m:d>
                        <m:dPr>
                          <m:ctrlPr>
                            <a:rPr lang="es-MX" sz="2400" b="1" i="1" smtClean="0">
                              <a:solidFill>
                                <a:schemeClr val="accent1">
                                  <a:lumMod val="50000"/>
                                </a:schemeClr>
                              </a:solidFill>
                              <a:latin typeface="Cambria Math" panose="02040503050406030204" pitchFamily="18" charset="0"/>
                            </a:rPr>
                          </m:ctrlPr>
                        </m:dPr>
                        <m:e>
                          <m:r>
                            <a:rPr lang="es-MX" sz="2400" b="1" i="1" smtClean="0">
                              <a:solidFill>
                                <a:schemeClr val="accent1">
                                  <a:lumMod val="50000"/>
                                </a:schemeClr>
                              </a:solidFill>
                              <a:latin typeface="Cambria Math" panose="02040503050406030204" pitchFamily="18" charset="0"/>
                              <a:ea typeface="Cambria Math" panose="02040503050406030204" pitchFamily="18" charset="0"/>
                            </a:rPr>
                            <m:t>𝜽</m:t>
                          </m:r>
                        </m:e>
                      </m:d>
                      <m:r>
                        <a:rPr lang="es-MX" sz="2400" b="1" i="1" smtClean="0">
                          <a:solidFill>
                            <a:schemeClr val="accent1">
                              <a:lumMod val="50000"/>
                            </a:schemeClr>
                          </a:solidFill>
                          <a:latin typeface="Cambria Math" panose="02040503050406030204" pitchFamily="18" charset="0"/>
                          <a:ea typeface="Cambria Math" panose="02040503050406030204" pitchFamily="18" charset="0"/>
                        </a:rPr>
                        <m:t>=</m:t>
                      </m:r>
                      <m:f>
                        <m:fPr>
                          <m:ctrlPr>
                            <a:rPr lang="es-MX" sz="2400" b="1" i="1" smtClean="0">
                              <a:solidFill>
                                <a:schemeClr val="accent1">
                                  <a:lumMod val="50000"/>
                                </a:schemeClr>
                              </a:solidFill>
                              <a:latin typeface="Cambria Math" panose="02040503050406030204" pitchFamily="18" charset="0"/>
                              <a:ea typeface="Cambria Math" panose="02040503050406030204" pitchFamily="18" charset="0"/>
                            </a:rPr>
                          </m:ctrlPr>
                        </m:fPr>
                        <m:num>
                          <m:r>
                            <a:rPr lang="es-MX" sz="2400" b="1" i="1" smtClean="0">
                              <a:solidFill>
                                <a:schemeClr val="accent1">
                                  <a:lumMod val="50000"/>
                                </a:schemeClr>
                              </a:solidFill>
                              <a:latin typeface="Cambria Math" panose="02040503050406030204" pitchFamily="18" charset="0"/>
                              <a:ea typeface="Cambria Math" panose="02040503050406030204" pitchFamily="18" charset="0"/>
                            </a:rPr>
                            <m:t>𝟏</m:t>
                          </m:r>
                        </m:num>
                        <m:den>
                          <m:r>
                            <a:rPr lang="es-MX" sz="2400" b="1" i="1" smtClean="0">
                              <a:solidFill>
                                <a:schemeClr val="accent1">
                                  <a:lumMod val="50000"/>
                                </a:schemeClr>
                              </a:solidFill>
                              <a:latin typeface="Cambria Math" panose="02040503050406030204" pitchFamily="18" charset="0"/>
                              <a:ea typeface="Cambria Math" panose="02040503050406030204" pitchFamily="18" charset="0"/>
                            </a:rPr>
                            <m:t>𝟐</m:t>
                          </m:r>
                          <m:r>
                            <a:rPr lang="es-MX" sz="2400" b="1" i="1" smtClean="0">
                              <a:solidFill>
                                <a:schemeClr val="accent1">
                                  <a:lumMod val="50000"/>
                                </a:schemeClr>
                              </a:solidFill>
                              <a:latin typeface="Cambria Math" panose="02040503050406030204" pitchFamily="18" charset="0"/>
                              <a:ea typeface="Cambria Math" panose="02040503050406030204" pitchFamily="18" charset="0"/>
                            </a:rPr>
                            <m:t>𝒏</m:t>
                          </m:r>
                        </m:den>
                      </m:f>
                      <m:nary>
                        <m:naryPr>
                          <m:chr m:val="∑"/>
                          <m:ctrlPr>
                            <a:rPr lang="es-MX" sz="2400" b="1"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MX" sz="2400" b="1" i="1" smtClean="0">
                              <a:solidFill>
                                <a:schemeClr val="accent1">
                                  <a:lumMod val="50000"/>
                                </a:schemeClr>
                              </a:solidFill>
                              <a:latin typeface="Cambria Math" panose="02040503050406030204" pitchFamily="18" charset="0"/>
                              <a:ea typeface="Cambria Math" panose="02040503050406030204" pitchFamily="18" charset="0"/>
                            </a:rPr>
                            <m:t>𝒊</m:t>
                          </m:r>
                          <m:r>
                            <a:rPr lang="es-MX" sz="2400" b="1" i="1" smtClean="0">
                              <a:solidFill>
                                <a:schemeClr val="accent1">
                                  <a:lumMod val="50000"/>
                                </a:schemeClr>
                              </a:solidFill>
                              <a:latin typeface="Cambria Math" panose="02040503050406030204" pitchFamily="18" charset="0"/>
                              <a:ea typeface="Cambria Math" panose="02040503050406030204" pitchFamily="18" charset="0"/>
                            </a:rPr>
                            <m:t>=</m:t>
                          </m:r>
                          <m:r>
                            <a:rPr lang="es-MX" sz="2400" b="1" i="1" smtClean="0">
                              <a:solidFill>
                                <a:schemeClr val="accent1">
                                  <a:lumMod val="50000"/>
                                </a:schemeClr>
                              </a:solidFill>
                              <a:latin typeface="Cambria Math" panose="02040503050406030204" pitchFamily="18" charset="0"/>
                              <a:ea typeface="Cambria Math" panose="02040503050406030204" pitchFamily="18" charset="0"/>
                            </a:rPr>
                            <m:t>𝟏</m:t>
                          </m:r>
                        </m:sub>
                        <m:sup>
                          <m:r>
                            <a:rPr lang="es-MX" sz="2400" b="1" i="1" smtClean="0">
                              <a:solidFill>
                                <a:schemeClr val="accent1">
                                  <a:lumMod val="50000"/>
                                </a:schemeClr>
                              </a:solidFill>
                              <a:latin typeface="Cambria Math" panose="02040503050406030204" pitchFamily="18" charset="0"/>
                              <a:ea typeface="Cambria Math" panose="02040503050406030204" pitchFamily="18" charset="0"/>
                            </a:rPr>
                            <m:t>𝒏</m:t>
                          </m:r>
                        </m:sup>
                        <m:e>
                          <m:sSup>
                            <m:sSupPr>
                              <m:ctrlPr>
                                <a:rPr lang="es-MX" sz="2400"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MX" sz="2400" b="1" i="1">
                                  <a:solidFill>
                                    <a:schemeClr val="accent1">
                                      <a:lumMod val="50000"/>
                                    </a:schemeClr>
                                  </a:solidFill>
                                  <a:latin typeface="Cambria Math" panose="02040503050406030204" pitchFamily="18" charset="0"/>
                                  <a:ea typeface="Cambria Math" panose="02040503050406030204" pitchFamily="18" charset="0"/>
                                </a:rPr>
                                <m:t>(</m:t>
                              </m:r>
                              <m:sSup>
                                <m:sSupPr>
                                  <m:ctrlPr>
                                    <a:rPr lang="es-MX" sz="2400" b="1" i="1">
                                      <a:solidFill>
                                        <a:schemeClr val="accent1">
                                          <a:lumMod val="50000"/>
                                        </a:schemeClr>
                                      </a:solidFill>
                                      <a:latin typeface="Cambria Math" panose="02040503050406030204" pitchFamily="18" charset="0"/>
                                      <a:ea typeface="Cambria Math" panose="02040503050406030204" pitchFamily="18" charset="0"/>
                                    </a:rPr>
                                  </m:ctrlPr>
                                </m:sSupPr>
                                <m:e>
                                  <m:r>
                                    <a:rPr lang="es-MX" sz="2400" b="1" i="1">
                                      <a:solidFill>
                                        <a:schemeClr val="accent1">
                                          <a:lumMod val="50000"/>
                                        </a:schemeClr>
                                      </a:solidFill>
                                      <a:latin typeface="Cambria Math" panose="02040503050406030204" pitchFamily="18" charset="0"/>
                                      <a:ea typeface="Cambria Math" panose="02040503050406030204" pitchFamily="18" charset="0"/>
                                    </a:rPr>
                                    <m:t>𝒚</m:t>
                                  </m:r>
                                </m:e>
                                <m:sup>
                                  <m:d>
                                    <m:dPr>
                                      <m:ctrlPr>
                                        <a:rPr lang="es-MX" sz="2400" b="1" i="1">
                                          <a:solidFill>
                                            <a:schemeClr val="accent1">
                                              <a:lumMod val="50000"/>
                                            </a:schemeClr>
                                          </a:solidFill>
                                          <a:latin typeface="Cambria Math" panose="02040503050406030204" pitchFamily="18" charset="0"/>
                                          <a:ea typeface="Cambria Math" panose="02040503050406030204" pitchFamily="18" charset="0"/>
                                        </a:rPr>
                                      </m:ctrlPr>
                                    </m:dPr>
                                    <m:e>
                                      <m:r>
                                        <a:rPr lang="es-MX" sz="2400" b="1" i="1">
                                          <a:solidFill>
                                            <a:schemeClr val="accent1">
                                              <a:lumMod val="50000"/>
                                            </a:schemeClr>
                                          </a:solidFill>
                                          <a:latin typeface="Cambria Math" panose="02040503050406030204" pitchFamily="18" charset="0"/>
                                          <a:ea typeface="Cambria Math" panose="02040503050406030204" pitchFamily="18" charset="0"/>
                                        </a:rPr>
                                        <m:t>𝒊</m:t>
                                      </m:r>
                                    </m:e>
                                  </m:d>
                                </m:sup>
                              </m:sSup>
                              <m:r>
                                <a:rPr lang="es-MX" sz="2400" b="1" i="1">
                                  <a:solidFill>
                                    <a:schemeClr val="accent1">
                                      <a:lumMod val="50000"/>
                                    </a:schemeClr>
                                  </a:solidFill>
                                  <a:latin typeface="Cambria Math" panose="02040503050406030204" pitchFamily="18" charset="0"/>
                                  <a:ea typeface="Cambria Math" panose="02040503050406030204" pitchFamily="18" charset="0"/>
                                </a:rPr>
                                <m:t>−</m:t>
                              </m:r>
                              <m:sSub>
                                <m:sSubPr>
                                  <m:ctrlPr>
                                    <a:rPr lang="es-MX" sz="2400" b="1" i="1">
                                      <a:solidFill>
                                        <a:schemeClr val="accent1">
                                          <a:lumMod val="50000"/>
                                        </a:schemeClr>
                                      </a:solidFill>
                                      <a:latin typeface="Cambria Math" panose="02040503050406030204" pitchFamily="18" charset="0"/>
                                      <a:ea typeface="Cambria Math" panose="02040503050406030204" pitchFamily="18" charset="0"/>
                                    </a:rPr>
                                  </m:ctrlPr>
                                </m:sSubPr>
                                <m:e>
                                  <m:r>
                                    <a:rPr lang="es-MX" sz="2400" b="1" i="1">
                                      <a:solidFill>
                                        <a:schemeClr val="accent1">
                                          <a:lumMod val="50000"/>
                                        </a:schemeClr>
                                      </a:solidFill>
                                      <a:latin typeface="Cambria Math" panose="02040503050406030204" pitchFamily="18" charset="0"/>
                                      <a:ea typeface="Cambria Math" panose="02040503050406030204" pitchFamily="18" charset="0"/>
                                    </a:rPr>
                                    <m:t>𝒉</m:t>
                                  </m:r>
                                </m:e>
                                <m:sub>
                                  <m:r>
                                    <a:rPr lang="es-MX" sz="2400" b="1" i="1">
                                      <a:solidFill>
                                        <a:schemeClr val="accent1">
                                          <a:lumMod val="50000"/>
                                        </a:schemeClr>
                                      </a:solidFill>
                                      <a:latin typeface="Cambria Math" panose="02040503050406030204" pitchFamily="18" charset="0"/>
                                      <a:ea typeface="Cambria Math" panose="02040503050406030204" pitchFamily="18" charset="0"/>
                                    </a:rPr>
                                    <m:t>𝜽</m:t>
                                  </m:r>
                                </m:sub>
                              </m:sSub>
                              <m:d>
                                <m:dPr>
                                  <m:ctrlPr>
                                    <a:rPr lang="es-MX" sz="2400"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MX" sz="2400" b="1" i="1">
                                          <a:solidFill>
                                            <a:schemeClr val="accent1">
                                              <a:lumMod val="50000"/>
                                            </a:schemeClr>
                                          </a:solidFill>
                                          <a:latin typeface="Cambria Math" panose="02040503050406030204" pitchFamily="18" charset="0"/>
                                          <a:ea typeface="Cambria Math" panose="02040503050406030204" pitchFamily="18" charset="0"/>
                                        </a:rPr>
                                      </m:ctrlPr>
                                    </m:sSupPr>
                                    <m:e>
                                      <m:r>
                                        <a:rPr lang="es-MX" sz="2400" b="1" i="1">
                                          <a:solidFill>
                                            <a:schemeClr val="accent1">
                                              <a:lumMod val="50000"/>
                                            </a:schemeClr>
                                          </a:solidFill>
                                          <a:latin typeface="Cambria Math" panose="02040503050406030204" pitchFamily="18" charset="0"/>
                                          <a:ea typeface="Cambria Math" panose="02040503050406030204" pitchFamily="18" charset="0"/>
                                        </a:rPr>
                                        <m:t>𝒙</m:t>
                                      </m:r>
                                    </m:e>
                                    <m:sup>
                                      <m:d>
                                        <m:dPr>
                                          <m:ctrlPr>
                                            <a:rPr lang="es-MX" sz="2400" b="1" i="1">
                                              <a:solidFill>
                                                <a:schemeClr val="accent1">
                                                  <a:lumMod val="50000"/>
                                                </a:schemeClr>
                                              </a:solidFill>
                                              <a:latin typeface="Cambria Math" panose="02040503050406030204" pitchFamily="18" charset="0"/>
                                              <a:ea typeface="Cambria Math" panose="02040503050406030204" pitchFamily="18" charset="0"/>
                                            </a:rPr>
                                          </m:ctrlPr>
                                        </m:dPr>
                                        <m:e>
                                          <m:r>
                                            <a:rPr lang="es-MX" sz="2400" b="1" i="1">
                                              <a:solidFill>
                                                <a:schemeClr val="accent1">
                                                  <a:lumMod val="50000"/>
                                                </a:schemeClr>
                                              </a:solidFill>
                                              <a:latin typeface="Cambria Math" panose="02040503050406030204" pitchFamily="18" charset="0"/>
                                              <a:ea typeface="Cambria Math" panose="02040503050406030204" pitchFamily="18" charset="0"/>
                                            </a:rPr>
                                            <m:t>𝒊</m:t>
                                          </m:r>
                                        </m:e>
                                      </m:d>
                                    </m:sup>
                                  </m:sSup>
                                </m:e>
                              </m:d>
                              <m:r>
                                <a:rPr lang="es-MX" sz="2400" b="1" i="1" smtClean="0">
                                  <a:solidFill>
                                    <a:schemeClr val="accent1">
                                      <a:lumMod val="50000"/>
                                    </a:schemeClr>
                                  </a:solidFill>
                                  <a:latin typeface="Cambria Math" panose="02040503050406030204" pitchFamily="18" charset="0"/>
                                  <a:ea typeface="Cambria Math" panose="02040503050406030204" pitchFamily="18" charset="0"/>
                                </a:rPr>
                                <m:t>)</m:t>
                              </m:r>
                            </m:e>
                            <m:sup>
                              <m:r>
                                <a:rPr lang="es-MX" sz="2400" b="1" i="1" smtClean="0">
                                  <a:solidFill>
                                    <a:schemeClr val="accent1">
                                      <a:lumMod val="50000"/>
                                    </a:schemeClr>
                                  </a:solidFill>
                                  <a:latin typeface="Cambria Math" panose="02040503050406030204" pitchFamily="18" charset="0"/>
                                  <a:ea typeface="Cambria Math" panose="02040503050406030204" pitchFamily="18" charset="0"/>
                                </a:rPr>
                                <m:t>𝟐</m:t>
                              </m:r>
                            </m:sup>
                          </m:sSup>
                        </m:e>
                      </m:nary>
                    </m:oMath>
                  </m:oMathPara>
                </a14:m>
                <a:endParaRPr lang="es-MX" sz="2400" b="1" dirty="0">
                  <a:solidFill>
                    <a:schemeClr val="accent1">
                      <a:lumMod val="50000"/>
                    </a:schemeClr>
                  </a:solidFill>
                </a:endParaRPr>
              </a:p>
            </p:txBody>
          </p:sp>
        </mc:Choice>
        <mc:Fallback xmlns="">
          <p:sp>
            <p:nvSpPr>
              <p:cNvPr id="47" name="CuadroTexto 46">
                <a:extLst>
                  <a:ext uri="{FF2B5EF4-FFF2-40B4-BE49-F238E27FC236}">
                    <a16:creationId xmlns:a16="http://schemas.microsoft.com/office/drawing/2014/main" id="{95F5C671-559F-6937-0468-8585A6DF2EB2}"/>
                  </a:ext>
                </a:extLst>
              </p:cNvPr>
              <p:cNvSpPr txBox="1">
                <a:spLocks noRot="1" noChangeAspect="1" noMove="1" noResize="1" noEditPoints="1" noAdjustHandles="1" noChangeArrowheads="1" noChangeShapeType="1" noTextEdit="1"/>
              </p:cNvSpPr>
              <p:nvPr/>
            </p:nvSpPr>
            <p:spPr>
              <a:xfrm>
                <a:off x="6506793" y="1458874"/>
                <a:ext cx="4204421" cy="1006558"/>
              </a:xfrm>
              <a:prstGeom prst="rect">
                <a:avLst/>
              </a:prstGeom>
              <a:blipFill>
                <a:blip r:embed="rId3"/>
                <a:stretch>
                  <a:fillRect/>
                </a:stretch>
              </a:blipFill>
            </p:spPr>
            <p:txBody>
              <a:bodyPr/>
              <a:lstStyle/>
              <a:p>
                <a:r>
                  <a:rPr lang="es-MX">
                    <a:noFill/>
                  </a:rPr>
                  <a:t> </a:t>
                </a:r>
              </a:p>
            </p:txBody>
          </p:sp>
        </mc:Fallback>
      </mc:AlternateContent>
      <p:grpSp>
        <p:nvGrpSpPr>
          <p:cNvPr id="75" name="Grupo 74">
            <a:extLst>
              <a:ext uri="{FF2B5EF4-FFF2-40B4-BE49-F238E27FC236}">
                <a16:creationId xmlns:a16="http://schemas.microsoft.com/office/drawing/2014/main" id="{8A02A2FC-197B-ED9E-8BF9-907F96DE38AC}"/>
              </a:ext>
            </a:extLst>
          </p:cNvPr>
          <p:cNvGrpSpPr/>
          <p:nvPr/>
        </p:nvGrpSpPr>
        <p:grpSpPr>
          <a:xfrm>
            <a:off x="220673" y="1345221"/>
            <a:ext cx="6011470" cy="3269483"/>
            <a:chOff x="220673" y="1345221"/>
            <a:chExt cx="6011470" cy="3269483"/>
          </a:xfrm>
        </p:grpSpPr>
        <p:grpSp>
          <p:nvGrpSpPr>
            <p:cNvPr id="10" name="Grupo 9">
              <a:extLst>
                <a:ext uri="{FF2B5EF4-FFF2-40B4-BE49-F238E27FC236}">
                  <a16:creationId xmlns:a16="http://schemas.microsoft.com/office/drawing/2014/main" id="{AE7B8081-2D85-0130-1133-FF8509C9D115}"/>
                </a:ext>
              </a:extLst>
            </p:cNvPr>
            <p:cNvGrpSpPr/>
            <p:nvPr/>
          </p:nvGrpSpPr>
          <p:grpSpPr>
            <a:xfrm>
              <a:off x="770339" y="1345221"/>
              <a:ext cx="3945499" cy="3269483"/>
              <a:chOff x="725595" y="3387902"/>
              <a:chExt cx="4729982" cy="3269483"/>
            </a:xfrm>
          </p:grpSpPr>
          <p:cxnSp>
            <p:nvCxnSpPr>
              <p:cNvPr id="5" name="Conector recto 4">
                <a:extLst>
                  <a:ext uri="{FF2B5EF4-FFF2-40B4-BE49-F238E27FC236}">
                    <a16:creationId xmlns:a16="http://schemas.microsoft.com/office/drawing/2014/main" id="{8902D181-4420-8026-121C-2AEA89E8E353}"/>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CA8AB694-1E09-53D6-2F96-32939211883D}"/>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C37CAE02-C707-1DFE-D408-FFA8E35027FD}"/>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F2F89015-2960-3B9E-4521-D78E79ADE531}"/>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grpSp>
          <p:nvGrpSpPr>
            <p:cNvPr id="28" name="Grupo 27">
              <a:extLst>
                <a:ext uri="{FF2B5EF4-FFF2-40B4-BE49-F238E27FC236}">
                  <a16:creationId xmlns:a16="http://schemas.microsoft.com/office/drawing/2014/main" id="{B0CA5EC9-3792-68A1-32BB-2020E5FE4A23}"/>
                </a:ext>
              </a:extLst>
            </p:cNvPr>
            <p:cNvGrpSpPr/>
            <p:nvPr/>
          </p:nvGrpSpPr>
          <p:grpSpPr>
            <a:xfrm>
              <a:off x="1218532" y="1999623"/>
              <a:ext cx="2021475" cy="1848480"/>
              <a:chOff x="1321496" y="4319434"/>
              <a:chExt cx="2021475" cy="1848480"/>
            </a:xfrm>
          </p:grpSpPr>
          <p:sp>
            <p:nvSpPr>
              <p:cNvPr id="16" name="Elipse 15">
                <a:extLst>
                  <a:ext uri="{FF2B5EF4-FFF2-40B4-BE49-F238E27FC236}">
                    <a16:creationId xmlns:a16="http://schemas.microsoft.com/office/drawing/2014/main" id="{B9A87FD3-93C4-7C36-75AE-8A2BB641F6C3}"/>
                  </a:ext>
                </a:extLst>
              </p:cNvPr>
              <p:cNvSpPr/>
              <p:nvPr/>
            </p:nvSpPr>
            <p:spPr>
              <a:xfrm>
                <a:off x="1321496" y="597956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Elipse 16">
                <a:extLst>
                  <a:ext uri="{FF2B5EF4-FFF2-40B4-BE49-F238E27FC236}">
                    <a16:creationId xmlns:a16="http://schemas.microsoft.com/office/drawing/2014/main" id="{7A56A7D0-1B99-F6FF-0AE6-388738364F34}"/>
                  </a:ext>
                </a:extLst>
              </p:cNvPr>
              <p:cNvSpPr/>
              <p:nvPr/>
            </p:nvSpPr>
            <p:spPr>
              <a:xfrm>
                <a:off x="1584753" y="6024080"/>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Elipse 17">
                <a:extLst>
                  <a:ext uri="{FF2B5EF4-FFF2-40B4-BE49-F238E27FC236}">
                    <a16:creationId xmlns:a16="http://schemas.microsoft.com/office/drawing/2014/main" id="{E981B169-DE87-6085-91E7-844B4B604461}"/>
                  </a:ext>
                </a:extLst>
              </p:cNvPr>
              <p:cNvSpPr/>
              <p:nvPr/>
            </p:nvSpPr>
            <p:spPr>
              <a:xfrm>
                <a:off x="1556088" y="5649081"/>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Elipse 18">
                <a:extLst>
                  <a:ext uri="{FF2B5EF4-FFF2-40B4-BE49-F238E27FC236}">
                    <a16:creationId xmlns:a16="http://schemas.microsoft.com/office/drawing/2014/main" id="{1BE5DED3-5040-554E-433C-E61BA83C3E68}"/>
                  </a:ext>
                </a:extLst>
              </p:cNvPr>
              <p:cNvSpPr/>
              <p:nvPr/>
            </p:nvSpPr>
            <p:spPr>
              <a:xfrm>
                <a:off x="1794549" y="5750102"/>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Elipse 19">
                <a:extLst>
                  <a:ext uri="{FF2B5EF4-FFF2-40B4-BE49-F238E27FC236}">
                    <a16:creationId xmlns:a16="http://schemas.microsoft.com/office/drawing/2014/main" id="{90B38984-A3EB-7251-93DD-AE31E0A01FAD}"/>
                  </a:ext>
                </a:extLst>
              </p:cNvPr>
              <p:cNvSpPr/>
              <p:nvPr/>
            </p:nvSpPr>
            <p:spPr>
              <a:xfrm>
                <a:off x="1911434" y="5345543"/>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Elipse 20">
                <a:extLst>
                  <a:ext uri="{FF2B5EF4-FFF2-40B4-BE49-F238E27FC236}">
                    <a16:creationId xmlns:a16="http://schemas.microsoft.com/office/drawing/2014/main" id="{21F2ABEF-7246-46C0-052B-23734621A71E}"/>
                  </a:ext>
                </a:extLst>
              </p:cNvPr>
              <p:cNvSpPr/>
              <p:nvPr/>
            </p:nvSpPr>
            <p:spPr>
              <a:xfrm>
                <a:off x="2020801" y="499964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Elipse 21">
                <a:extLst>
                  <a:ext uri="{FF2B5EF4-FFF2-40B4-BE49-F238E27FC236}">
                    <a16:creationId xmlns:a16="http://schemas.microsoft.com/office/drawing/2014/main" id="{D69C5952-BD6F-D80E-4BE9-99781D650660}"/>
                  </a:ext>
                </a:extLst>
              </p:cNvPr>
              <p:cNvSpPr/>
              <p:nvPr/>
            </p:nvSpPr>
            <p:spPr>
              <a:xfrm>
                <a:off x="2338862" y="501223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Elipse 22">
                <a:extLst>
                  <a:ext uri="{FF2B5EF4-FFF2-40B4-BE49-F238E27FC236}">
                    <a16:creationId xmlns:a16="http://schemas.microsoft.com/office/drawing/2014/main" id="{F4348964-346E-4259-4A86-60DDEB6060BF}"/>
                  </a:ext>
                </a:extLst>
              </p:cNvPr>
              <p:cNvSpPr/>
              <p:nvPr/>
            </p:nvSpPr>
            <p:spPr>
              <a:xfrm>
                <a:off x="2374375" y="5330735"/>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Elipse 23">
                <a:extLst>
                  <a:ext uri="{FF2B5EF4-FFF2-40B4-BE49-F238E27FC236}">
                    <a16:creationId xmlns:a16="http://schemas.microsoft.com/office/drawing/2014/main" id="{1E1C3E96-C7DE-3231-B79B-857403581E0C}"/>
                  </a:ext>
                </a:extLst>
              </p:cNvPr>
              <p:cNvSpPr/>
              <p:nvPr/>
            </p:nvSpPr>
            <p:spPr>
              <a:xfrm>
                <a:off x="252208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Elipse 24">
                <a:extLst>
                  <a:ext uri="{FF2B5EF4-FFF2-40B4-BE49-F238E27FC236}">
                    <a16:creationId xmlns:a16="http://schemas.microsoft.com/office/drawing/2014/main" id="{4C9807F1-7CB6-E9B7-0F94-FC70E717AD53}"/>
                  </a:ext>
                </a:extLst>
              </p:cNvPr>
              <p:cNvSpPr/>
              <p:nvPr/>
            </p:nvSpPr>
            <p:spPr>
              <a:xfrm>
                <a:off x="2787055" y="4920017"/>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Elipse 25">
                <a:extLst>
                  <a:ext uri="{FF2B5EF4-FFF2-40B4-BE49-F238E27FC236}">
                    <a16:creationId xmlns:a16="http://schemas.microsoft.com/office/drawing/2014/main" id="{DFD0BFFD-D307-841A-F000-90B56F5EB31F}"/>
                  </a:ext>
                </a:extLst>
              </p:cNvPr>
              <p:cNvSpPr/>
              <p:nvPr/>
            </p:nvSpPr>
            <p:spPr>
              <a:xfrm>
                <a:off x="2934763" y="4319434"/>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Elipse 26">
                <a:extLst>
                  <a:ext uri="{FF2B5EF4-FFF2-40B4-BE49-F238E27FC236}">
                    <a16:creationId xmlns:a16="http://schemas.microsoft.com/office/drawing/2014/main" id="{12F474D0-D491-7EF4-F8F4-937823238D73}"/>
                  </a:ext>
                </a:extLst>
              </p:cNvPr>
              <p:cNvSpPr/>
              <p:nvPr/>
            </p:nvSpPr>
            <p:spPr>
              <a:xfrm>
                <a:off x="3195263" y="4534918"/>
                <a:ext cx="147708" cy="14383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39EF8024-BFF4-FEC5-9F42-066D27904B08}"/>
                    </a:ext>
                  </a:extLst>
                </p:cNvPr>
                <p:cNvSpPr txBox="1"/>
                <p:nvPr/>
              </p:nvSpPr>
              <p:spPr>
                <a:xfrm>
                  <a:off x="3920052" y="3009981"/>
                  <a:ext cx="13580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solidFill>
                                <a:latin typeface="Cambria Math" panose="02040503050406030204" pitchFamily="18" charset="0"/>
                              </a:rPr>
                            </m:ctrlPr>
                          </m:sSubPr>
                          <m:e>
                            <m:r>
                              <a:rPr lang="es-MX" b="1" i="1">
                                <a:solidFill>
                                  <a:schemeClr val="accent1"/>
                                </a:solidFill>
                                <a:latin typeface="Cambria Math" panose="02040503050406030204" pitchFamily="18" charset="0"/>
                              </a:rPr>
                              <m:t>𝒉</m:t>
                            </m:r>
                          </m:e>
                          <m:sub>
                            <m:r>
                              <a:rPr lang="es-MX" b="1" i="1">
                                <a:solidFill>
                                  <a:schemeClr val="accent1"/>
                                </a:solidFill>
                                <a:latin typeface="Cambria Math" panose="02040503050406030204" pitchFamily="18" charset="0"/>
                                <a:ea typeface="Cambria Math" panose="02040503050406030204" pitchFamily="18" charset="0"/>
                              </a:rPr>
                              <m:t>𝜽</m:t>
                            </m:r>
                          </m:sub>
                        </m:sSub>
                        <m:d>
                          <m:dPr>
                            <m:ctrlPr>
                              <a:rPr lang="es-MX" b="1" i="1">
                                <a:solidFill>
                                  <a:schemeClr val="accent1"/>
                                </a:solidFill>
                                <a:latin typeface="Cambria Math" panose="02040503050406030204" pitchFamily="18" charset="0"/>
                              </a:rPr>
                            </m:ctrlPr>
                          </m:dPr>
                          <m:e>
                            <m:r>
                              <a:rPr lang="es-MX" b="1" i="1">
                                <a:solidFill>
                                  <a:schemeClr val="accent1"/>
                                </a:solidFill>
                                <a:latin typeface="Cambria Math" panose="02040503050406030204" pitchFamily="18" charset="0"/>
                              </a:rPr>
                              <m:t>𝒙</m:t>
                            </m:r>
                          </m:e>
                        </m:d>
                      </m:oMath>
                    </m:oMathPara>
                  </a14:m>
                  <a:endParaRPr lang="es-MX" dirty="0">
                    <a:solidFill>
                      <a:schemeClr val="accent1"/>
                    </a:solidFill>
                  </a:endParaRPr>
                </a:p>
              </p:txBody>
            </p:sp>
          </mc:Choice>
          <mc:Fallback xmlns="">
            <p:sp>
              <p:nvSpPr>
                <p:cNvPr id="46" name="CuadroTexto 45">
                  <a:extLst>
                    <a:ext uri="{FF2B5EF4-FFF2-40B4-BE49-F238E27FC236}">
                      <a16:creationId xmlns:a16="http://schemas.microsoft.com/office/drawing/2014/main" id="{39EF8024-BFF4-FEC5-9F42-066D27904B08}"/>
                    </a:ext>
                  </a:extLst>
                </p:cNvPr>
                <p:cNvSpPr txBox="1">
                  <a:spLocks noRot="1" noChangeAspect="1" noMove="1" noResize="1" noEditPoints="1" noAdjustHandles="1" noChangeArrowheads="1" noChangeShapeType="1" noTextEdit="1"/>
                </p:cNvSpPr>
                <p:nvPr/>
              </p:nvSpPr>
              <p:spPr>
                <a:xfrm>
                  <a:off x="3920052" y="3009981"/>
                  <a:ext cx="1358092" cy="369332"/>
                </a:xfrm>
                <a:prstGeom prst="rect">
                  <a:avLst/>
                </a:prstGeom>
                <a:blipFill>
                  <a:blip r:embed="rId4"/>
                  <a:stretch>
                    <a:fillRect b="-1667"/>
                  </a:stretch>
                </a:blipFill>
              </p:spPr>
              <p:txBody>
                <a:bodyPr/>
                <a:lstStyle/>
                <a:p>
                  <a:r>
                    <a:rPr lang="es-MX">
                      <a:noFill/>
                    </a:rPr>
                    <a:t> </a:t>
                  </a:r>
                </a:p>
              </p:txBody>
            </p:sp>
          </mc:Fallback>
        </mc:AlternateContent>
        <p:cxnSp>
          <p:nvCxnSpPr>
            <p:cNvPr id="44" name="Conector recto 43">
              <a:extLst>
                <a:ext uri="{FF2B5EF4-FFF2-40B4-BE49-F238E27FC236}">
                  <a16:creationId xmlns:a16="http://schemas.microsoft.com/office/drawing/2014/main" id="{5F388696-6848-9508-CF25-B270AF770AA3}"/>
                </a:ext>
              </a:extLst>
            </p:cNvPr>
            <p:cNvCxnSpPr/>
            <p:nvPr/>
          </p:nvCxnSpPr>
          <p:spPr>
            <a:xfrm flipV="1">
              <a:off x="1047812" y="3246634"/>
              <a:ext cx="3170957" cy="100874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F71A5FD4-0BD2-85FD-3078-17CBF3391DC8}"/>
                    </a:ext>
                  </a:extLst>
                </p:cNvPr>
                <p:cNvSpPr txBox="1"/>
                <p:nvPr/>
              </p:nvSpPr>
              <p:spPr>
                <a:xfrm>
                  <a:off x="2833445" y="1606848"/>
                  <a:ext cx="8218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rgbClr val="7030A0"/>
                            </a:solidFill>
                            <a:latin typeface="Cambria Math" panose="02040503050406030204" pitchFamily="18" charset="0"/>
                          </a:rPr>
                          <m:t>(</m:t>
                        </m:r>
                        <m:sSup>
                          <m:sSupPr>
                            <m:ctrlPr>
                              <a:rPr lang="es-MX" b="0" i="1" smtClean="0">
                                <a:solidFill>
                                  <a:srgbClr val="7030A0"/>
                                </a:solidFill>
                                <a:latin typeface="Cambria Math" panose="02040503050406030204" pitchFamily="18" charset="0"/>
                              </a:rPr>
                            </m:ctrlPr>
                          </m:sSupPr>
                          <m:e>
                            <m:r>
                              <a:rPr lang="es-MX" b="0" i="1" smtClean="0">
                                <a:solidFill>
                                  <a:srgbClr val="7030A0"/>
                                </a:solidFill>
                                <a:latin typeface="Cambria Math" panose="02040503050406030204" pitchFamily="18" charset="0"/>
                              </a:rPr>
                              <m:t>𝑥</m:t>
                            </m:r>
                          </m:e>
                          <m:sup>
                            <m:r>
                              <a:rPr lang="es-MX" b="0" i="1" smtClean="0">
                                <a:solidFill>
                                  <a:srgbClr val="7030A0"/>
                                </a:solidFill>
                                <a:latin typeface="Cambria Math" panose="02040503050406030204" pitchFamily="18" charset="0"/>
                              </a:rPr>
                              <m:t>1</m:t>
                            </m:r>
                          </m:sup>
                        </m:sSup>
                        <m:r>
                          <a:rPr lang="es-MX" b="0" i="1" smtClean="0">
                            <a:solidFill>
                              <a:srgbClr val="7030A0"/>
                            </a:solidFill>
                            <a:latin typeface="Cambria Math" panose="02040503050406030204" pitchFamily="18" charset="0"/>
                          </a:rPr>
                          <m:t>, </m:t>
                        </m:r>
                        <m:sSup>
                          <m:sSupPr>
                            <m:ctrlPr>
                              <a:rPr lang="es-MX" b="0" i="1" smtClean="0">
                                <a:solidFill>
                                  <a:srgbClr val="7030A0"/>
                                </a:solidFill>
                                <a:latin typeface="Cambria Math" panose="02040503050406030204" pitchFamily="18" charset="0"/>
                              </a:rPr>
                            </m:ctrlPr>
                          </m:sSupPr>
                          <m:e>
                            <m:r>
                              <a:rPr lang="es-MX" b="0" i="1" smtClean="0">
                                <a:solidFill>
                                  <a:srgbClr val="7030A0"/>
                                </a:solidFill>
                                <a:latin typeface="Cambria Math" panose="02040503050406030204" pitchFamily="18" charset="0"/>
                              </a:rPr>
                              <m:t>𝑦</m:t>
                            </m:r>
                          </m:e>
                          <m:sup>
                            <m:r>
                              <a:rPr lang="es-MX" b="0" i="1" smtClean="0">
                                <a:solidFill>
                                  <a:srgbClr val="7030A0"/>
                                </a:solidFill>
                                <a:latin typeface="Cambria Math" panose="02040503050406030204" pitchFamily="18" charset="0"/>
                              </a:rPr>
                              <m:t>1</m:t>
                            </m:r>
                          </m:sup>
                        </m:sSup>
                        <m:r>
                          <a:rPr lang="es-MX" b="0" i="1" smtClean="0">
                            <a:solidFill>
                              <a:srgbClr val="7030A0"/>
                            </a:solidFill>
                            <a:latin typeface="Cambria Math" panose="02040503050406030204" pitchFamily="18" charset="0"/>
                          </a:rPr>
                          <m:t>)</m:t>
                        </m:r>
                      </m:oMath>
                    </m:oMathPara>
                  </a14:m>
                  <a:endParaRPr lang="es-MX" dirty="0">
                    <a:solidFill>
                      <a:srgbClr val="7030A0"/>
                    </a:solidFill>
                  </a:endParaRPr>
                </a:p>
              </p:txBody>
            </p:sp>
          </mc:Choice>
          <mc:Fallback xmlns="">
            <p:sp>
              <p:nvSpPr>
                <p:cNvPr id="50" name="CuadroTexto 49">
                  <a:extLst>
                    <a:ext uri="{FF2B5EF4-FFF2-40B4-BE49-F238E27FC236}">
                      <a16:creationId xmlns:a16="http://schemas.microsoft.com/office/drawing/2014/main" id="{F71A5FD4-0BD2-85FD-3078-17CBF3391DC8}"/>
                    </a:ext>
                  </a:extLst>
                </p:cNvPr>
                <p:cNvSpPr txBox="1">
                  <a:spLocks noRot="1" noChangeAspect="1" noMove="1" noResize="1" noEditPoints="1" noAdjustHandles="1" noChangeArrowheads="1" noChangeShapeType="1" noTextEdit="1"/>
                </p:cNvSpPr>
                <p:nvPr/>
              </p:nvSpPr>
              <p:spPr>
                <a:xfrm>
                  <a:off x="2833445" y="1606848"/>
                  <a:ext cx="821827" cy="276999"/>
                </a:xfrm>
                <a:prstGeom prst="rect">
                  <a:avLst/>
                </a:prstGeom>
                <a:blipFill>
                  <a:blip r:embed="rId5"/>
                  <a:stretch>
                    <a:fillRect l="-8889" t="-2222" r="-9630" b="-3777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CF57BCD3-2541-9573-07A7-D22AF9D270F0}"/>
                    </a:ext>
                  </a:extLst>
                </p:cNvPr>
                <p:cNvSpPr txBox="1"/>
                <p:nvPr/>
              </p:nvSpPr>
              <p:spPr>
                <a:xfrm>
                  <a:off x="1648673" y="2304564"/>
                  <a:ext cx="8317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rgbClr val="7030A0"/>
                            </a:solidFill>
                            <a:latin typeface="Cambria Math" panose="02040503050406030204" pitchFamily="18" charset="0"/>
                          </a:rPr>
                          <m:t>(</m:t>
                        </m:r>
                        <m:sSup>
                          <m:sSupPr>
                            <m:ctrlPr>
                              <a:rPr lang="es-MX" b="0" i="1" smtClean="0">
                                <a:solidFill>
                                  <a:srgbClr val="7030A0"/>
                                </a:solidFill>
                                <a:latin typeface="Cambria Math" panose="02040503050406030204" pitchFamily="18" charset="0"/>
                              </a:rPr>
                            </m:ctrlPr>
                          </m:sSupPr>
                          <m:e>
                            <m:r>
                              <a:rPr lang="es-MX" b="0" i="1" smtClean="0">
                                <a:solidFill>
                                  <a:srgbClr val="7030A0"/>
                                </a:solidFill>
                                <a:latin typeface="Cambria Math" panose="02040503050406030204" pitchFamily="18" charset="0"/>
                              </a:rPr>
                              <m:t>𝑥</m:t>
                            </m:r>
                          </m:e>
                          <m:sup>
                            <m:r>
                              <a:rPr lang="es-MX" b="0" i="1" smtClean="0">
                                <a:solidFill>
                                  <a:srgbClr val="7030A0"/>
                                </a:solidFill>
                                <a:latin typeface="Cambria Math" panose="02040503050406030204" pitchFamily="18" charset="0"/>
                              </a:rPr>
                              <m:t>2</m:t>
                            </m:r>
                          </m:sup>
                        </m:sSup>
                        <m:r>
                          <a:rPr lang="es-MX" b="0" i="1" smtClean="0">
                            <a:solidFill>
                              <a:srgbClr val="7030A0"/>
                            </a:solidFill>
                            <a:latin typeface="Cambria Math" panose="02040503050406030204" pitchFamily="18" charset="0"/>
                          </a:rPr>
                          <m:t>, </m:t>
                        </m:r>
                        <m:sSup>
                          <m:sSupPr>
                            <m:ctrlPr>
                              <a:rPr lang="es-MX" b="0" i="1" smtClean="0">
                                <a:solidFill>
                                  <a:srgbClr val="7030A0"/>
                                </a:solidFill>
                                <a:latin typeface="Cambria Math" panose="02040503050406030204" pitchFamily="18" charset="0"/>
                              </a:rPr>
                            </m:ctrlPr>
                          </m:sSupPr>
                          <m:e>
                            <m:r>
                              <a:rPr lang="es-MX" b="0" i="1" smtClean="0">
                                <a:solidFill>
                                  <a:srgbClr val="7030A0"/>
                                </a:solidFill>
                                <a:latin typeface="Cambria Math" panose="02040503050406030204" pitchFamily="18" charset="0"/>
                              </a:rPr>
                              <m:t>𝑦</m:t>
                            </m:r>
                          </m:e>
                          <m:sup>
                            <m:r>
                              <a:rPr lang="es-MX" b="0" i="1" smtClean="0">
                                <a:solidFill>
                                  <a:srgbClr val="7030A0"/>
                                </a:solidFill>
                                <a:latin typeface="Cambria Math" panose="02040503050406030204" pitchFamily="18" charset="0"/>
                              </a:rPr>
                              <m:t>2</m:t>
                            </m:r>
                          </m:sup>
                        </m:sSup>
                        <m:r>
                          <a:rPr lang="es-MX" b="0" i="1" smtClean="0">
                            <a:solidFill>
                              <a:srgbClr val="7030A0"/>
                            </a:solidFill>
                            <a:latin typeface="Cambria Math" panose="02040503050406030204" pitchFamily="18" charset="0"/>
                          </a:rPr>
                          <m:t>)</m:t>
                        </m:r>
                      </m:oMath>
                    </m:oMathPara>
                  </a14:m>
                  <a:endParaRPr lang="es-MX" dirty="0">
                    <a:solidFill>
                      <a:srgbClr val="7030A0"/>
                    </a:solidFill>
                  </a:endParaRPr>
                </a:p>
              </p:txBody>
            </p:sp>
          </mc:Choice>
          <mc:Fallback xmlns="">
            <p:sp>
              <p:nvSpPr>
                <p:cNvPr id="52" name="CuadroTexto 51">
                  <a:extLst>
                    <a:ext uri="{FF2B5EF4-FFF2-40B4-BE49-F238E27FC236}">
                      <a16:creationId xmlns:a16="http://schemas.microsoft.com/office/drawing/2014/main" id="{CF57BCD3-2541-9573-07A7-D22AF9D270F0}"/>
                    </a:ext>
                  </a:extLst>
                </p:cNvPr>
                <p:cNvSpPr txBox="1">
                  <a:spLocks noRot="1" noChangeAspect="1" noMove="1" noResize="1" noEditPoints="1" noAdjustHandles="1" noChangeArrowheads="1" noChangeShapeType="1" noTextEdit="1"/>
                </p:cNvSpPr>
                <p:nvPr/>
              </p:nvSpPr>
              <p:spPr>
                <a:xfrm>
                  <a:off x="1648673" y="2304564"/>
                  <a:ext cx="831702" cy="276999"/>
                </a:xfrm>
                <a:prstGeom prst="rect">
                  <a:avLst/>
                </a:prstGeom>
                <a:blipFill>
                  <a:blip r:embed="rId6"/>
                  <a:stretch>
                    <a:fillRect l="-9489" r="-9489" b="-3777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EB7BED9A-8A3A-4133-C827-77103A47070C}"/>
                    </a:ext>
                  </a:extLst>
                </p:cNvPr>
                <p:cNvSpPr txBox="1"/>
                <p:nvPr/>
              </p:nvSpPr>
              <p:spPr>
                <a:xfrm>
                  <a:off x="4218769" y="3626237"/>
                  <a:ext cx="20093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rPr>
                              <m:t>h</m:t>
                            </m:r>
                          </m:e>
                          <m:sub>
                            <m:r>
                              <a:rPr lang="es-MX" i="1" smtClean="0">
                                <a:solidFill>
                                  <a:schemeClr val="accent5"/>
                                </a:solidFill>
                                <a:latin typeface="Cambria Math" panose="02040503050406030204" pitchFamily="18" charset="0"/>
                                <a:ea typeface="Cambria Math" panose="02040503050406030204" pitchFamily="18" charset="0"/>
                              </a:rPr>
                              <m:t>𝜃</m:t>
                            </m:r>
                          </m:sub>
                        </m:sSub>
                        <m:d>
                          <m:dPr>
                            <m:ctrlPr>
                              <a:rPr lang="es-MX" b="0" i="1" smtClean="0">
                                <a:solidFill>
                                  <a:schemeClr val="accent5"/>
                                </a:solidFill>
                                <a:latin typeface="Cambria Math" panose="02040503050406030204" pitchFamily="18" charset="0"/>
                              </a:rPr>
                            </m:ctrlPr>
                          </m:dPr>
                          <m:e>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1</m:t>
                                </m:r>
                              </m:sup>
                            </m:sSup>
                          </m:e>
                        </m:d>
                        <m:r>
                          <a:rPr lang="es-MX" b="0" i="1" smtClean="0">
                            <a:solidFill>
                              <a:schemeClr val="accent5"/>
                            </a:solidFill>
                            <a:latin typeface="Cambria Math" panose="02040503050406030204" pitchFamily="18" charset="0"/>
                          </a:rPr>
                          <m:t>=</m:t>
                        </m:r>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0</m:t>
                            </m:r>
                          </m:sub>
                        </m:sSub>
                        <m:r>
                          <a:rPr lang="es-MX" b="0" i="1" smtClean="0">
                            <a:solidFill>
                              <a:schemeClr val="accent5"/>
                            </a:solidFill>
                            <a:latin typeface="Cambria Math" panose="02040503050406030204" pitchFamily="18" charset="0"/>
                          </a:rPr>
                          <m:t>+</m:t>
                        </m:r>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1</m:t>
                            </m:r>
                          </m:sub>
                        </m:sSub>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1</m:t>
                            </m:r>
                          </m:sup>
                        </m:sSup>
                      </m:oMath>
                    </m:oMathPara>
                  </a14:m>
                  <a:endParaRPr lang="es-MX" dirty="0">
                    <a:solidFill>
                      <a:schemeClr val="accent5"/>
                    </a:solidFill>
                  </a:endParaRPr>
                </a:p>
              </p:txBody>
            </p:sp>
          </mc:Choice>
          <mc:Fallback xmlns="">
            <p:sp>
              <p:nvSpPr>
                <p:cNvPr id="53" name="CuadroTexto 52">
                  <a:extLst>
                    <a:ext uri="{FF2B5EF4-FFF2-40B4-BE49-F238E27FC236}">
                      <a16:creationId xmlns:a16="http://schemas.microsoft.com/office/drawing/2014/main" id="{EB7BED9A-8A3A-4133-C827-77103A47070C}"/>
                    </a:ext>
                  </a:extLst>
                </p:cNvPr>
                <p:cNvSpPr txBox="1">
                  <a:spLocks noRot="1" noChangeAspect="1" noMove="1" noResize="1" noEditPoints="1" noAdjustHandles="1" noChangeArrowheads="1" noChangeShapeType="1" noTextEdit="1"/>
                </p:cNvSpPr>
                <p:nvPr/>
              </p:nvSpPr>
              <p:spPr>
                <a:xfrm>
                  <a:off x="4218769" y="3626237"/>
                  <a:ext cx="2009396" cy="276999"/>
                </a:xfrm>
                <a:prstGeom prst="rect">
                  <a:avLst/>
                </a:prstGeom>
                <a:blipFill>
                  <a:blip r:embed="rId7"/>
                  <a:stretch>
                    <a:fillRect l="-2424" r="-303" b="-20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24270D9C-AC71-F744-34E4-81E19F70638A}"/>
                    </a:ext>
                  </a:extLst>
                </p:cNvPr>
                <p:cNvSpPr txBox="1"/>
                <p:nvPr/>
              </p:nvSpPr>
              <p:spPr>
                <a:xfrm>
                  <a:off x="2804624" y="4298624"/>
                  <a:ext cx="299377" cy="276999"/>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1</m:t>
                            </m:r>
                          </m:sup>
                        </m:sSup>
                      </m:oMath>
                    </m:oMathPara>
                  </a14:m>
                  <a:endParaRPr lang="es-MX" dirty="0">
                    <a:solidFill>
                      <a:srgbClr val="7030A0"/>
                    </a:solidFill>
                  </a:endParaRPr>
                </a:p>
              </p:txBody>
            </p:sp>
          </mc:Choice>
          <mc:Fallback xmlns="">
            <p:sp>
              <p:nvSpPr>
                <p:cNvPr id="55" name="CuadroTexto 54">
                  <a:extLst>
                    <a:ext uri="{FF2B5EF4-FFF2-40B4-BE49-F238E27FC236}">
                      <a16:creationId xmlns:a16="http://schemas.microsoft.com/office/drawing/2014/main" id="{24270D9C-AC71-F744-34E4-81E19F70638A}"/>
                    </a:ext>
                  </a:extLst>
                </p:cNvPr>
                <p:cNvSpPr txBox="1">
                  <a:spLocks noRot="1" noChangeAspect="1" noMove="1" noResize="1" noEditPoints="1" noAdjustHandles="1" noChangeArrowheads="1" noChangeShapeType="1" noTextEdit="1"/>
                </p:cNvSpPr>
                <p:nvPr/>
              </p:nvSpPr>
              <p:spPr>
                <a:xfrm>
                  <a:off x="2804624" y="4298624"/>
                  <a:ext cx="299377" cy="276999"/>
                </a:xfrm>
                <a:prstGeom prst="rect">
                  <a:avLst/>
                </a:prstGeom>
                <a:blipFill>
                  <a:blip r:embed="rId8"/>
                  <a:stretch>
                    <a:fillRect l="-10204" r="-4082"/>
                  </a:stretch>
                </a:blipFill>
                <a:ln>
                  <a:no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1EE737F6-4F77-28DD-06B1-EF3F9490B191}"/>
                    </a:ext>
                  </a:extLst>
                </p:cNvPr>
                <p:cNvSpPr txBox="1"/>
                <p:nvPr/>
              </p:nvSpPr>
              <p:spPr>
                <a:xfrm>
                  <a:off x="2341779" y="4296540"/>
                  <a:ext cx="3043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2</m:t>
                            </m:r>
                          </m:sup>
                        </m:sSup>
                      </m:oMath>
                    </m:oMathPara>
                  </a14:m>
                  <a:endParaRPr lang="es-MX" dirty="0">
                    <a:solidFill>
                      <a:srgbClr val="7030A0"/>
                    </a:solidFill>
                  </a:endParaRPr>
                </a:p>
              </p:txBody>
            </p:sp>
          </mc:Choice>
          <mc:Fallback xmlns="">
            <p:sp>
              <p:nvSpPr>
                <p:cNvPr id="56" name="CuadroTexto 55">
                  <a:extLst>
                    <a:ext uri="{FF2B5EF4-FFF2-40B4-BE49-F238E27FC236}">
                      <a16:creationId xmlns:a16="http://schemas.microsoft.com/office/drawing/2014/main" id="{1EE737F6-4F77-28DD-06B1-EF3F9490B191}"/>
                    </a:ext>
                  </a:extLst>
                </p:cNvPr>
                <p:cNvSpPr txBox="1">
                  <a:spLocks noRot="1" noChangeAspect="1" noMove="1" noResize="1" noEditPoints="1" noAdjustHandles="1" noChangeArrowheads="1" noChangeShapeType="1" noTextEdit="1"/>
                </p:cNvSpPr>
                <p:nvPr/>
              </p:nvSpPr>
              <p:spPr>
                <a:xfrm>
                  <a:off x="2341779" y="4296540"/>
                  <a:ext cx="304314" cy="276999"/>
                </a:xfrm>
                <a:prstGeom prst="rect">
                  <a:avLst/>
                </a:prstGeom>
                <a:blipFill>
                  <a:blip r:embed="rId9"/>
                  <a:stretch>
                    <a:fillRect l="-10000" r="-4000" b="-2222"/>
                  </a:stretch>
                </a:blipFill>
              </p:spPr>
              <p:txBody>
                <a:bodyPr/>
                <a:lstStyle/>
                <a:p>
                  <a:r>
                    <a:rPr lang="es-MX">
                      <a:noFill/>
                    </a:rPr>
                    <a:t> </a:t>
                  </a:r>
                </a:p>
              </p:txBody>
            </p:sp>
          </mc:Fallback>
        </mc:AlternateContent>
        <p:cxnSp>
          <p:nvCxnSpPr>
            <p:cNvPr id="58" name="Conector recto 57">
              <a:extLst>
                <a:ext uri="{FF2B5EF4-FFF2-40B4-BE49-F238E27FC236}">
                  <a16:creationId xmlns:a16="http://schemas.microsoft.com/office/drawing/2014/main" id="{A4C7DB53-5669-B01C-3856-8E92E97C051D}"/>
                </a:ext>
              </a:extLst>
            </p:cNvPr>
            <p:cNvCxnSpPr>
              <a:cxnSpLocks/>
              <a:endCxn id="26" idx="4"/>
            </p:cNvCxnSpPr>
            <p:nvPr/>
          </p:nvCxnSpPr>
          <p:spPr>
            <a:xfrm flipH="1" flipV="1">
              <a:off x="2905653" y="2143457"/>
              <a:ext cx="7567" cy="2134619"/>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 name="Conector recto 58">
              <a:extLst>
                <a:ext uri="{FF2B5EF4-FFF2-40B4-BE49-F238E27FC236}">
                  <a16:creationId xmlns:a16="http://schemas.microsoft.com/office/drawing/2014/main" id="{D9F79236-905E-72E7-2461-5807F7E5B303}"/>
                </a:ext>
              </a:extLst>
            </p:cNvPr>
            <p:cNvCxnSpPr>
              <a:cxnSpLocks/>
            </p:cNvCxnSpPr>
            <p:nvPr/>
          </p:nvCxnSpPr>
          <p:spPr>
            <a:xfrm flipH="1" flipV="1">
              <a:off x="2488281" y="2315761"/>
              <a:ext cx="1981" cy="1960231"/>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1" name="Conector recto 60">
              <a:extLst>
                <a:ext uri="{FF2B5EF4-FFF2-40B4-BE49-F238E27FC236}">
                  <a16:creationId xmlns:a16="http://schemas.microsoft.com/office/drawing/2014/main" id="{3C4633BA-3F53-2B29-8E9D-3F56BFC5DF35}"/>
                </a:ext>
              </a:extLst>
            </p:cNvPr>
            <p:cNvCxnSpPr>
              <a:cxnSpLocks/>
            </p:cNvCxnSpPr>
            <p:nvPr/>
          </p:nvCxnSpPr>
          <p:spPr>
            <a:xfrm flipH="1">
              <a:off x="1027264" y="2276751"/>
              <a:ext cx="1445161"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3" name="Conector recto 62">
              <a:extLst>
                <a:ext uri="{FF2B5EF4-FFF2-40B4-BE49-F238E27FC236}">
                  <a16:creationId xmlns:a16="http://schemas.microsoft.com/office/drawing/2014/main" id="{DFE0DEFB-1B18-7B24-CE26-F8EC3D278ED3}"/>
                </a:ext>
              </a:extLst>
            </p:cNvPr>
            <p:cNvCxnSpPr>
              <a:cxnSpLocks/>
            </p:cNvCxnSpPr>
            <p:nvPr/>
          </p:nvCxnSpPr>
          <p:spPr>
            <a:xfrm flipH="1" flipV="1">
              <a:off x="1036997" y="2068621"/>
              <a:ext cx="1816433" cy="1267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Conector recto 66">
              <a:extLst>
                <a:ext uri="{FF2B5EF4-FFF2-40B4-BE49-F238E27FC236}">
                  <a16:creationId xmlns:a16="http://schemas.microsoft.com/office/drawing/2014/main" id="{A0E99CCC-FC23-344D-CD78-1F51BB936DE7}"/>
                </a:ext>
              </a:extLst>
            </p:cNvPr>
            <p:cNvCxnSpPr>
              <a:cxnSpLocks/>
            </p:cNvCxnSpPr>
            <p:nvPr/>
          </p:nvCxnSpPr>
          <p:spPr>
            <a:xfrm flipH="1">
              <a:off x="1027263" y="3803583"/>
              <a:ext cx="1445161"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8" name="Conector recto 67">
              <a:extLst>
                <a:ext uri="{FF2B5EF4-FFF2-40B4-BE49-F238E27FC236}">
                  <a16:creationId xmlns:a16="http://schemas.microsoft.com/office/drawing/2014/main" id="{AA5ADEF3-A06C-03E5-B0C2-6F462EC97893}"/>
                </a:ext>
              </a:extLst>
            </p:cNvPr>
            <p:cNvCxnSpPr>
              <a:cxnSpLocks/>
            </p:cNvCxnSpPr>
            <p:nvPr/>
          </p:nvCxnSpPr>
          <p:spPr>
            <a:xfrm flipH="1" flipV="1">
              <a:off x="1076383" y="3659401"/>
              <a:ext cx="1816433" cy="1267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D86012C1-684A-5D99-FBEF-5B1FCBE176BF}"/>
                    </a:ext>
                  </a:extLst>
                </p:cNvPr>
                <p:cNvSpPr txBox="1"/>
                <p:nvPr/>
              </p:nvSpPr>
              <p:spPr>
                <a:xfrm>
                  <a:off x="223078" y="3406854"/>
                  <a:ext cx="8533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rPr>
                              <m:t>h</m:t>
                            </m:r>
                          </m:e>
                          <m:sub>
                            <m:r>
                              <a:rPr lang="es-MX" i="1" smtClean="0">
                                <a:solidFill>
                                  <a:schemeClr val="accent5"/>
                                </a:solidFill>
                                <a:latin typeface="Cambria Math" panose="02040503050406030204" pitchFamily="18" charset="0"/>
                                <a:ea typeface="Cambria Math" panose="02040503050406030204" pitchFamily="18" charset="0"/>
                              </a:rPr>
                              <m:t>𝜃</m:t>
                            </m:r>
                          </m:sub>
                        </m:sSub>
                        <m:d>
                          <m:dPr>
                            <m:ctrlPr>
                              <a:rPr lang="es-MX" b="0" i="1" smtClean="0">
                                <a:solidFill>
                                  <a:schemeClr val="accent5"/>
                                </a:solidFill>
                                <a:latin typeface="Cambria Math" panose="02040503050406030204" pitchFamily="18" charset="0"/>
                              </a:rPr>
                            </m:ctrlPr>
                          </m:dPr>
                          <m:e>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1</m:t>
                                </m:r>
                              </m:sup>
                            </m:sSup>
                          </m:e>
                        </m:d>
                      </m:oMath>
                    </m:oMathPara>
                  </a14:m>
                  <a:endParaRPr lang="es-MX" dirty="0"/>
                </a:p>
              </p:txBody>
            </p:sp>
          </mc:Choice>
          <mc:Fallback xmlns="">
            <p:sp>
              <p:nvSpPr>
                <p:cNvPr id="70" name="CuadroTexto 69">
                  <a:extLst>
                    <a:ext uri="{FF2B5EF4-FFF2-40B4-BE49-F238E27FC236}">
                      <a16:creationId xmlns:a16="http://schemas.microsoft.com/office/drawing/2014/main" id="{D86012C1-684A-5D99-FBEF-5B1FCBE176BF}"/>
                    </a:ext>
                  </a:extLst>
                </p:cNvPr>
                <p:cNvSpPr txBox="1">
                  <a:spLocks noRot="1" noChangeAspect="1" noMove="1" noResize="1" noEditPoints="1" noAdjustHandles="1" noChangeArrowheads="1" noChangeShapeType="1" noTextEdit="1"/>
                </p:cNvSpPr>
                <p:nvPr/>
              </p:nvSpPr>
              <p:spPr>
                <a:xfrm>
                  <a:off x="223078" y="3406854"/>
                  <a:ext cx="853304" cy="369332"/>
                </a:xfrm>
                <a:prstGeom prst="rect">
                  <a:avLst/>
                </a:prstGeom>
                <a:blipFill>
                  <a:blip r:embed="rId10"/>
                  <a:stretch>
                    <a:fillRect b="-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1" name="CuadroTexto 70">
                  <a:extLst>
                    <a:ext uri="{FF2B5EF4-FFF2-40B4-BE49-F238E27FC236}">
                      <a16:creationId xmlns:a16="http://schemas.microsoft.com/office/drawing/2014/main" id="{A5082B21-C966-4E6E-0DF1-BFADA03AE42D}"/>
                    </a:ext>
                  </a:extLst>
                </p:cNvPr>
                <p:cNvSpPr txBox="1"/>
                <p:nvPr/>
              </p:nvSpPr>
              <p:spPr>
                <a:xfrm>
                  <a:off x="220673" y="3722167"/>
                  <a:ext cx="85330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rPr>
                              <m:t>h</m:t>
                            </m:r>
                          </m:e>
                          <m:sub>
                            <m:r>
                              <a:rPr lang="es-MX" i="1" smtClean="0">
                                <a:solidFill>
                                  <a:schemeClr val="accent5"/>
                                </a:solidFill>
                                <a:latin typeface="Cambria Math" panose="02040503050406030204" pitchFamily="18" charset="0"/>
                                <a:ea typeface="Cambria Math" panose="02040503050406030204" pitchFamily="18" charset="0"/>
                              </a:rPr>
                              <m:t>𝜃</m:t>
                            </m:r>
                          </m:sub>
                        </m:sSub>
                        <m:d>
                          <m:dPr>
                            <m:ctrlPr>
                              <a:rPr lang="es-MX" b="0" i="1" smtClean="0">
                                <a:solidFill>
                                  <a:schemeClr val="accent5"/>
                                </a:solidFill>
                                <a:latin typeface="Cambria Math" panose="02040503050406030204" pitchFamily="18" charset="0"/>
                              </a:rPr>
                            </m:ctrlPr>
                          </m:dPr>
                          <m:e>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2</m:t>
                                </m:r>
                              </m:sup>
                            </m:sSup>
                          </m:e>
                        </m:d>
                      </m:oMath>
                    </m:oMathPara>
                  </a14:m>
                  <a:endParaRPr lang="es-MX" dirty="0"/>
                </a:p>
              </p:txBody>
            </p:sp>
          </mc:Choice>
          <mc:Fallback xmlns="">
            <p:sp>
              <p:nvSpPr>
                <p:cNvPr id="71" name="CuadroTexto 70">
                  <a:extLst>
                    <a:ext uri="{FF2B5EF4-FFF2-40B4-BE49-F238E27FC236}">
                      <a16:creationId xmlns:a16="http://schemas.microsoft.com/office/drawing/2014/main" id="{A5082B21-C966-4E6E-0DF1-BFADA03AE42D}"/>
                    </a:ext>
                  </a:extLst>
                </p:cNvPr>
                <p:cNvSpPr txBox="1">
                  <a:spLocks noRot="1" noChangeAspect="1" noMove="1" noResize="1" noEditPoints="1" noAdjustHandles="1" noChangeArrowheads="1" noChangeShapeType="1" noTextEdit="1"/>
                </p:cNvSpPr>
                <p:nvPr/>
              </p:nvSpPr>
              <p:spPr>
                <a:xfrm>
                  <a:off x="220673" y="3722167"/>
                  <a:ext cx="853304" cy="369332"/>
                </a:xfrm>
                <a:prstGeom prst="rect">
                  <a:avLst/>
                </a:prstGeom>
                <a:blipFill>
                  <a:blip r:embed="rId11"/>
                  <a:stretch>
                    <a:fillRect b="-1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C1D1B476-3E52-1E07-5DF3-5E2798E95110}"/>
                    </a:ext>
                  </a:extLst>
                </p:cNvPr>
                <p:cNvSpPr txBox="1"/>
                <p:nvPr/>
              </p:nvSpPr>
              <p:spPr>
                <a:xfrm>
                  <a:off x="741743" y="1811055"/>
                  <a:ext cx="3044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𝑦</m:t>
                            </m:r>
                          </m:e>
                          <m:sup>
                            <m:r>
                              <a:rPr lang="es-MX" b="0" i="1" smtClean="0">
                                <a:solidFill>
                                  <a:schemeClr val="accent5"/>
                                </a:solidFill>
                                <a:latin typeface="Cambria Math" panose="02040503050406030204" pitchFamily="18" charset="0"/>
                              </a:rPr>
                              <m:t>1</m:t>
                            </m:r>
                          </m:sup>
                        </m:sSup>
                      </m:oMath>
                    </m:oMathPara>
                  </a14:m>
                  <a:endParaRPr lang="es-MX" dirty="0"/>
                </a:p>
              </p:txBody>
            </p:sp>
          </mc:Choice>
          <mc:Fallback xmlns="">
            <p:sp>
              <p:nvSpPr>
                <p:cNvPr id="72" name="CuadroTexto 71">
                  <a:extLst>
                    <a:ext uri="{FF2B5EF4-FFF2-40B4-BE49-F238E27FC236}">
                      <a16:creationId xmlns:a16="http://schemas.microsoft.com/office/drawing/2014/main" id="{C1D1B476-3E52-1E07-5DF3-5E2798E95110}"/>
                    </a:ext>
                  </a:extLst>
                </p:cNvPr>
                <p:cNvSpPr txBox="1">
                  <a:spLocks noRot="1" noChangeAspect="1" noMove="1" noResize="1" noEditPoints="1" noAdjustHandles="1" noChangeArrowheads="1" noChangeShapeType="1" noTextEdit="1"/>
                </p:cNvSpPr>
                <p:nvPr/>
              </p:nvSpPr>
              <p:spPr>
                <a:xfrm>
                  <a:off x="741743" y="1811055"/>
                  <a:ext cx="304442" cy="276999"/>
                </a:xfrm>
                <a:prstGeom prst="rect">
                  <a:avLst/>
                </a:prstGeom>
                <a:blipFill>
                  <a:blip r:embed="rId12"/>
                  <a:stretch>
                    <a:fillRect l="-18000" r="-4000" b="-260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89887821-DB9C-331C-2712-79AC56B3D9CC}"/>
                    </a:ext>
                  </a:extLst>
                </p:cNvPr>
                <p:cNvSpPr txBox="1"/>
                <p:nvPr/>
              </p:nvSpPr>
              <p:spPr>
                <a:xfrm>
                  <a:off x="740033" y="2117565"/>
                  <a:ext cx="30938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MX"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𝑦</m:t>
                            </m:r>
                          </m:e>
                          <m:sup>
                            <m:r>
                              <a:rPr lang="es-MX" b="0" i="1" smtClean="0">
                                <a:solidFill>
                                  <a:schemeClr val="accent5"/>
                                </a:solidFill>
                                <a:latin typeface="Cambria Math" panose="02040503050406030204" pitchFamily="18" charset="0"/>
                              </a:rPr>
                              <m:t>2</m:t>
                            </m:r>
                          </m:sup>
                        </m:sSup>
                      </m:oMath>
                    </m:oMathPara>
                  </a14:m>
                  <a:endParaRPr lang="es-MX" dirty="0"/>
                </a:p>
              </p:txBody>
            </p:sp>
          </mc:Choice>
          <mc:Fallback xmlns="">
            <p:sp>
              <p:nvSpPr>
                <p:cNvPr id="73" name="CuadroTexto 72">
                  <a:extLst>
                    <a:ext uri="{FF2B5EF4-FFF2-40B4-BE49-F238E27FC236}">
                      <a16:creationId xmlns:a16="http://schemas.microsoft.com/office/drawing/2014/main" id="{89887821-DB9C-331C-2712-79AC56B3D9CC}"/>
                    </a:ext>
                  </a:extLst>
                </p:cNvPr>
                <p:cNvSpPr txBox="1">
                  <a:spLocks noRot="1" noChangeAspect="1" noMove="1" noResize="1" noEditPoints="1" noAdjustHandles="1" noChangeArrowheads="1" noChangeShapeType="1" noTextEdit="1"/>
                </p:cNvSpPr>
                <p:nvPr/>
              </p:nvSpPr>
              <p:spPr>
                <a:xfrm>
                  <a:off x="740033" y="2117565"/>
                  <a:ext cx="309380" cy="276999"/>
                </a:xfrm>
                <a:prstGeom prst="rect">
                  <a:avLst/>
                </a:prstGeom>
                <a:blipFill>
                  <a:blip r:embed="rId13"/>
                  <a:stretch>
                    <a:fillRect l="-17647" r="-3922" b="-260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8B7991D1-2971-EDB4-D61E-0DFC1A2471A7}"/>
                    </a:ext>
                  </a:extLst>
                </p:cNvPr>
                <p:cNvSpPr txBox="1"/>
                <p:nvPr/>
              </p:nvSpPr>
              <p:spPr>
                <a:xfrm>
                  <a:off x="4212872" y="3873161"/>
                  <a:ext cx="20192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rPr>
                              <m:t>h</m:t>
                            </m:r>
                          </m:e>
                          <m:sub>
                            <m:r>
                              <a:rPr lang="es-MX" i="1" smtClean="0">
                                <a:solidFill>
                                  <a:schemeClr val="accent5"/>
                                </a:solidFill>
                                <a:latin typeface="Cambria Math" panose="02040503050406030204" pitchFamily="18" charset="0"/>
                                <a:ea typeface="Cambria Math" panose="02040503050406030204" pitchFamily="18" charset="0"/>
                              </a:rPr>
                              <m:t>𝜃</m:t>
                            </m:r>
                          </m:sub>
                        </m:sSub>
                        <m:d>
                          <m:dPr>
                            <m:ctrlPr>
                              <a:rPr lang="es-MX" b="0" i="1" smtClean="0">
                                <a:solidFill>
                                  <a:schemeClr val="accent5"/>
                                </a:solidFill>
                                <a:latin typeface="Cambria Math" panose="02040503050406030204" pitchFamily="18" charset="0"/>
                              </a:rPr>
                            </m:ctrlPr>
                          </m:dPr>
                          <m:e>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2</m:t>
                                </m:r>
                              </m:sup>
                            </m:sSup>
                          </m:e>
                        </m:d>
                        <m:r>
                          <a:rPr lang="es-MX" b="0" i="1" smtClean="0">
                            <a:solidFill>
                              <a:schemeClr val="accent5"/>
                            </a:solidFill>
                            <a:latin typeface="Cambria Math" panose="02040503050406030204" pitchFamily="18" charset="0"/>
                          </a:rPr>
                          <m:t>=</m:t>
                        </m:r>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0</m:t>
                            </m:r>
                          </m:sub>
                        </m:sSub>
                        <m:r>
                          <a:rPr lang="es-MX" b="0" i="1" smtClean="0">
                            <a:solidFill>
                              <a:schemeClr val="accent5"/>
                            </a:solidFill>
                            <a:latin typeface="Cambria Math" panose="02040503050406030204" pitchFamily="18" charset="0"/>
                          </a:rPr>
                          <m:t>+</m:t>
                        </m:r>
                        <m:sSub>
                          <m:sSubPr>
                            <m:ctrlPr>
                              <a:rPr lang="es-MX" b="0" i="1" smtClean="0">
                                <a:solidFill>
                                  <a:schemeClr val="accent5"/>
                                </a:solidFill>
                                <a:latin typeface="Cambria Math" panose="02040503050406030204" pitchFamily="18" charset="0"/>
                              </a:rPr>
                            </m:ctrlPr>
                          </m:sSubPr>
                          <m:e>
                            <m:r>
                              <a:rPr lang="es-MX" b="0" i="1" smtClean="0">
                                <a:solidFill>
                                  <a:schemeClr val="accent5"/>
                                </a:solidFill>
                                <a:latin typeface="Cambria Math" panose="02040503050406030204" pitchFamily="18" charset="0"/>
                                <a:ea typeface="Cambria Math" panose="02040503050406030204" pitchFamily="18" charset="0"/>
                              </a:rPr>
                              <m:t>𝜃</m:t>
                            </m:r>
                          </m:e>
                          <m:sub>
                            <m:r>
                              <a:rPr lang="es-MX" b="0" i="1" smtClean="0">
                                <a:solidFill>
                                  <a:schemeClr val="accent5"/>
                                </a:solidFill>
                                <a:latin typeface="Cambria Math" panose="02040503050406030204" pitchFamily="18" charset="0"/>
                              </a:rPr>
                              <m:t>1</m:t>
                            </m:r>
                          </m:sub>
                        </m:sSub>
                        <m:sSup>
                          <m:sSupPr>
                            <m:ctrlPr>
                              <a:rPr lang="es-MX" b="0" i="1" smtClean="0">
                                <a:solidFill>
                                  <a:schemeClr val="accent5"/>
                                </a:solidFill>
                                <a:latin typeface="Cambria Math" panose="02040503050406030204" pitchFamily="18" charset="0"/>
                              </a:rPr>
                            </m:ctrlPr>
                          </m:sSupPr>
                          <m:e>
                            <m:r>
                              <a:rPr lang="es-MX" b="0" i="1" smtClean="0">
                                <a:solidFill>
                                  <a:schemeClr val="accent5"/>
                                </a:solidFill>
                                <a:latin typeface="Cambria Math" panose="02040503050406030204" pitchFamily="18" charset="0"/>
                              </a:rPr>
                              <m:t>𝑥</m:t>
                            </m:r>
                          </m:e>
                          <m:sup>
                            <m:r>
                              <a:rPr lang="es-MX" b="0" i="1" smtClean="0">
                                <a:solidFill>
                                  <a:schemeClr val="accent5"/>
                                </a:solidFill>
                                <a:latin typeface="Cambria Math" panose="02040503050406030204" pitchFamily="18" charset="0"/>
                              </a:rPr>
                              <m:t>2</m:t>
                            </m:r>
                          </m:sup>
                        </m:sSup>
                      </m:oMath>
                    </m:oMathPara>
                  </a14:m>
                  <a:endParaRPr lang="es-MX" dirty="0">
                    <a:solidFill>
                      <a:schemeClr val="accent5"/>
                    </a:solidFill>
                  </a:endParaRPr>
                </a:p>
              </p:txBody>
            </p:sp>
          </mc:Choice>
          <mc:Fallback xmlns="">
            <p:sp>
              <p:nvSpPr>
                <p:cNvPr id="74" name="CuadroTexto 73">
                  <a:extLst>
                    <a:ext uri="{FF2B5EF4-FFF2-40B4-BE49-F238E27FC236}">
                      <a16:creationId xmlns:a16="http://schemas.microsoft.com/office/drawing/2014/main" id="{8B7991D1-2971-EDB4-D61E-0DFC1A2471A7}"/>
                    </a:ext>
                  </a:extLst>
                </p:cNvPr>
                <p:cNvSpPr txBox="1">
                  <a:spLocks noRot="1" noChangeAspect="1" noMove="1" noResize="1" noEditPoints="1" noAdjustHandles="1" noChangeArrowheads="1" noChangeShapeType="1" noTextEdit="1"/>
                </p:cNvSpPr>
                <p:nvPr/>
              </p:nvSpPr>
              <p:spPr>
                <a:xfrm>
                  <a:off x="4212872" y="3873161"/>
                  <a:ext cx="2019271" cy="276999"/>
                </a:xfrm>
                <a:prstGeom prst="rect">
                  <a:avLst/>
                </a:prstGeom>
                <a:blipFill>
                  <a:blip r:embed="rId14"/>
                  <a:stretch>
                    <a:fillRect l="-2417" r="-604" b="-17391"/>
                  </a:stretch>
                </a:blipFill>
              </p:spPr>
              <p:txBody>
                <a:bodyPr/>
                <a:lstStyle/>
                <a:p>
                  <a:r>
                    <a:rPr lang="es-MX">
                      <a:noFill/>
                    </a:rPr>
                    <a:t> </a:t>
                  </a:r>
                </a:p>
              </p:txBody>
            </p:sp>
          </mc:Fallback>
        </mc:AlternateContent>
      </p:grpSp>
      <p:sp>
        <p:nvSpPr>
          <p:cNvPr id="76" name="CuadroTexto 75">
            <a:extLst>
              <a:ext uri="{FF2B5EF4-FFF2-40B4-BE49-F238E27FC236}">
                <a16:creationId xmlns:a16="http://schemas.microsoft.com/office/drawing/2014/main" id="{6BFF687C-88B0-5051-C103-CFDCBC5B9C7D}"/>
              </a:ext>
            </a:extLst>
          </p:cNvPr>
          <p:cNvSpPr txBox="1"/>
          <p:nvPr/>
        </p:nvSpPr>
        <p:spPr>
          <a:xfrm>
            <a:off x="488842" y="4920448"/>
            <a:ext cx="10905193" cy="1200329"/>
          </a:xfrm>
          <a:prstGeom prst="rect">
            <a:avLst/>
          </a:prstGeom>
          <a:noFill/>
        </p:spPr>
        <p:txBody>
          <a:bodyPr wrap="square" rtlCol="0">
            <a:spAutoFit/>
          </a:bodyPr>
          <a:lstStyle/>
          <a:p>
            <a:pPr marL="285750" indent="-285750">
              <a:buFont typeface="Arial" panose="020B0604020202020204" pitchFamily="34" charset="0"/>
              <a:buChar char="•"/>
            </a:pPr>
            <a:r>
              <a:rPr lang="es-MX" dirty="0"/>
              <a:t>Una vez que se tiene el valor de la función de error, se debe ajustar los parámetros de la función hipótesis para que está se vaya ajustando más a la tendencia de los valores provistos por el conjunto de datos.</a:t>
            </a:r>
          </a:p>
          <a:p>
            <a:pPr marL="285750" indent="-285750">
              <a:buFont typeface="Arial" panose="020B0604020202020204" pitchFamily="34" charset="0"/>
              <a:buChar char="•"/>
            </a:pPr>
            <a:r>
              <a:rPr lang="es-MX" dirty="0"/>
              <a:t>¿Cómo lograr esto?</a:t>
            </a:r>
          </a:p>
        </p:txBody>
      </p:sp>
    </p:spTree>
    <p:extLst>
      <p:ext uri="{BB962C8B-B14F-4D97-AF65-F5344CB8AC3E}">
        <p14:creationId xmlns:p14="http://schemas.microsoft.com/office/powerpoint/2010/main" val="3329377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A83F7-FE83-43B6-CAA8-B774B1AF14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69542F-5CE9-FBB4-DCD0-B2C9DCDA524B}"/>
              </a:ext>
            </a:extLst>
          </p:cNvPr>
          <p:cNvSpPr>
            <a:spLocks noGrp="1"/>
          </p:cNvSpPr>
          <p:nvPr>
            <p:ph type="title"/>
          </p:nvPr>
        </p:nvSpPr>
        <p:spPr>
          <a:xfrm>
            <a:off x="220673" y="96012"/>
            <a:ext cx="11892558" cy="1179576"/>
          </a:xfrm>
        </p:spPr>
        <p:txBody>
          <a:bodyPr>
            <a:normAutofit/>
          </a:bodyPr>
          <a:lstStyle/>
          <a:p>
            <a:r>
              <a:rPr lang="es-ES_tradnl" dirty="0"/>
              <a:t>Modelo de regresión lineal | </a:t>
            </a:r>
            <a:r>
              <a:rPr lang="es-ES_tradnl" sz="3200" dirty="0"/>
              <a:t>Función de optimización</a:t>
            </a:r>
            <a:endParaRPr lang="es-ES_tradnl" dirty="0"/>
          </a:p>
        </p:txBody>
      </p:sp>
      <p:sp>
        <p:nvSpPr>
          <p:cNvPr id="45" name="CuadroTexto 44">
            <a:extLst>
              <a:ext uri="{FF2B5EF4-FFF2-40B4-BE49-F238E27FC236}">
                <a16:creationId xmlns:a16="http://schemas.microsoft.com/office/drawing/2014/main" id="{0BBC0922-A2CB-736B-2353-6B017490B953}"/>
              </a:ext>
            </a:extLst>
          </p:cNvPr>
          <p:cNvSpPr txBox="1"/>
          <p:nvPr/>
        </p:nvSpPr>
        <p:spPr>
          <a:xfrm>
            <a:off x="7321195" y="1471718"/>
            <a:ext cx="3010753" cy="369332"/>
          </a:xfrm>
          <a:prstGeom prst="rect">
            <a:avLst/>
          </a:prstGeom>
          <a:noFill/>
        </p:spPr>
        <p:txBody>
          <a:bodyPr wrap="square" rtlCol="0">
            <a:spAutoFit/>
          </a:bodyPr>
          <a:lstStyle/>
          <a:p>
            <a:r>
              <a:rPr lang="es-MX" dirty="0"/>
              <a:t>Mean Square Error (MSE)</a:t>
            </a:r>
          </a:p>
        </p:txBody>
      </p: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7224E2-7050-5B76-E1C7-F955EAB1BFE2}"/>
                  </a:ext>
                </a:extLst>
              </p:cNvPr>
              <p:cNvSpPr txBox="1"/>
              <p:nvPr/>
            </p:nvSpPr>
            <p:spPr>
              <a:xfrm>
                <a:off x="7248286" y="1804102"/>
                <a:ext cx="3156569" cy="754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1">
                              <a:lumMod val="50000"/>
                            </a:schemeClr>
                          </a:solidFill>
                          <a:latin typeface="Cambria Math" panose="02040503050406030204" pitchFamily="18" charset="0"/>
                        </a:rPr>
                        <m:t>𝒋</m:t>
                      </m:r>
                      <m:d>
                        <m:dPr>
                          <m:ctrlPr>
                            <a:rPr lang="es-MX" b="1" i="1" smtClean="0">
                              <a:solidFill>
                                <a:schemeClr val="accent1">
                                  <a:lumMod val="50000"/>
                                </a:schemeClr>
                              </a:solidFill>
                              <a:latin typeface="Cambria Math" panose="02040503050406030204" pitchFamily="18" charset="0"/>
                            </a:rPr>
                          </m:ctrlPr>
                        </m:dPr>
                        <m:e>
                          <m:r>
                            <a:rPr lang="es-MX" b="1" i="1" smtClean="0">
                              <a:solidFill>
                                <a:schemeClr val="accent1">
                                  <a:lumMod val="50000"/>
                                </a:schemeClr>
                              </a:solidFill>
                              <a:latin typeface="Cambria Math" panose="02040503050406030204" pitchFamily="18" charset="0"/>
                              <a:ea typeface="Cambria Math" panose="02040503050406030204" pitchFamily="18" charset="0"/>
                            </a:rPr>
                            <m:t>𝜽</m:t>
                          </m:r>
                        </m:e>
                      </m:d>
                      <m:r>
                        <a:rPr lang="es-MX" b="1" i="1" smtClean="0">
                          <a:solidFill>
                            <a:schemeClr val="accent1">
                              <a:lumMod val="50000"/>
                            </a:schemeClr>
                          </a:solidFill>
                          <a:latin typeface="Cambria Math" panose="02040503050406030204" pitchFamily="18" charset="0"/>
                          <a:ea typeface="Cambria Math" panose="02040503050406030204" pitchFamily="18" charset="0"/>
                        </a:rPr>
                        <m:t>=</m:t>
                      </m:r>
                      <m:f>
                        <m:fPr>
                          <m:ctrlPr>
                            <a:rPr lang="es-MX" b="1" i="1" smtClean="0">
                              <a:solidFill>
                                <a:schemeClr val="accent1">
                                  <a:lumMod val="50000"/>
                                </a:schemeClr>
                              </a:solidFill>
                              <a:latin typeface="Cambria Math" panose="02040503050406030204" pitchFamily="18" charset="0"/>
                              <a:ea typeface="Cambria Math" panose="02040503050406030204" pitchFamily="18" charset="0"/>
                            </a:rPr>
                          </m:ctrlPr>
                        </m:fPr>
                        <m:num>
                          <m:r>
                            <a:rPr lang="es-MX" b="1" i="1" smtClean="0">
                              <a:solidFill>
                                <a:schemeClr val="accent1">
                                  <a:lumMod val="50000"/>
                                </a:schemeClr>
                              </a:solidFill>
                              <a:latin typeface="Cambria Math" panose="02040503050406030204" pitchFamily="18" charset="0"/>
                              <a:ea typeface="Cambria Math" panose="02040503050406030204" pitchFamily="18" charset="0"/>
                            </a:rPr>
                            <m:t>𝟏</m:t>
                          </m:r>
                        </m:num>
                        <m:den>
                          <m:r>
                            <a:rPr lang="es-MX" b="1" i="1" smtClean="0">
                              <a:solidFill>
                                <a:schemeClr val="accent1">
                                  <a:lumMod val="50000"/>
                                </a:schemeClr>
                              </a:solidFill>
                              <a:latin typeface="Cambria Math" panose="02040503050406030204" pitchFamily="18" charset="0"/>
                              <a:ea typeface="Cambria Math" panose="02040503050406030204" pitchFamily="18" charset="0"/>
                            </a:rPr>
                            <m:t>𝟐</m:t>
                          </m:r>
                          <m:r>
                            <a:rPr lang="es-MX" b="1" i="1" smtClean="0">
                              <a:solidFill>
                                <a:schemeClr val="accent1">
                                  <a:lumMod val="50000"/>
                                </a:schemeClr>
                              </a:solidFill>
                              <a:latin typeface="Cambria Math" panose="02040503050406030204" pitchFamily="18" charset="0"/>
                              <a:ea typeface="Cambria Math" panose="02040503050406030204" pitchFamily="18" charset="0"/>
                            </a:rPr>
                            <m:t>𝒏</m:t>
                          </m:r>
                        </m:den>
                      </m:f>
                      <m:nary>
                        <m:naryPr>
                          <m:chr m:val="∑"/>
                          <m:ctrlPr>
                            <a:rPr lang="es-MX" b="1"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MX" b="1" i="1" smtClean="0">
                              <a:solidFill>
                                <a:schemeClr val="accent1">
                                  <a:lumMod val="50000"/>
                                </a:schemeClr>
                              </a:solidFill>
                              <a:latin typeface="Cambria Math" panose="02040503050406030204" pitchFamily="18" charset="0"/>
                              <a:ea typeface="Cambria Math" panose="02040503050406030204" pitchFamily="18" charset="0"/>
                            </a:rPr>
                            <m:t>𝒊</m:t>
                          </m:r>
                          <m:r>
                            <a:rPr lang="es-MX" b="1" i="1" smtClean="0">
                              <a:solidFill>
                                <a:schemeClr val="accent1">
                                  <a:lumMod val="50000"/>
                                </a:schemeClr>
                              </a:solidFill>
                              <a:latin typeface="Cambria Math" panose="02040503050406030204" pitchFamily="18" charset="0"/>
                              <a:ea typeface="Cambria Math" panose="02040503050406030204" pitchFamily="18" charset="0"/>
                            </a:rPr>
                            <m:t>=</m:t>
                          </m:r>
                          <m:r>
                            <a:rPr lang="es-MX" b="1" i="1" smtClean="0">
                              <a:solidFill>
                                <a:schemeClr val="accent1">
                                  <a:lumMod val="50000"/>
                                </a:schemeClr>
                              </a:solidFill>
                              <a:latin typeface="Cambria Math" panose="02040503050406030204" pitchFamily="18" charset="0"/>
                              <a:ea typeface="Cambria Math" panose="02040503050406030204" pitchFamily="18" charset="0"/>
                            </a:rPr>
                            <m:t>𝟏</m:t>
                          </m:r>
                        </m:sub>
                        <m:sup>
                          <m:r>
                            <a:rPr lang="es-MX" b="1" i="1" smtClean="0">
                              <a:solidFill>
                                <a:schemeClr val="accent1">
                                  <a:lumMod val="50000"/>
                                </a:schemeClr>
                              </a:solidFill>
                              <a:latin typeface="Cambria Math" panose="02040503050406030204" pitchFamily="18" charset="0"/>
                              <a:ea typeface="Cambria Math" panose="02040503050406030204" pitchFamily="18" charset="0"/>
                            </a:rPr>
                            <m:t>𝒏</m:t>
                          </m:r>
                        </m:sup>
                        <m:e>
                          <m:sSup>
                            <m:sSupPr>
                              <m:ctrlPr>
                                <a:rPr lang="es-MX"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m:t>
                              </m:r>
                              <m:sSup>
                                <m:sSupPr>
                                  <m:ctrlPr>
                                    <a:rPr lang="es-MX" b="1" i="1">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𝒚</m:t>
                                  </m:r>
                                </m:e>
                                <m:sup>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r>
                                        <a:rPr lang="es-MX" b="1" i="1">
                                          <a:solidFill>
                                            <a:schemeClr val="accent1">
                                              <a:lumMod val="50000"/>
                                            </a:schemeClr>
                                          </a:solidFill>
                                          <a:latin typeface="Cambria Math" panose="02040503050406030204" pitchFamily="18" charset="0"/>
                                          <a:ea typeface="Cambria Math" panose="02040503050406030204" pitchFamily="18" charset="0"/>
                                        </a:rPr>
                                        <m:t>𝒊</m:t>
                                      </m:r>
                                    </m:e>
                                  </m:d>
                                </m:sup>
                              </m:sSup>
                              <m:r>
                                <a:rPr lang="es-MX" b="1" i="1">
                                  <a:solidFill>
                                    <a:schemeClr val="accent1">
                                      <a:lumMod val="50000"/>
                                    </a:schemeClr>
                                  </a:solidFill>
                                  <a:latin typeface="Cambria Math" panose="02040503050406030204" pitchFamily="18" charset="0"/>
                                  <a:ea typeface="Cambria Math" panose="02040503050406030204" pitchFamily="18" charset="0"/>
                                </a:rPr>
                                <m:t>−</m:t>
                              </m:r>
                              <m:sSub>
                                <m:sSubPr>
                                  <m:ctrlPr>
                                    <a:rPr lang="es-MX" b="1" i="1">
                                      <a:solidFill>
                                        <a:schemeClr val="accent1">
                                          <a:lumMod val="50000"/>
                                        </a:schemeClr>
                                      </a:solidFill>
                                      <a:latin typeface="Cambria Math" panose="02040503050406030204" pitchFamily="18" charset="0"/>
                                      <a:ea typeface="Cambria Math" panose="02040503050406030204" pitchFamily="18" charset="0"/>
                                    </a:rPr>
                                  </m:ctrlPr>
                                </m:sSubPr>
                                <m:e>
                                  <m:r>
                                    <a:rPr lang="es-MX" b="1" i="1">
                                      <a:solidFill>
                                        <a:schemeClr val="accent1">
                                          <a:lumMod val="50000"/>
                                        </a:schemeClr>
                                      </a:solidFill>
                                      <a:latin typeface="Cambria Math" panose="02040503050406030204" pitchFamily="18" charset="0"/>
                                      <a:ea typeface="Cambria Math" panose="02040503050406030204" pitchFamily="18" charset="0"/>
                                    </a:rPr>
                                    <m:t>𝒉</m:t>
                                  </m:r>
                                </m:e>
                                <m:sub>
                                  <m:r>
                                    <a:rPr lang="es-MX" b="1" i="1">
                                      <a:solidFill>
                                        <a:schemeClr val="accent1">
                                          <a:lumMod val="50000"/>
                                        </a:schemeClr>
                                      </a:solidFill>
                                      <a:latin typeface="Cambria Math" panose="02040503050406030204" pitchFamily="18" charset="0"/>
                                      <a:ea typeface="Cambria Math" panose="02040503050406030204" pitchFamily="18" charset="0"/>
                                    </a:rPr>
                                    <m:t>𝜽</m:t>
                                  </m:r>
                                </m:sub>
                              </m:sSub>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MX" b="1" i="1">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𝒙</m:t>
                                      </m:r>
                                    </m:e>
                                    <m:sup>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r>
                                            <a:rPr lang="es-MX" b="1" i="1">
                                              <a:solidFill>
                                                <a:schemeClr val="accent1">
                                                  <a:lumMod val="50000"/>
                                                </a:schemeClr>
                                              </a:solidFill>
                                              <a:latin typeface="Cambria Math" panose="02040503050406030204" pitchFamily="18" charset="0"/>
                                              <a:ea typeface="Cambria Math" panose="02040503050406030204" pitchFamily="18" charset="0"/>
                                            </a:rPr>
                                            <m:t>𝒊</m:t>
                                          </m:r>
                                        </m:e>
                                      </m:d>
                                    </m:sup>
                                  </m:sSup>
                                </m:e>
                              </m:d>
                              <m:r>
                                <a:rPr lang="es-MX" b="1" i="1" smtClean="0">
                                  <a:solidFill>
                                    <a:schemeClr val="accent1">
                                      <a:lumMod val="50000"/>
                                    </a:schemeClr>
                                  </a:solidFill>
                                  <a:latin typeface="Cambria Math" panose="02040503050406030204" pitchFamily="18" charset="0"/>
                                  <a:ea typeface="Cambria Math" panose="02040503050406030204" pitchFamily="18" charset="0"/>
                                </a:rPr>
                                <m:t>)</m:t>
                              </m:r>
                            </m:e>
                            <m:sup>
                              <m:r>
                                <a:rPr lang="es-MX" b="1" i="1" smtClean="0">
                                  <a:solidFill>
                                    <a:schemeClr val="accent1">
                                      <a:lumMod val="50000"/>
                                    </a:schemeClr>
                                  </a:solidFill>
                                  <a:latin typeface="Cambria Math" panose="02040503050406030204" pitchFamily="18" charset="0"/>
                                  <a:ea typeface="Cambria Math" panose="02040503050406030204" pitchFamily="18" charset="0"/>
                                </a:rPr>
                                <m:t>𝟐</m:t>
                              </m:r>
                            </m:sup>
                          </m:sSup>
                        </m:e>
                      </m:nary>
                    </m:oMath>
                  </m:oMathPara>
                </a14:m>
                <a:endParaRPr lang="es-MX" b="1" dirty="0">
                  <a:solidFill>
                    <a:schemeClr val="accent1">
                      <a:lumMod val="50000"/>
                    </a:schemeClr>
                  </a:solidFill>
                </a:endParaRPr>
              </a:p>
            </p:txBody>
          </p:sp>
        </mc:Choice>
        <mc:Fallback xmlns="">
          <p:sp>
            <p:nvSpPr>
              <p:cNvPr id="47" name="CuadroTexto 46">
                <a:extLst>
                  <a:ext uri="{FF2B5EF4-FFF2-40B4-BE49-F238E27FC236}">
                    <a16:creationId xmlns:a16="http://schemas.microsoft.com/office/drawing/2014/main" id="{847224E2-7050-5B76-E1C7-F955EAB1BFE2}"/>
                  </a:ext>
                </a:extLst>
              </p:cNvPr>
              <p:cNvSpPr txBox="1">
                <a:spLocks noRot="1" noChangeAspect="1" noMove="1" noResize="1" noEditPoints="1" noAdjustHandles="1" noChangeArrowheads="1" noChangeShapeType="1" noTextEdit="1"/>
              </p:cNvSpPr>
              <p:nvPr/>
            </p:nvSpPr>
            <p:spPr>
              <a:xfrm>
                <a:off x="7248286" y="1804102"/>
                <a:ext cx="3156569" cy="754887"/>
              </a:xfrm>
              <a:prstGeom prst="rect">
                <a:avLst/>
              </a:prstGeom>
              <a:blipFill>
                <a:blip r:embed="rId3"/>
                <a:stretch>
                  <a:fillRect/>
                </a:stretch>
              </a:blipFill>
            </p:spPr>
            <p:txBody>
              <a:bodyPr/>
              <a:lstStyle/>
              <a:p>
                <a:r>
                  <a:rPr lang="es-MX">
                    <a:noFill/>
                  </a:rPr>
                  <a:t> </a:t>
                </a:r>
              </a:p>
            </p:txBody>
          </p:sp>
        </mc:Fallback>
      </mc:AlternateContent>
      <p:grpSp>
        <p:nvGrpSpPr>
          <p:cNvPr id="10" name="Grupo 9">
            <a:extLst>
              <a:ext uri="{FF2B5EF4-FFF2-40B4-BE49-F238E27FC236}">
                <a16:creationId xmlns:a16="http://schemas.microsoft.com/office/drawing/2014/main" id="{B29F18D3-332F-04B6-DB20-AB951C8AB123}"/>
              </a:ext>
            </a:extLst>
          </p:cNvPr>
          <p:cNvGrpSpPr/>
          <p:nvPr/>
        </p:nvGrpSpPr>
        <p:grpSpPr>
          <a:xfrm>
            <a:off x="712370" y="1275588"/>
            <a:ext cx="4914869" cy="4449404"/>
            <a:chOff x="725595" y="3387902"/>
            <a:chExt cx="4729982" cy="3269483"/>
          </a:xfrm>
        </p:grpSpPr>
        <p:cxnSp>
          <p:nvCxnSpPr>
            <p:cNvPr id="5" name="Conector recto 4">
              <a:extLst>
                <a:ext uri="{FF2B5EF4-FFF2-40B4-BE49-F238E27FC236}">
                  <a16:creationId xmlns:a16="http://schemas.microsoft.com/office/drawing/2014/main" id="{C3A67569-A0B7-C5EB-B413-C66681D4B4BA}"/>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D9F0469D-1875-A27C-9DAF-F2A225F40116}"/>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6B4F2E95-79CD-7F0D-3D5D-E04E017AFA3F}"/>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318B80E1-168C-7D42-642E-C4AF1E0A500B}"/>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sp>
        <p:nvSpPr>
          <p:cNvPr id="3" name="CuadroTexto 2">
            <a:extLst>
              <a:ext uri="{FF2B5EF4-FFF2-40B4-BE49-F238E27FC236}">
                <a16:creationId xmlns:a16="http://schemas.microsoft.com/office/drawing/2014/main" id="{2BAAC427-6AA1-D9CE-FF49-5218F9F3C0CF}"/>
              </a:ext>
            </a:extLst>
          </p:cNvPr>
          <p:cNvSpPr txBox="1"/>
          <p:nvPr/>
        </p:nvSpPr>
        <p:spPr>
          <a:xfrm>
            <a:off x="8123232" y="901369"/>
            <a:ext cx="3010753" cy="461665"/>
          </a:xfrm>
          <a:prstGeom prst="rect">
            <a:avLst/>
          </a:prstGeom>
          <a:noFill/>
        </p:spPr>
        <p:txBody>
          <a:bodyPr wrap="square" rtlCol="0">
            <a:spAutoFit/>
          </a:bodyPr>
          <a:lstStyle/>
          <a:p>
            <a:r>
              <a:rPr lang="es-MX" sz="2400" dirty="0"/>
              <a:t>(</a:t>
            </a:r>
            <a:r>
              <a:rPr lang="es-MX" sz="2400" dirty="0" err="1"/>
              <a:t>Gradient</a:t>
            </a:r>
            <a:r>
              <a:rPr lang="es-MX" sz="2400" dirty="0"/>
              <a:t> </a:t>
            </a:r>
            <a:r>
              <a:rPr lang="es-MX" sz="2400" dirty="0" err="1"/>
              <a:t>Descent</a:t>
            </a:r>
            <a:r>
              <a:rPr lang="es-MX" sz="2400" dirty="0"/>
              <a:t>)</a:t>
            </a:r>
          </a:p>
        </p:txBody>
      </p:sp>
      <p:sp>
        <p:nvSpPr>
          <p:cNvPr id="4" name="CuadroTexto 3">
            <a:extLst>
              <a:ext uri="{FF2B5EF4-FFF2-40B4-BE49-F238E27FC236}">
                <a16:creationId xmlns:a16="http://schemas.microsoft.com/office/drawing/2014/main" id="{AABC6E5E-AD33-A8E9-DCAE-9C8DDFED90A8}"/>
              </a:ext>
            </a:extLst>
          </p:cNvPr>
          <p:cNvSpPr txBox="1"/>
          <p:nvPr/>
        </p:nvSpPr>
        <p:spPr>
          <a:xfrm>
            <a:off x="6318607" y="2675158"/>
            <a:ext cx="5558317" cy="369332"/>
          </a:xfrm>
          <a:prstGeom prst="rect">
            <a:avLst/>
          </a:prstGeom>
          <a:noFill/>
        </p:spPr>
        <p:txBody>
          <a:bodyPr wrap="square" rtlCol="0">
            <a:spAutoFit/>
          </a:bodyPr>
          <a:lstStyle/>
          <a:p>
            <a:r>
              <a:rPr lang="es-MX" dirty="0"/>
              <a:t>Supóngase una función de error más sencilla:</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E746A26B-25A5-0276-A955-D22BFD304160}"/>
                  </a:ext>
                </a:extLst>
              </p:cNvPr>
              <p:cNvSpPr txBox="1"/>
              <p:nvPr/>
            </p:nvSpPr>
            <p:spPr>
              <a:xfrm>
                <a:off x="8123232" y="3019049"/>
                <a:ext cx="1621405" cy="283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r>
                        <a:rPr lang="es-MX" b="1" i="1" smtClean="0">
                          <a:solidFill>
                            <a:schemeClr val="accent2">
                              <a:lumMod val="50000"/>
                            </a:schemeClr>
                          </a:solidFill>
                          <a:latin typeface="Cambria Math" panose="02040503050406030204" pitchFamily="18" charset="0"/>
                        </a:rPr>
                        <m:t>=</m:t>
                      </m:r>
                      <m:sSup>
                        <m:sSupPr>
                          <m:ctrlPr>
                            <a:rPr lang="es-MX" b="1" i="1" smtClean="0">
                              <a:solidFill>
                                <a:schemeClr val="accent2">
                                  <a:lumMod val="50000"/>
                                </a:schemeClr>
                              </a:solidFill>
                              <a:latin typeface="Cambria Math" panose="02040503050406030204" pitchFamily="18" charset="0"/>
                            </a:rPr>
                          </m:ctrlPr>
                        </m:sSupPr>
                        <m:e>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𝒙</m:t>
                          </m:r>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𝟑</m:t>
                          </m:r>
                          <m:r>
                            <a:rPr lang="es-MX" b="1" i="1" smtClean="0">
                              <a:solidFill>
                                <a:schemeClr val="accent2">
                                  <a:lumMod val="50000"/>
                                </a:schemeClr>
                              </a:solidFill>
                              <a:latin typeface="Cambria Math" panose="02040503050406030204" pitchFamily="18" charset="0"/>
                            </a:rPr>
                            <m:t>)</m:t>
                          </m:r>
                        </m:e>
                        <m:sup>
                          <m:r>
                            <a:rPr lang="es-MX" b="1" i="1" smtClean="0">
                              <a:solidFill>
                                <a:schemeClr val="accent2">
                                  <a:lumMod val="50000"/>
                                </a:schemeClr>
                              </a:solidFill>
                              <a:latin typeface="Cambria Math" panose="02040503050406030204" pitchFamily="18" charset="0"/>
                            </a:rPr>
                            <m:t>𝟐</m:t>
                          </m:r>
                        </m:sup>
                      </m:sSup>
                    </m:oMath>
                  </m:oMathPara>
                </a14:m>
                <a:endParaRPr lang="es-MX" b="1" dirty="0">
                  <a:solidFill>
                    <a:schemeClr val="accent2">
                      <a:lumMod val="50000"/>
                    </a:schemeClr>
                  </a:solidFill>
                </a:endParaRPr>
              </a:p>
            </p:txBody>
          </p:sp>
        </mc:Choice>
        <mc:Fallback xmlns="">
          <p:sp>
            <p:nvSpPr>
              <p:cNvPr id="6" name="CuadroTexto 5">
                <a:extLst>
                  <a:ext uri="{FF2B5EF4-FFF2-40B4-BE49-F238E27FC236}">
                    <a16:creationId xmlns:a16="http://schemas.microsoft.com/office/drawing/2014/main" id="{E746A26B-25A5-0276-A955-D22BFD304160}"/>
                  </a:ext>
                </a:extLst>
              </p:cNvPr>
              <p:cNvSpPr txBox="1">
                <a:spLocks noRot="1" noChangeAspect="1" noMove="1" noResize="1" noEditPoints="1" noAdjustHandles="1" noChangeArrowheads="1" noChangeShapeType="1" noTextEdit="1"/>
              </p:cNvSpPr>
              <p:nvPr/>
            </p:nvSpPr>
            <p:spPr>
              <a:xfrm>
                <a:off x="8123232" y="3019049"/>
                <a:ext cx="1621405" cy="283219"/>
              </a:xfrm>
              <a:prstGeom prst="rect">
                <a:avLst/>
              </a:prstGeom>
              <a:blipFill>
                <a:blip r:embed="rId4"/>
                <a:stretch>
                  <a:fillRect l="-4511" r="-752" b="-3404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9BC8A2A-923F-856B-19FE-55E6D95DF558}"/>
                  </a:ext>
                </a:extLst>
              </p:cNvPr>
              <p:cNvSpPr txBox="1"/>
              <p:nvPr/>
            </p:nvSpPr>
            <p:spPr>
              <a:xfrm>
                <a:off x="498297" y="1649472"/>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oMath>
                  </m:oMathPara>
                </a14:m>
                <a:endParaRPr lang="es-MX" dirty="0"/>
              </a:p>
            </p:txBody>
          </p:sp>
        </mc:Choice>
        <mc:Fallback xmlns="">
          <p:sp>
            <p:nvSpPr>
              <p:cNvPr id="12" name="CuadroTexto 11">
                <a:extLst>
                  <a:ext uri="{FF2B5EF4-FFF2-40B4-BE49-F238E27FC236}">
                    <a16:creationId xmlns:a16="http://schemas.microsoft.com/office/drawing/2014/main" id="{49BC8A2A-923F-856B-19FE-55E6D95DF558}"/>
                  </a:ext>
                </a:extLst>
              </p:cNvPr>
              <p:cNvSpPr txBox="1">
                <a:spLocks noRot="1" noChangeAspect="1" noMove="1" noResize="1" noEditPoints="1" noAdjustHandles="1" noChangeArrowheads="1" noChangeShapeType="1" noTextEdit="1"/>
              </p:cNvSpPr>
              <p:nvPr/>
            </p:nvSpPr>
            <p:spPr>
              <a:xfrm>
                <a:off x="498297" y="1649472"/>
                <a:ext cx="714053" cy="369332"/>
              </a:xfrm>
              <a:prstGeom prst="rect">
                <a:avLst/>
              </a:prstGeom>
              <a:blipFill>
                <a:blip r:embed="rId5"/>
                <a:stretch>
                  <a:fillRect b="-15000"/>
                </a:stretch>
              </a:blipFill>
            </p:spPr>
            <p:txBody>
              <a:bodyPr/>
              <a:lstStyle/>
              <a:p>
                <a:r>
                  <a:rPr lang="es-MX">
                    <a:noFill/>
                  </a:rPr>
                  <a:t> </a:t>
                </a:r>
              </a:p>
            </p:txBody>
          </p:sp>
        </mc:Fallback>
      </mc:AlternateContent>
      <p:sp>
        <p:nvSpPr>
          <p:cNvPr id="15" name="Forma libre: forma 14">
            <a:extLst>
              <a:ext uri="{FF2B5EF4-FFF2-40B4-BE49-F238E27FC236}">
                <a16:creationId xmlns:a16="http://schemas.microsoft.com/office/drawing/2014/main" id="{DD1DD1E4-1B97-7E77-0103-94AD3F8AF40E}"/>
              </a:ext>
            </a:extLst>
          </p:cNvPr>
          <p:cNvSpPr/>
          <p:nvPr/>
        </p:nvSpPr>
        <p:spPr>
          <a:xfrm>
            <a:off x="1168230" y="1863637"/>
            <a:ext cx="2558266" cy="3390538"/>
          </a:xfrm>
          <a:custGeom>
            <a:avLst/>
            <a:gdLst>
              <a:gd name="connsiteX0" fmla="*/ 0 w 2558266"/>
              <a:gd name="connsiteY0" fmla="*/ 0 h 3390538"/>
              <a:gd name="connsiteX1" fmla="*/ 1325367 w 2558266"/>
              <a:gd name="connsiteY1" fmla="*/ 3390472 h 3390538"/>
              <a:gd name="connsiteX2" fmla="*/ 2558266 w 2558266"/>
              <a:gd name="connsiteY2" fmla="*/ 102741 h 3390538"/>
              <a:gd name="connsiteX3" fmla="*/ 2558266 w 2558266"/>
              <a:gd name="connsiteY3" fmla="*/ 102741 h 3390538"/>
            </a:gdLst>
            <a:ahLst/>
            <a:cxnLst>
              <a:cxn ang="0">
                <a:pos x="connsiteX0" y="connsiteY0"/>
              </a:cxn>
              <a:cxn ang="0">
                <a:pos x="connsiteX1" y="connsiteY1"/>
              </a:cxn>
              <a:cxn ang="0">
                <a:pos x="connsiteX2" y="connsiteY2"/>
              </a:cxn>
              <a:cxn ang="0">
                <a:pos x="connsiteX3" y="connsiteY3"/>
              </a:cxn>
            </a:cxnLst>
            <a:rect l="l" t="t" r="r" b="b"/>
            <a:pathLst>
              <a:path w="2558266" h="3390538">
                <a:moveTo>
                  <a:pt x="0" y="0"/>
                </a:moveTo>
                <a:cubicBezTo>
                  <a:pt x="449494" y="1686674"/>
                  <a:pt x="898989" y="3373349"/>
                  <a:pt x="1325367" y="3390472"/>
                </a:cubicBezTo>
                <a:cubicBezTo>
                  <a:pt x="1751745" y="3407595"/>
                  <a:pt x="2558266" y="102741"/>
                  <a:pt x="2558266" y="102741"/>
                </a:cubicBezTo>
                <a:lnTo>
                  <a:pt x="2558266" y="10274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2D09C2FE-81A3-6189-2652-B72264B242BC}"/>
                  </a:ext>
                </a:extLst>
              </p:cNvPr>
              <p:cNvSpPr txBox="1"/>
              <p:nvPr/>
            </p:nvSpPr>
            <p:spPr>
              <a:xfrm>
                <a:off x="6318607" y="4827351"/>
                <a:ext cx="5558317" cy="646331"/>
              </a:xfrm>
              <a:prstGeom prst="rect">
                <a:avLst/>
              </a:prstGeom>
              <a:noFill/>
            </p:spPr>
            <p:txBody>
              <a:bodyPr wrap="square" rtlCol="0">
                <a:spAutoFit/>
              </a:bodyPr>
              <a:lstStyle/>
              <a:p>
                <a:r>
                  <a:rPr lang="es-MX" dirty="0"/>
                  <a:t>¿Cómo se obtiene el valor mínimo de </a:t>
                </a:r>
                <a14:m>
                  <m:oMath xmlns:m="http://schemas.openxmlformats.org/officeDocument/2006/math">
                    <m:r>
                      <a:rPr lang="es-MX" b="1" i="1">
                        <a:solidFill>
                          <a:schemeClr val="accent2">
                            <a:lumMod val="50000"/>
                          </a:schemeClr>
                        </a:solidFill>
                        <a:latin typeface="Cambria Math" panose="02040503050406030204" pitchFamily="18" charset="0"/>
                      </a:rPr>
                      <m:t>𝒋</m:t>
                    </m:r>
                    <m:d>
                      <m:dPr>
                        <m:ctrlPr>
                          <a:rPr lang="es-MX" b="1" i="1">
                            <a:solidFill>
                              <a:schemeClr val="accent2">
                                <a:lumMod val="50000"/>
                              </a:schemeClr>
                            </a:solidFill>
                            <a:latin typeface="Cambria Math" panose="02040503050406030204" pitchFamily="18" charset="0"/>
                          </a:rPr>
                        </m:ctrlPr>
                      </m:dPr>
                      <m:e>
                        <m:r>
                          <a:rPr lang="es-MX" b="1" i="1">
                            <a:solidFill>
                              <a:schemeClr val="accent2">
                                <a:lumMod val="50000"/>
                              </a:schemeClr>
                            </a:solidFill>
                            <a:latin typeface="Cambria Math" panose="02040503050406030204" pitchFamily="18" charset="0"/>
                          </a:rPr>
                          <m:t>𝒙</m:t>
                        </m:r>
                      </m:e>
                    </m:d>
                  </m:oMath>
                </a14:m>
                <a:r>
                  <a:rPr lang="es-MX" dirty="0"/>
                  <a:t> de manera programática? </a:t>
                </a:r>
              </a:p>
            </p:txBody>
          </p:sp>
        </mc:Choice>
        <mc:Fallback xmlns="">
          <p:sp>
            <p:nvSpPr>
              <p:cNvPr id="30" name="CuadroTexto 29">
                <a:extLst>
                  <a:ext uri="{FF2B5EF4-FFF2-40B4-BE49-F238E27FC236}">
                    <a16:creationId xmlns:a16="http://schemas.microsoft.com/office/drawing/2014/main" id="{2D09C2FE-81A3-6189-2652-B72264B242BC}"/>
                  </a:ext>
                </a:extLst>
              </p:cNvPr>
              <p:cNvSpPr txBox="1">
                <a:spLocks noRot="1" noChangeAspect="1" noMove="1" noResize="1" noEditPoints="1" noAdjustHandles="1" noChangeArrowheads="1" noChangeShapeType="1" noTextEdit="1"/>
              </p:cNvSpPr>
              <p:nvPr/>
            </p:nvSpPr>
            <p:spPr>
              <a:xfrm>
                <a:off x="6318607" y="4827351"/>
                <a:ext cx="5558317" cy="646331"/>
              </a:xfrm>
              <a:prstGeom prst="rect">
                <a:avLst/>
              </a:prstGeom>
              <a:blipFill>
                <a:blip r:embed="rId6"/>
                <a:stretch>
                  <a:fillRect l="-988" t="-5660" b="-14151"/>
                </a:stretch>
              </a:blipFill>
            </p:spPr>
            <p:txBody>
              <a:bodyPr/>
              <a:lstStyle/>
              <a:p>
                <a:r>
                  <a:rPr lang="es-MX">
                    <a:noFill/>
                  </a:rPr>
                  <a:t> </a:t>
                </a:r>
              </a:p>
            </p:txBody>
          </p:sp>
        </mc:Fallback>
      </mc:AlternateContent>
    </p:spTree>
    <p:extLst>
      <p:ext uri="{BB962C8B-B14F-4D97-AF65-F5344CB8AC3E}">
        <p14:creationId xmlns:p14="http://schemas.microsoft.com/office/powerpoint/2010/main" val="1704371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BE01-6ECD-E7D9-AFD9-AFA9D92B23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350EC5-3FCD-4AF3-DE58-67C615D6F0B4}"/>
              </a:ext>
            </a:extLst>
          </p:cNvPr>
          <p:cNvSpPr>
            <a:spLocks noGrp="1"/>
          </p:cNvSpPr>
          <p:nvPr>
            <p:ph type="title"/>
          </p:nvPr>
        </p:nvSpPr>
        <p:spPr>
          <a:xfrm>
            <a:off x="220673" y="96012"/>
            <a:ext cx="11892558" cy="1179576"/>
          </a:xfrm>
        </p:spPr>
        <p:txBody>
          <a:bodyPr>
            <a:normAutofit/>
          </a:bodyPr>
          <a:lstStyle/>
          <a:p>
            <a:r>
              <a:rPr lang="es-ES_tradnl" dirty="0"/>
              <a:t>Modelo de regresión lineal | </a:t>
            </a:r>
            <a:r>
              <a:rPr lang="es-ES_tradnl" sz="3200" dirty="0"/>
              <a:t>Función de optimización</a:t>
            </a:r>
            <a:endParaRPr lang="es-ES_tradnl" dirty="0"/>
          </a:p>
        </p:txBody>
      </p:sp>
      <p:sp>
        <p:nvSpPr>
          <p:cNvPr id="45" name="CuadroTexto 44">
            <a:extLst>
              <a:ext uri="{FF2B5EF4-FFF2-40B4-BE49-F238E27FC236}">
                <a16:creationId xmlns:a16="http://schemas.microsoft.com/office/drawing/2014/main" id="{4001D9D3-ABDB-FE6E-212B-65B1E729A016}"/>
              </a:ext>
            </a:extLst>
          </p:cNvPr>
          <p:cNvSpPr txBox="1"/>
          <p:nvPr/>
        </p:nvSpPr>
        <p:spPr>
          <a:xfrm>
            <a:off x="5008045" y="1471718"/>
            <a:ext cx="6868880" cy="2308324"/>
          </a:xfrm>
          <a:prstGeom prst="rect">
            <a:avLst/>
          </a:prstGeom>
          <a:noFill/>
        </p:spPr>
        <p:txBody>
          <a:bodyPr wrap="square" rtlCol="0">
            <a:spAutoFit/>
          </a:bodyPr>
          <a:lstStyle/>
          <a:p>
            <a:r>
              <a:rPr lang="es-MX" dirty="0"/>
              <a:t>Recordemos como funciona el algoritmo de regresión lineal:</a:t>
            </a:r>
          </a:p>
          <a:p>
            <a:pPr marL="342900" indent="-342900">
              <a:buFont typeface="+mj-lt"/>
              <a:buAutoNum type="arabicPeriod"/>
            </a:pPr>
            <a:r>
              <a:rPr lang="es-MX" dirty="0"/>
              <a:t>Inicializar los parámetros de manera aleatoria (x = 10).</a:t>
            </a:r>
          </a:p>
          <a:p>
            <a:pPr marL="342900" indent="-342900">
              <a:buFont typeface="+mj-lt"/>
              <a:buAutoNum type="arabicPeriod"/>
            </a:pPr>
            <a:r>
              <a:rPr lang="es-MX" dirty="0"/>
              <a:t>Calculamos el error tomando en cuenta el valor de x</a:t>
            </a:r>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endParaRPr lang="es-MX" dirty="0"/>
          </a:p>
          <a:p>
            <a:r>
              <a:rPr lang="es-MX" dirty="0"/>
              <a:t> </a:t>
            </a:r>
          </a:p>
        </p:txBody>
      </p:sp>
      <p:grpSp>
        <p:nvGrpSpPr>
          <p:cNvPr id="10" name="Grupo 9">
            <a:extLst>
              <a:ext uri="{FF2B5EF4-FFF2-40B4-BE49-F238E27FC236}">
                <a16:creationId xmlns:a16="http://schemas.microsoft.com/office/drawing/2014/main" id="{37948207-F392-01B1-ECC7-941D99114E4D}"/>
              </a:ext>
            </a:extLst>
          </p:cNvPr>
          <p:cNvGrpSpPr/>
          <p:nvPr/>
        </p:nvGrpSpPr>
        <p:grpSpPr>
          <a:xfrm>
            <a:off x="712370" y="1275588"/>
            <a:ext cx="4914869" cy="4449404"/>
            <a:chOff x="725595" y="3387902"/>
            <a:chExt cx="4729982" cy="3269483"/>
          </a:xfrm>
        </p:grpSpPr>
        <p:cxnSp>
          <p:nvCxnSpPr>
            <p:cNvPr id="5" name="Conector recto 4">
              <a:extLst>
                <a:ext uri="{FF2B5EF4-FFF2-40B4-BE49-F238E27FC236}">
                  <a16:creationId xmlns:a16="http://schemas.microsoft.com/office/drawing/2014/main" id="{2B0ECFB9-E813-851D-A5D4-7311DF1A3501}"/>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68F3BB69-0AE4-B59F-5776-270CB9DECAF2}"/>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2B7A817D-79F8-056A-D402-40FC4FD052B0}"/>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1EB47EC4-49FB-E79F-8FC1-046A12F0FB20}"/>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sp>
        <p:nvSpPr>
          <p:cNvPr id="3" name="CuadroTexto 2">
            <a:extLst>
              <a:ext uri="{FF2B5EF4-FFF2-40B4-BE49-F238E27FC236}">
                <a16:creationId xmlns:a16="http://schemas.microsoft.com/office/drawing/2014/main" id="{1702D793-ADA0-9B58-C6F9-165AD206DD0C}"/>
              </a:ext>
            </a:extLst>
          </p:cNvPr>
          <p:cNvSpPr txBox="1"/>
          <p:nvPr/>
        </p:nvSpPr>
        <p:spPr>
          <a:xfrm>
            <a:off x="8123232" y="901369"/>
            <a:ext cx="3010753" cy="461665"/>
          </a:xfrm>
          <a:prstGeom prst="rect">
            <a:avLst/>
          </a:prstGeom>
          <a:noFill/>
        </p:spPr>
        <p:txBody>
          <a:bodyPr wrap="square" rtlCol="0">
            <a:spAutoFit/>
          </a:bodyPr>
          <a:lstStyle/>
          <a:p>
            <a:r>
              <a:rPr lang="es-MX" sz="2400" dirty="0"/>
              <a:t>(</a:t>
            </a:r>
            <a:r>
              <a:rPr lang="es-MX" sz="2400" dirty="0" err="1"/>
              <a:t>Gradient</a:t>
            </a:r>
            <a:r>
              <a:rPr lang="es-MX" sz="2400" dirty="0"/>
              <a:t> </a:t>
            </a:r>
            <a:r>
              <a:rPr lang="es-MX" sz="2400" dirty="0" err="1"/>
              <a:t>Descent</a:t>
            </a:r>
            <a:r>
              <a:rPr lang="es-MX" sz="2400" dirty="0"/>
              <a:t>)</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2365F03-A1DD-9FC9-FB21-24922691A276}"/>
                  </a:ext>
                </a:extLst>
              </p:cNvPr>
              <p:cNvSpPr txBox="1"/>
              <p:nvPr/>
            </p:nvSpPr>
            <p:spPr>
              <a:xfrm>
                <a:off x="7522191" y="2342661"/>
                <a:ext cx="1621405" cy="283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r>
                        <a:rPr lang="es-MX" b="1" i="1" smtClean="0">
                          <a:solidFill>
                            <a:schemeClr val="accent2">
                              <a:lumMod val="50000"/>
                            </a:schemeClr>
                          </a:solidFill>
                          <a:latin typeface="Cambria Math" panose="02040503050406030204" pitchFamily="18" charset="0"/>
                        </a:rPr>
                        <m:t>=</m:t>
                      </m:r>
                      <m:sSup>
                        <m:sSupPr>
                          <m:ctrlPr>
                            <a:rPr lang="es-MX" b="1" i="1" smtClean="0">
                              <a:solidFill>
                                <a:schemeClr val="accent2">
                                  <a:lumMod val="50000"/>
                                </a:schemeClr>
                              </a:solidFill>
                              <a:latin typeface="Cambria Math" panose="02040503050406030204" pitchFamily="18" charset="0"/>
                            </a:rPr>
                          </m:ctrlPr>
                        </m:sSupPr>
                        <m:e>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𝒙</m:t>
                          </m:r>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𝟑</m:t>
                          </m:r>
                          <m:r>
                            <a:rPr lang="es-MX" b="1" i="1" smtClean="0">
                              <a:solidFill>
                                <a:schemeClr val="accent2">
                                  <a:lumMod val="50000"/>
                                </a:schemeClr>
                              </a:solidFill>
                              <a:latin typeface="Cambria Math" panose="02040503050406030204" pitchFamily="18" charset="0"/>
                            </a:rPr>
                            <m:t>)</m:t>
                          </m:r>
                        </m:e>
                        <m:sup>
                          <m:r>
                            <a:rPr lang="es-MX" b="1" i="1" smtClean="0">
                              <a:solidFill>
                                <a:schemeClr val="accent2">
                                  <a:lumMod val="50000"/>
                                </a:schemeClr>
                              </a:solidFill>
                              <a:latin typeface="Cambria Math" panose="02040503050406030204" pitchFamily="18" charset="0"/>
                            </a:rPr>
                            <m:t>𝟐</m:t>
                          </m:r>
                        </m:sup>
                      </m:sSup>
                    </m:oMath>
                  </m:oMathPara>
                </a14:m>
                <a:endParaRPr lang="es-MX" b="1" dirty="0">
                  <a:solidFill>
                    <a:schemeClr val="accent2">
                      <a:lumMod val="50000"/>
                    </a:schemeClr>
                  </a:solidFill>
                </a:endParaRPr>
              </a:p>
            </p:txBody>
          </p:sp>
        </mc:Choice>
        <mc:Fallback xmlns="">
          <p:sp>
            <p:nvSpPr>
              <p:cNvPr id="6" name="CuadroTexto 5">
                <a:extLst>
                  <a:ext uri="{FF2B5EF4-FFF2-40B4-BE49-F238E27FC236}">
                    <a16:creationId xmlns:a16="http://schemas.microsoft.com/office/drawing/2014/main" id="{D2365F03-A1DD-9FC9-FB21-24922691A276}"/>
                  </a:ext>
                </a:extLst>
              </p:cNvPr>
              <p:cNvSpPr txBox="1">
                <a:spLocks noRot="1" noChangeAspect="1" noMove="1" noResize="1" noEditPoints="1" noAdjustHandles="1" noChangeArrowheads="1" noChangeShapeType="1" noTextEdit="1"/>
              </p:cNvSpPr>
              <p:nvPr/>
            </p:nvSpPr>
            <p:spPr>
              <a:xfrm>
                <a:off x="7522191" y="2342661"/>
                <a:ext cx="1621405" cy="283219"/>
              </a:xfrm>
              <a:prstGeom prst="rect">
                <a:avLst/>
              </a:prstGeom>
              <a:blipFill>
                <a:blip r:embed="rId3"/>
                <a:stretch>
                  <a:fillRect l="-4511" r="-752" b="-3404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9295E943-EB8B-6AF8-349F-D09E4B792273}"/>
                  </a:ext>
                </a:extLst>
              </p:cNvPr>
              <p:cNvSpPr txBox="1"/>
              <p:nvPr/>
            </p:nvSpPr>
            <p:spPr>
              <a:xfrm>
                <a:off x="518845" y="919872"/>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oMath>
                  </m:oMathPara>
                </a14:m>
                <a:endParaRPr lang="es-MX" dirty="0"/>
              </a:p>
            </p:txBody>
          </p:sp>
        </mc:Choice>
        <mc:Fallback xmlns="">
          <p:sp>
            <p:nvSpPr>
              <p:cNvPr id="12" name="CuadroTexto 11">
                <a:extLst>
                  <a:ext uri="{FF2B5EF4-FFF2-40B4-BE49-F238E27FC236}">
                    <a16:creationId xmlns:a16="http://schemas.microsoft.com/office/drawing/2014/main" id="{9295E943-EB8B-6AF8-349F-D09E4B792273}"/>
                  </a:ext>
                </a:extLst>
              </p:cNvPr>
              <p:cNvSpPr txBox="1">
                <a:spLocks noRot="1" noChangeAspect="1" noMove="1" noResize="1" noEditPoints="1" noAdjustHandles="1" noChangeArrowheads="1" noChangeShapeType="1" noTextEdit="1"/>
              </p:cNvSpPr>
              <p:nvPr/>
            </p:nvSpPr>
            <p:spPr>
              <a:xfrm>
                <a:off x="518845" y="919872"/>
                <a:ext cx="714053" cy="369332"/>
              </a:xfrm>
              <a:prstGeom prst="rect">
                <a:avLst/>
              </a:prstGeom>
              <a:blipFill>
                <a:blip r:embed="rId4"/>
                <a:stretch>
                  <a:fillRect b="-15000"/>
                </a:stretch>
              </a:blipFill>
            </p:spPr>
            <p:txBody>
              <a:bodyPr/>
              <a:lstStyle/>
              <a:p>
                <a:r>
                  <a:rPr lang="es-MX">
                    <a:noFill/>
                  </a:rPr>
                  <a:t> </a:t>
                </a:r>
              </a:p>
            </p:txBody>
          </p:sp>
        </mc:Fallback>
      </mc:AlternateContent>
      <p:sp>
        <p:nvSpPr>
          <p:cNvPr id="15" name="Forma libre: forma 14">
            <a:extLst>
              <a:ext uri="{FF2B5EF4-FFF2-40B4-BE49-F238E27FC236}">
                <a16:creationId xmlns:a16="http://schemas.microsoft.com/office/drawing/2014/main" id="{B566827D-72B7-324D-A6D7-5CCD1C1279AE}"/>
              </a:ext>
            </a:extLst>
          </p:cNvPr>
          <p:cNvSpPr/>
          <p:nvPr/>
        </p:nvSpPr>
        <p:spPr>
          <a:xfrm>
            <a:off x="802293" y="1233094"/>
            <a:ext cx="3383211" cy="4021081"/>
          </a:xfrm>
          <a:custGeom>
            <a:avLst/>
            <a:gdLst>
              <a:gd name="connsiteX0" fmla="*/ 0 w 2558266"/>
              <a:gd name="connsiteY0" fmla="*/ 0 h 3390538"/>
              <a:gd name="connsiteX1" fmla="*/ 1325367 w 2558266"/>
              <a:gd name="connsiteY1" fmla="*/ 3390472 h 3390538"/>
              <a:gd name="connsiteX2" fmla="*/ 2558266 w 2558266"/>
              <a:gd name="connsiteY2" fmla="*/ 102741 h 3390538"/>
              <a:gd name="connsiteX3" fmla="*/ 2558266 w 2558266"/>
              <a:gd name="connsiteY3" fmla="*/ 102741 h 3390538"/>
            </a:gdLst>
            <a:ahLst/>
            <a:cxnLst>
              <a:cxn ang="0">
                <a:pos x="connsiteX0" y="connsiteY0"/>
              </a:cxn>
              <a:cxn ang="0">
                <a:pos x="connsiteX1" y="connsiteY1"/>
              </a:cxn>
              <a:cxn ang="0">
                <a:pos x="connsiteX2" y="connsiteY2"/>
              </a:cxn>
              <a:cxn ang="0">
                <a:pos x="connsiteX3" y="connsiteY3"/>
              </a:cxn>
            </a:cxnLst>
            <a:rect l="l" t="t" r="r" b="b"/>
            <a:pathLst>
              <a:path w="2558266" h="3390538">
                <a:moveTo>
                  <a:pt x="0" y="0"/>
                </a:moveTo>
                <a:cubicBezTo>
                  <a:pt x="449494" y="1686674"/>
                  <a:pt x="898989" y="3373349"/>
                  <a:pt x="1325367" y="3390472"/>
                </a:cubicBezTo>
                <a:cubicBezTo>
                  <a:pt x="1751745" y="3407595"/>
                  <a:pt x="2558266" y="102741"/>
                  <a:pt x="2558266" y="102741"/>
                </a:cubicBezTo>
                <a:lnTo>
                  <a:pt x="2558266" y="10274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44E7D5B8-EE7F-CA67-37BB-8AE9D1A12294}"/>
                  </a:ext>
                </a:extLst>
              </p:cNvPr>
              <p:cNvSpPr txBox="1"/>
              <p:nvPr/>
            </p:nvSpPr>
            <p:spPr>
              <a:xfrm>
                <a:off x="5147353" y="3793658"/>
                <a:ext cx="6729572" cy="646331"/>
              </a:xfrm>
              <a:prstGeom prst="rect">
                <a:avLst/>
              </a:prstGeom>
              <a:noFill/>
            </p:spPr>
            <p:txBody>
              <a:bodyPr wrap="square" rtlCol="0">
                <a:spAutoFit/>
              </a:bodyPr>
              <a:lstStyle/>
              <a:p>
                <a:r>
                  <a:rPr lang="es-MX" dirty="0"/>
                  <a:t>¿Cómo se obtiene el valor mínimo de </a:t>
                </a:r>
                <a14:m>
                  <m:oMath xmlns:m="http://schemas.openxmlformats.org/officeDocument/2006/math">
                    <m:r>
                      <a:rPr lang="es-MX" b="1" i="1">
                        <a:solidFill>
                          <a:schemeClr val="accent2">
                            <a:lumMod val="50000"/>
                          </a:schemeClr>
                        </a:solidFill>
                        <a:latin typeface="Cambria Math" panose="02040503050406030204" pitchFamily="18" charset="0"/>
                      </a:rPr>
                      <m:t>𝒋</m:t>
                    </m:r>
                    <m:d>
                      <m:dPr>
                        <m:ctrlPr>
                          <a:rPr lang="es-MX" b="1" i="1">
                            <a:solidFill>
                              <a:schemeClr val="accent2">
                                <a:lumMod val="50000"/>
                              </a:schemeClr>
                            </a:solidFill>
                            <a:latin typeface="Cambria Math" panose="02040503050406030204" pitchFamily="18" charset="0"/>
                          </a:rPr>
                        </m:ctrlPr>
                      </m:dPr>
                      <m:e>
                        <m:r>
                          <a:rPr lang="es-MX" b="1" i="1">
                            <a:solidFill>
                              <a:schemeClr val="accent2">
                                <a:lumMod val="50000"/>
                              </a:schemeClr>
                            </a:solidFill>
                            <a:latin typeface="Cambria Math" panose="02040503050406030204" pitchFamily="18" charset="0"/>
                          </a:rPr>
                          <m:t>𝒙</m:t>
                        </m:r>
                      </m:e>
                    </m:d>
                  </m:oMath>
                </a14:m>
                <a:r>
                  <a:rPr lang="es-MX" dirty="0"/>
                  <a:t> de manera programática? </a:t>
                </a:r>
              </a:p>
            </p:txBody>
          </p:sp>
        </mc:Choice>
        <mc:Fallback xmlns="">
          <p:sp>
            <p:nvSpPr>
              <p:cNvPr id="30" name="CuadroTexto 29">
                <a:extLst>
                  <a:ext uri="{FF2B5EF4-FFF2-40B4-BE49-F238E27FC236}">
                    <a16:creationId xmlns:a16="http://schemas.microsoft.com/office/drawing/2014/main" id="{44E7D5B8-EE7F-CA67-37BB-8AE9D1A12294}"/>
                  </a:ext>
                </a:extLst>
              </p:cNvPr>
              <p:cNvSpPr txBox="1">
                <a:spLocks noRot="1" noChangeAspect="1" noMove="1" noResize="1" noEditPoints="1" noAdjustHandles="1" noChangeArrowheads="1" noChangeShapeType="1" noTextEdit="1"/>
              </p:cNvSpPr>
              <p:nvPr/>
            </p:nvSpPr>
            <p:spPr>
              <a:xfrm>
                <a:off x="5147353" y="3793658"/>
                <a:ext cx="6729572" cy="646331"/>
              </a:xfrm>
              <a:prstGeom prst="rect">
                <a:avLst/>
              </a:prstGeom>
              <a:blipFill>
                <a:blip r:embed="rId5"/>
                <a:stretch>
                  <a:fillRect l="-725" t="-4717" b="-14151"/>
                </a:stretch>
              </a:blipFill>
            </p:spPr>
            <p:txBody>
              <a:bodyPr/>
              <a:lstStyle/>
              <a:p>
                <a:r>
                  <a:rPr lang="es-MX">
                    <a:noFill/>
                  </a:rPr>
                  <a:t> </a:t>
                </a:r>
              </a:p>
            </p:txBody>
          </p:sp>
        </mc:Fallback>
      </mc:AlternateContent>
      <p:sp>
        <p:nvSpPr>
          <p:cNvPr id="11" name="CuadroTexto 10">
            <a:extLst>
              <a:ext uri="{FF2B5EF4-FFF2-40B4-BE49-F238E27FC236}">
                <a16:creationId xmlns:a16="http://schemas.microsoft.com/office/drawing/2014/main" id="{2AEB2D94-D288-E37E-EEAA-C63EB17FCE4D}"/>
              </a:ext>
            </a:extLst>
          </p:cNvPr>
          <p:cNvSpPr txBox="1"/>
          <p:nvPr/>
        </p:nvSpPr>
        <p:spPr>
          <a:xfrm>
            <a:off x="2354896" y="5249605"/>
            <a:ext cx="429401" cy="368542"/>
          </a:xfrm>
          <a:prstGeom prst="rect">
            <a:avLst/>
          </a:prstGeom>
          <a:noFill/>
        </p:spPr>
        <p:txBody>
          <a:bodyPr wrap="square" rtlCol="0">
            <a:spAutoFit/>
          </a:bodyPr>
          <a:lstStyle/>
          <a:p>
            <a:r>
              <a:rPr lang="es-MX" dirty="0"/>
              <a:t>3</a:t>
            </a:r>
          </a:p>
        </p:txBody>
      </p:sp>
      <p:sp>
        <p:nvSpPr>
          <p:cNvPr id="13" name="CuadroTexto 12">
            <a:extLst>
              <a:ext uri="{FF2B5EF4-FFF2-40B4-BE49-F238E27FC236}">
                <a16:creationId xmlns:a16="http://schemas.microsoft.com/office/drawing/2014/main" id="{78FCBC8C-7ED0-E8DC-0F00-4B3B8E02BE51}"/>
              </a:ext>
            </a:extLst>
          </p:cNvPr>
          <p:cNvSpPr txBox="1"/>
          <p:nvPr/>
        </p:nvSpPr>
        <p:spPr>
          <a:xfrm>
            <a:off x="3846026" y="5256364"/>
            <a:ext cx="429401" cy="368542"/>
          </a:xfrm>
          <a:prstGeom prst="rect">
            <a:avLst/>
          </a:prstGeom>
          <a:noFill/>
        </p:spPr>
        <p:txBody>
          <a:bodyPr wrap="square" rtlCol="0">
            <a:spAutoFit/>
          </a:bodyPr>
          <a:lstStyle/>
          <a:p>
            <a:r>
              <a:rPr lang="es-MX" dirty="0"/>
              <a:t>10</a:t>
            </a:r>
          </a:p>
        </p:txBody>
      </p:sp>
      <p:cxnSp>
        <p:nvCxnSpPr>
          <p:cNvPr id="16" name="Conector recto 15">
            <a:extLst>
              <a:ext uri="{FF2B5EF4-FFF2-40B4-BE49-F238E27FC236}">
                <a16:creationId xmlns:a16="http://schemas.microsoft.com/office/drawing/2014/main" id="{7441F9F4-AC11-1AD3-DF58-A6227A778E29}"/>
              </a:ext>
            </a:extLst>
          </p:cNvPr>
          <p:cNvCxnSpPr>
            <a:stCxn id="13" idx="0"/>
          </p:cNvCxnSpPr>
          <p:nvPr/>
        </p:nvCxnSpPr>
        <p:spPr>
          <a:xfrm flipH="1" flipV="1">
            <a:off x="4060726" y="1778208"/>
            <a:ext cx="1" cy="347815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ector recto 17">
            <a:extLst>
              <a:ext uri="{FF2B5EF4-FFF2-40B4-BE49-F238E27FC236}">
                <a16:creationId xmlns:a16="http://schemas.microsoft.com/office/drawing/2014/main" id="{B066345A-F6D0-56B9-AA3B-DED926918E32}"/>
              </a:ext>
            </a:extLst>
          </p:cNvPr>
          <p:cNvCxnSpPr>
            <a:endCxn id="9" idx="2"/>
          </p:cNvCxnSpPr>
          <p:nvPr/>
        </p:nvCxnSpPr>
        <p:spPr>
          <a:xfrm flipH="1">
            <a:off x="1021967" y="1778208"/>
            <a:ext cx="303875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45E8C13E-B15F-E602-0A13-FB1D03BAF739}"/>
                  </a:ext>
                </a:extLst>
              </p:cNvPr>
              <p:cNvSpPr txBox="1"/>
              <p:nvPr/>
            </p:nvSpPr>
            <p:spPr>
              <a:xfrm>
                <a:off x="445266" y="1600350"/>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5"/>
                          </a:solidFill>
                          <a:latin typeface="Cambria Math" panose="02040503050406030204" pitchFamily="18" charset="0"/>
                        </a:rPr>
                        <m:t>𝒋</m:t>
                      </m:r>
                      <m:d>
                        <m:dPr>
                          <m:ctrlPr>
                            <a:rPr lang="es-MX" b="1" i="1" smtClean="0">
                              <a:solidFill>
                                <a:schemeClr val="accent5"/>
                              </a:solidFill>
                              <a:latin typeface="Cambria Math" panose="02040503050406030204" pitchFamily="18" charset="0"/>
                            </a:rPr>
                          </m:ctrlPr>
                        </m:dPr>
                        <m:e>
                          <m:r>
                            <a:rPr lang="es-MX" b="1" i="1" smtClean="0">
                              <a:solidFill>
                                <a:schemeClr val="accent5"/>
                              </a:solidFill>
                              <a:latin typeface="Cambria Math" panose="02040503050406030204" pitchFamily="18" charset="0"/>
                            </a:rPr>
                            <m:t>𝟏𝟎</m:t>
                          </m:r>
                        </m:e>
                      </m:d>
                    </m:oMath>
                  </m:oMathPara>
                </a14:m>
                <a:endParaRPr lang="es-MX" dirty="0">
                  <a:solidFill>
                    <a:schemeClr val="accent5"/>
                  </a:solidFill>
                </a:endParaRPr>
              </a:p>
            </p:txBody>
          </p:sp>
        </mc:Choice>
        <mc:Fallback xmlns="">
          <p:sp>
            <p:nvSpPr>
              <p:cNvPr id="19" name="CuadroTexto 18">
                <a:extLst>
                  <a:ext uri="{FF2B5EF4-FFF2-40B4-BE49-F238E27FC236}">
                    <a16:creationId xmlns:a16="http://schemas.microsoft.com/office/drawing/2014/main" id="{45E8C13E-B15F-E602-0A13-FB1D03BAF739}"/>
                  </a:ext>
                </a:extLst>
              </p:cNvPr>
              <p:cNvSpPr txBox="1">
                <a:spLocks noRot="1" noChangeAspect="1" noMove="1" noResize="1" noEditPoints="1" noAdjustHandles="1" noChangeArrowheads="1" noChangeShapeType="1" noTextEdit="1"/>
              </p:cNvSpPr>
              <p:nvPr/>
            </p:nvSpPr>
            <p:spPr>
              <a:xfrm>
                <a:off x="445266" y="1600350"/>
                <a:ext cx="714053" cy="369332"/>
              </a:xfrm>
              <a:prstGeom prst="rect">
                <a:avLst/>
              </a:prstGeom>
              <a:blipFill>
                <a:blip r:embed="rId6"/>
                <a:stretch>
                  <a:fillRect l="-1709" b="-15000"/>
                </a:stretch>
              </a:blipFill>
            </p:spPr>
            <p:txBody>
              <a:bodyPr/>
              <a:lstStyle/>
              <a:p>
                <a:r>
                  <a:rPr lang="es-MX">
                    <a:noFill/>
                  </a:rPr>
                  <a:t> </a:t>
                </a:r>
              </a:p>
            </p:txBody>
          </p:sp>
        </mc:Fallback>
      </mc:AlternateContent>
    </p:spTree>
    <p:extLst>
      <p:ext uri="{BB962C8B-B14F-4D97-AF65-F5344CB8AC3E}">
        <p14:creationId xmlns:p14="http://schemas.microsoft.com/office/powerpoint/2010/main" val="3127908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695CA-1C35-B6A2-6D35-69D47C329F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4F6A5B-3FC4-D845-8BAC-92A466F0D88E}"/>
              </a:ext>
            </a:extLst>
          </p:cNvPr>
          <p:cNvSpPr>
            <a:spLocks noGrp="1"/>
          </p:cNvSpPr>
          <p:nvPr>
            <p:ph type="title"/>
          </p:nvPr>
        </p:nvSpPr>
        <p:spPr>
          <a:xfrm>
            <a:off x="220673" y="96012"/>
            <a:ext cx="11892558" cy="1179576"/>
          </a:xfrm>
        </p:spPr>
        <p:txBody>
          <a:bodyPr>
            <a:normAutofit/>
          </a:bodyPr>
          <a:lstStyle/>
          <a:p>
            <a:r>
              <a:rPr lang="es-ES_tradnl" dirty="0"/>
              <a:t>Modelo de regresión lineal | </a:t>
            </a:r>
            <a:r>
              <a:rPr lang="es-ES_tradnl" sz="3200" dirty="0"/>
              <a:t>Función de optimización</a:t>
            </a:r>
            <a:endParaRPr lang="es-ES_tradnl"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06B7A7D7-8514-5CC5-939C-5544655C90D7}"/>
                  </a:ext>
                </a:extLst>
              </p:cNvPr>
              <p:cNvSpPr txBox="1"/>
              <p:nvPr/>
            </p:nvSpPr>
            <p:spPr>
              <a:xfrm>
                <a:off x="5008045" y="1471718"/>
                <a:ext cx="6868880" cy="4895186"/>
              </a:xfrm>
              <a:prstGeom prst="rect">
                <a:avLst/>
              </a:prstGeom>
              <a:noFill/>
            </p:spPr>
            <p:txBody>
              <a:bodyPr wrap="square" rtlCol="0">
                <a:spAutoFit/>
              </a:bodyPr>
              <a:lstStyle/>
              <a:p>
                <a:r>
                  <a:rPr lang="es-MX" dirty="0"/>
                  <a:t>Recordemos como funciona el algoritmo de regresión lineal:</a:t>
                </a:r>
              </a:p>
              <a:p>
                <a:pPr marL="342900" indent="-342900">
                  <a:buFont typeface="+mj-lt"/>
                  <a:buAutoNum type="arabicPeriod"/>
                </a:pPr>
                <a:r>
                  <a:rPr lang="es-MX" dirty="0"/>
                  <a:t>Inicializar los parámetros de manera aleatoria (x = 10).</a:t>
                </a:r>
              </a:p>
              <a:p>
                <a:pPr marL="342900" indent="-342900">
                  <a:buFont typeface="+mj-lt"/>
                  <a:buAutoNum type="arabicPeriod"/>
                </a:pPr>
                <a:r>
                  <a:rPr lang="es-MX" dirty="0"/>
                  <a:t>Calculamos el error tomando en cuenta el valor de x</a:t>
                </a:r>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r>
                  <a:rPr lang="es-MX" dirty="0"/>
                  <a:t>Calculamos la derivada: </a:t>
                </a:r>
                <a14:m>
                  <m:oMath xmlns:m="http://schemas.openxmlformats.org/officeDocument/2006/math">
                    <m:f>
                      <m:fPr>
                        <m:ctrlPr>
                          <a:rPr lang="es-MX" i="1" smtClean="0">
                            <a:latin typeface="Cambria Math" panose="02040503050406030204" pitchFamily="18" charset="0"/>
                          </a:rPr>
                        </m:ctrlPr>
                      </m:fPr>
                      <m:num>
                        <m:r>
                          <a:rPr lang="es-MX" b="0" i="1" smtClean="0">
                            <a:latin typeface="Cambria Math" panose="02040503050406030204" pitchFamily="18" charset="0"/>
                          </a:rPr>
                          <m:t>𝑑</m:t>
                        </m:r>
                      </m:num>
                      <m:den>
                        <m:r>
                          <a:rPr lang="es-MX" b="0" i="1" smtClean="0">
                            <a:latin typeface="Cambria Math" panose="02040503050406030204" pitchFamily="18" charset="0"/>
                          </a:rPr>
                          <m:t>𝑑𝑥</m:t>
                        </m:r>
                      </m:den>
                    </m:f>
                    <m:r>
                      <a:rPr lang="es-MX" b="0" i="1" smtClean="0">
                        <a:latin typeface="Cambria Math" panose="02040503050406030204" pitchFamily="18" charset="0"/>
                      </a:rPr>
                      <m:t>𝑗</m:t>
                    </m:r>
                    <m:d>
                      <m:dPr>
                        <m:ctrlPr>
                          <a:rPr lang="es-MX" b="0" i="1" smtClean="0">
                            <a:latin typeface="Cambria Math" panose="02040503050406030204" pitchFamily="18" charset="0"/>
                          </a:rPr>
                        </m:ctrlPr>
                      </m:dPr>
                      <m:e>
                        <m:r>
                          <a:rPr lang="es-MX" b="0" i="1" smtClean="0">
                            <a:latin typeface="Cambria Math" panose="02040503050406030204" pitchFamily="18" charset="0"/>
                          </a:rPr>
                          <m:t>𝑥</m:t>
                        </m:r>
                      </m:e>
                    </m:d>
                    <m:r>
                      <a:rPr lang="es-MX" b="0" i="1" smtClean="0">
                        <a:latin typeface="Cambria Math" panose="02040503050406030204" pitchFamily="18" charset="0"/>
                      </a:rPr>
                      <m:t>=2</m:t>
                    </m:r>
                    <m:d>
                      <m:dPr>
                        <m:ctrlPr>
                          <a:rPr lang="es-MX" b="0" i="1" smtClean="0">
                            <a:latin typeface="Cambria Math" panose="02040503050406030204" pitchFamily="18" charset="0"/>
                          </a:rPr>
                        </m:ctrlPr>
                      </m:dPr>
                      <m:e>
                        <m:r>
                          <a:rPr lang="es-MX" b="0" i="1" smtClean="0">
                            <a:latin typeface="Cambria Math" panose="02040503050406030204" pitchFamily="18" charset="0"/>
                          </a:rPr>
                          <m:t>𝑥</m:t>
                        </m:r>
                        <m:r>
                          <a:rPr lang="es-MX" b="0" i="1" smtClean="0">
                            <a:latin typeface="Cambria Math" panose="02040503050406030204" pitchFamily="18" charset="0"/>
                          </a:rPr>
                          <m:t>−3</m:t>
                        </m:r>
                      </m:e>
                    </m:d>
                  </m:oMath>
                </a14:m>
                <a:endParaRPr lang="es-MX" b="0" dirty="0"/>
              </a:p>
              <a:p>
                <a:pPr marL="342900" indent="-342900">
                  <a:buFont typeface="+mj-lt"/>
                  <a:buAutoNum type="arabicPeriod"/>
                </a:pPr>
                <a:r>
                  <a:rPr lang="es-MX" dirty="0"/>
                  <a:t>Sustituimos el valor de x, para obtener la pendiente</a:t>
                </a:r>
              </a:p>
              <a:p>
                <a:pPr marL="342900" indent="-342900">
                  <a:buFont typeface="+mj-lt"/>
                  <a:buAutoNum type="arabicPeriod"/>
                </a:pPr>
                <a:endParaRPr lang="es-MX" dirty="0"/>
              </a:p>
              <a:p>
                <a:pPr lvl="4"/>
                <a14:m>
                  <m:oMathPara xmlns:m="http://schemas.openxmlformats.org/officeDocument/2006/math">
                    <m:oMathParaPr>
                      <m:jc m:val="centerGroup"/>
                    </m:oMathParaPr>
                    <m:oMath xmlns:m="http://schemas.openxmlformats.org/officeDocument/2006/math">
                      <m:f>
                        <m:fPr>
                          <m:ctrlPr>
                            <a:rPr lang="es-MX" i="1">
                              <a:latin typeface="Cambria Math" panose="02040503050406030204" pitchFamily="18" charset="0"/>
                            </a:rPr>
                          </m:ctrlPr>
                        </m:fPr>
                        <m:num>
                          <m:r>
                            <a:rPr lang="es-MX" i="1">
                              <a:latin typeface="Cambria Math" panose="02040503050406030204" pitchFamily="18" charset="0"/>
                            </a:rPr>
                            <m:t>𝑑</m:t>
                          </m:r>
                        </m:num>
                        <m:den>
                          <m:r>
                            <a:rPr lang="es-MX" i="1">
                              <a:latin typeface="Cambria Math" panose="02040503050406030204" pitchFamily="18" charset="0"/>
                            </a:rPr>
                            <m:t>𝑑𝑥</m:t>
                          </m:r>
                        </m:den>
                      </m:f>
                      <m:r>
                        <a:rPr lang="es-MX" i="1">
                          <a:latin typeface="Cambria Math" panose="02040503050406030204" pitchFamily="18" charset="0"/>
                        </a:rPr>
                        <m:t>𝑗</m:t>
                      </m:r>
                      <m:d>
                        <m:dPr>
                          <m:ctrlPr>
                            <a:rPr lang="es-MX" i="1">
                              <a:latin typeface="Cambria Math" panose="02040503050406030204" pitchFamily="18" charset="0"/>
                            </a:rPr>
                          </m:ctrlPr>
                        </m:dPr>
                        <m:e>
                          <m:r>
                            <a:rPr lang="es-MX" b="0" i="1" smtClean="0">
                              <a:latin typeface="Cambria Math" panose="02040503050406030204" pitchFamily="18" charset="0"/>
                            </a:rPr>
                            <m:t>10</m:t>
                          </m:r>
                        </m:e>
                      </m:d>
                      <m:r>
                        <a:rPr lang="es-MX" i="1">
                          <a:latin typeface="Cambria Math" panose="02040503050406030204" pitchFamily="18" charset="0"/>
                        </a:rPr>
                        <m:t>=2</m:t>
                      </m:r>
                      <m:d>
                        <m:dPr>
                          <m:ctrlPr>
                            <a:rPr lang="es-MX" i="1">
                              <a:latin typeface="Cambria Math" panose="02040503050406030204" pitchFamily="18" charset="0"/>
                            </a:rPr>
                          </m:ctrlPr>
                        </m:dPr>
                        <m:e>
                          <m:r>
                            <a:rPr lang="es-MX" b="0" i="1" smtClean="0">
                              <a:latin typeface="Cambria Math" panose="02040503050406030204" pitchFamily="18" charset="0"/>
                            </a:rPr>
                            <m:t>10</m:t>
                          </m:r>
                          <m:r>
                            <a:rPr lang="es-MX" i="1">
                              <a:latin typeface="Cambria Math" panose="02040503050406030204" pitchFamily="18" charset="0"/>
                            </a:rPr>
                            <m:t>−3</m:t>
                          </m:r>
                        </m:e>
                      </m:d>
                      <m:r>
                        <a:rPr lang="es-MX" b="0" i="1" smtClean="0">
                          <a:latin typeface="Cambria Math" panose="02040503050406030204" pitchFamily="18" charset="0"/>
                        </a:rPr>
                        <m:t>= </m:t>
                      </m:r>
                    </m:oMath>
                  </m:oMathPara>
                </a14:m>
                <a:endParaRPr lang="es-MX" dirty="0"/>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endParaRPr lang="es-MX" dirty="0"/>
              </a:p>
              <a:p>
                <a:pPr marL="342900" indent="-342900">
                  <a:buFont typeface="+mj-lt"/>
                  <a:buAutoNum type="arabicPeriod"/>
                </a:pPr>
                <a:r>
                  <a:rPr lang="es-MX" dirty="0"/>
                  <a:t>Buscar una manera de ir modificando el valor de x a fin de que el valor de la derivada vaya disminuyendo</a:t>
                </a:r>
              </a:p>
            </p:txBody>
          </p:sp>
        </mc:Choice>
        <mc:Fallback xmlns="">
          <p:sp>
            <p:nvSpPr>
              <p:cNvPr id="45" name="CuadroTexto 44">
                <a:extLst>
                  <a:ext uri="{FF2B5EF4-FFF2-40B4-BE49-F238E27FC236}">
                    <a16:creationId xmlns:a16="http://schemas.microsoft.com/office/drawing/2014/main" id="{06B7A7D7-8514-5CC5-939C-5544655C90D7}"/>
                  </a:ext>
                </a:extLst>
              </p:cNvPr>
              <p:cNvSpPr txBox="1">
                <a:spLocks noRot="1" noChangeAspect="1" noMove="1" noResize="1" noEditPoints="1" noAdjustHandles="1" noChangeArrowheads="1" noChangeShapeType="1" noTextEdit="1"/>
              </p:cNvSpPr>
              <p:nvPr/>
            </p:nvSpPr>
            <p:spPr>
              <a:xfrm>
                <a:off x="5008045" y="1471718"/>
                <a:ext cx="6868880" cy="4895186"/>
              </a:xfrm>
              <a:prstGeom prst="rect">
                <a:avLst/>
              </a:prstGeom>
              <a:blipFill>
                <a:blip r:embed="rId3"/>
                <a:stretch>
                  <a:fillRect l="-799" t="-623" b="-996"/>
                </a:stretch>
              </a:blipFill>
            </p:spPr>
            <p:txBody>
              <a:bodyPr/>
              <a:lstStyle/>
              <a:p>
                <a:r>
                  <a:rPr lang="es-MX">
                    <a:noFill/>
                  </a:rPr>
                  <a:t> </a:t>
                </a:r>
              </a:p>
            </p:txBody>
          </p:sp>
        </mc:Fallback>
      </mc:AlternateContent>
      <p:grpSp>
        <p:nvGrpSpPr>
          <p:cNvPr id="10" name="Grupo 9">
            <a:extLst>
              <a:ext uri="{FF2B5EF4-FFF2-40B4-BE49-F238E27FC236}">
                <a16:creationId xmlns:a16="http://schemas.microsoft.com/office/drawing/2014/main" id="{29823101-0A57-AE4B-D7F9-0306B96239B6}"/>
              </a:ext>
            </a:extLst>
          </p:cNvPr>
          <p:cNvGrpSpPr/>
          <p:nvPr/>
        </p:nvGrpSpPr>
        <p:grpSpPr>
          <a:xfrm>
            <a:off x="712370" y="1275588"/>
            <a:ext cx="4914869" cy="4449404"/>
            <a:chOff x="725595" y="3387902"/>
            <a:chExt cx="4729982" cy="3269483"/>
          </a:xfrm>
        </p:grpSpPr>
        <p:cxnSp>
          <p:nvCxnSpPr>
            <p:cNvPr id="5" name="Conector recto 4">
              <a:extLst>
                <a:ext uri="{FF2B5EF4-FFF2-40B4-BE49-F238E27FC236}">
                  <a16:creationId xmlns:a16="http://schemas.microsoft.com/office/drawing/2014/main" id="{F32712E4-2136-782A-03D2-DA18780BE423}"/>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81E20909-9137-CD99-D351-E26836644145}"/>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D328AFE5-A4F6-F86C-788B-BEE2B1D0008D}"/>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8FAE6731-183A-B8DA-1EA5-FEB90CFFCEAE}"/>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sp>
        <p:nvSpPr>
          <p:cNvPr id="3" name="CuadroTexto 2">
            <a:extLst>
              <a:ext uri="{FF2B5EF4-FFF2-40B4-BE49-F238E27FC236}">
                <a16:creationId xmlns:a16="http://schemas.microsoft.com/office/drawing/2014/main" id="{B31890A7-EC64-3400-739E-924C866A6B5D}"/>
              </a:ext>
            </a:extLst>
          </p:cNvPr>
          <p:cNvSpPr txBox="1"/>
          <p:nvPr/>
        </p:nvSpPr>
        <p:spPr>
          <a:xfrm>
            <a:off x="8123232" y="901369"/>
            <a:ext cx="3010753" cy="461665"/>
          </a:xfrm>
          <a:prstGeom prst="rect">
            <a:avLst/>
          </a:prstGeom>
          <a:noFill/>
        </p:spPr>
        <p:txBody>
          <a:bodyPr wrap="square" rtlCol="0">
            <a:spAutoFit/>
          </a:bodyPr>
          <a:lstStyle/>
          <a:p>
            <a:r>
              <a:rPr lang="es-MX" sz="2400" dirty="0"/>
              <a:t>(</a:t>
            </a:r>
            <a:r>
              <a:rPr lang="es-MX" sz="2400" dirty="0" err="1"/>
              <a:t>Gradient</a:t>
            </a:r>
            <a:r>
              <a:rPr lang="es-MX" sz="2400" dirty="0"/>
              <a:t> </a:t>
            </a:r>
            <a:r>
              <a:rPr lang="es-MX" sz="2400" dirty="0" err="1"/>
              <a:t>Descent</a:t>
            </a:r>
            <a:r>
              <a:rPr lang="es-MX" sz="2400" dirty="0"/>
              <a:t>)</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986A35A-63D9-994F-DB32-C6F18B0488FD}"/>
                  </a:ext>
                </a:extLst>
              </p:cNvPr>
              <p:cNvSpPr txBox="1"/>
              <p:nvPr/>
            </p:nvSpPr>
            <p:spPr>
              <a:xfrm>
                <a:off x="7522191" y="2342661"/>
                <a:ext cx="1621405" cy="283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r>
                        <a:rPr lang="es-MX" b="1" i="1" smtClean="0">
                          <a:solidFill>
                            <a:schemeClr val="accent2">
                              <a:lumMod val="50000"/>
                            </a:schemeClr>
                          </a:solidFill>
                          <a:latin typeface="Cambria Math" panose="02040503050406030204" pitchFamily="18" charset="0"/>
                        </a:rPr>
                        <m:t>=</m:t>
                      </m:r>
                      <m:sSup>
                        <m:sSupPr>
                          <m:ctrlPr>
                            <a:rPr lang="es-MX" b="1" i="1" smtClean="0">
                              <a:solidFill>
                                <a:schemeClr val="accent2">
                                  <a:lumMod val="50000"/>
                                </a:schemeClr>
                              </a:solidFill>
                              <a:latin typeface="Cambria Math" panose="02040503050406030204" pitchFamily="18" charset="0"/>
                            </a:rPr>
                          </m:ctrlPr>
                        </m:sSupPr>
                        <m:e>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𝒙</m:t>
                          </m:r>
                          <m:r>
                            <a:rPr lang="es-MX" b="1" i="1" smtClean="0">
                              <a:solidFill>
                                <a:schemeClr val="accent2">
                                  <a:lumMod val="50000"/>
                                </a:schemeClr>
                              </a:solidFill>
                              <a:latin typeface="Cambria Math" panose="02040503050406030204" pitchFamily="18" charset="0"/>
                            </a:rPr>
                            <m:t>−</m:t>
                          </m:r>
                          <m:r>
                            <a:rPr lang="es-MX" b="1" i="1" smtClean="0">
                              <a:solidFill>
                                <a:schemeClr val="accent2">
                                  <a:lumMod val="50000"/>
                                </a:schemeClr>
                              </a:solidFill>
                              <a:latin typeface="Cambria Math" panose="02040503050406030204" pitchFamily="18" charset="0"/>
                            </a:rPr>
                            <m:t>𝟑</m:t>
                          </m:r>
                          <m:r>
                            <a:rPr lang="es-MX" b="1" i="1" smtClean="0">
                              <a:solidFill>
                                <a:schemeClr val="accent2">
                                  <a:lumMod val="50000"/>
                                </a:schemeClr>
                              </a:solidFill>
                              <a:latin typeface="Cambria Math" panose="02040503050406030204" pitchFamily="18" charset="0"/>
                            </a:rPr>
                            <m:t>)</m:t>
                          </m:r>
                        </m:e>
                        <m:sup>
                          <m:r>
                            <a:rPr lang="es-MX" b="1" i="1" smtClean="0">
                              <a:solidFill>
                                <a:schemeClr val="accent2">
                                  <a:lumMod val="50000"/>
                                </a:schemeClr>
                              </a:solidFill>
                              <a:latin typeface="Cambria Math" panose="02040503050406030204" pitchFamily="18" charset="0"/>
                            </a:rPr>
                            <m:t>𝟐</m:t>
                          </m:r>
                        </m:sup>
                      </m:sSup>
                    </m:oMath>
                  </m:oMathPara>
                </a14:m>
                <a:endParaRPr lang="es-MX" b="1" dirty="0">
                  <a:solidFill>
                    <a:schemeClr val="accent2">
                      <a:lumMod val="50000"/>
                    </a:schemeClr>
                  </a:solidFill>
                </a:endParaRPr>
              </a:p>
            </p:txBody>
          </p:sp>
        </mc:Choice>
        <mc:Fallback xmlns="">
          <p:sp>
            <p:nvSpPr>
              <p:cNvPr id="6" name="CuadroTexto 5">
                <a:extLst>
                  <a:ext uri="{FF2B5EF4-FFF2-40B4-BE49-F238E27FC236}">
                    <a16:creationId xmlns:a16="http://schemas.microsoft.com/office/drawing/2014/main" id="{9986A35A-63D9-994F-DB32-C6F18B0488FD}"/>
                  </a:ext>
                </a:extLst>
              </p:cNvPr>
              <p:cNvSpPr txBox="1">
                <a:spLocks noRot="1" noChangeAspect="1" noMove="1" noResize="1" noEditPoints="1" noAdjustHandles="1" noChangeArrowheads="1" noChangeShapeType="1" noTextEdit="1"/>
              </p:cNvSpPr>
              <p:nvPr/>
            </p:nvSpPr>
            <p:spPr>
              <a:xfrm>
                <a:off x="7522191" y="2342661"/>
                <a:ext cx="1621405" cy="283219"/>
              </a:xfrm>
              <a:prstGeom prst="rect">
                <a:avLst/>
              </a:prstGeom>
              <a:blipFill>
                <a:blip r:embed="rId4"/>
                <a:stretch>
                  <a:fillRect l="-4511" r="-752" b="-3404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D02E3A5-5E40-7EB4-0699-2A3474D327F6}"/>
                  </a:ext>
                </a:extLst>
              </p:cNvPr>
              <p:cNvSpPr txBox="1"/>
              <p:nvPr/>
            </p:nvSpPr>
            <p:spPr>
              <a:xfrm>
                <a:off x="518845" y="919872"/>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oMath>
                  </m:oMathPara>
                </a14:m>
                <a:endParaRPr lang="es-MX" dirty="0"/>
              </a:p>
            </p:txBody>
          </p:sp>
        </mc:Choice>
        <mc:Fallback xmlns="">
          <p:sp>
            <p:nvSpPr>
              <p:cNvPr id="12" name="CuadroTexto 11">
                <a:extLst>
                  <a:ext uri="{FF2B5EF4-FFF2-40B4-BE49-F238E27FC236}">
                    <a16:creationId xmlns:a16="http://schemas.microsoft.com/office/drawing/2014/main" id="{8D02E3A5-5E40-7EB4-0699-2A3474D327F6}"/>
                  </a:ext>
                </a:extLst>
              </p:cNvPr>
              <p:cNvSpPr txBox="1">
                <a:spLocks noRot="1" noChangeAspect="1" noMove="1" noResize="1" noEditPoints="1" noAdjustHandles="1" noChangeArrowheads="1" noChangeShapeType="1" noTextEdit="1"/>
              </p:cNvSpPr>
              <p:nvPr/>
            </p:nvSpPr>
            <p:spPr>
              <a:xfrm>
                <a:off x="518845" y="919872"/>
                <a:ext cx="714053" cy="369332"/>
              </a:xfrm>
              <a:prstGeom prst="rect">
                <a:avLst/>
              </a:prstGeom>
              <a:blipFill>
                <a:blip r:embed="rId5"/>
                <a:stretch>
                  <a:fillRect b="-15000"/>
                </a:stretch>
              </a:blipFill>
            </p:spPr>
            <p:txBody>
              <a:bodyPr/>
              <a:lstStyle/>
              <a:p>
                <a:r>
                  <a:rPr lang="es-MX">
                    <a:noFill/>
                  </a:rPr>
                  <a:t> </a:t>
                </a:r>
              </a:p>
            </p:txBody>
          </p:sp>
        </mc:Fallback>
      </mc:AlternateContent>
      <p:sp>
        <p:nvSpPr>
          <p:cNvPr id="15" name="Forma libre: forma 14">
            <a:extLst>
              <a:ext uri="{FF2B5EF4-FFF2-40B4-BE49-F238E27FC236}">
                <a16:creationId xmlns:a16="http://schemas.microsoft.com/office/drawing/2014/main" id="{5407D101-232E-2254-A50F-A45B704C991F}"/>
              </a:ext>
            </a:extLst>
          </p:cNvPr>
          <p:cNvSpPr/>
          <p:nvPr/>
        </p:nvSpPr>
        <p:spPr>
          <a:xfrm>
            <a:off x="802293" y="1233094"/>
            <a:ext cx="3383211" cy="4021081"/>
          </a:xfrm>
          <a:custGeom>
            <a:avLst/>
            <a:gdLst>
              <a:gd name="connsiteX0" fmla="*/ 0 w 2558266"/>
              <a:gd name="connsiteY0" fmla="*/ 0 h 3390538"/>
              <a:gd name="connsiteX1" fmla="*/ 1325367 w 2558266"/>
              <a:gd name="connsiteY1" fmla="*/ 3390472 h 3390538"/>
              <a:gd name="connsiteX2" fmla="*/ 2558266 w 2558266"/>
              <a:gd name="connsiteY2" fmla="*/ 102741 h 3390538"/>
              <a:gd name="connsiteX3" fmla="*/ 2558266 w 2558266"/>
              <a:gd name="connsiteY3" fmla="*/ 102741 h 3390538"/>
            </a:gdLst>
            <a:ahLst/>
            <a:cxnLst>
              <a:cxn ang="0">
                <a:pos x="connsiteX0" y="connsiteY0"/>
              </a:cxn>
              <a:cxn ang="0">
                <a:pos x="connsiteX1" y="connsiteY1"/>
              </a:cxn>
              <a:cxn ang="0">
                <a:pos x="connsiteX2" y="connsiteY2"/>
              </a:cxn>
              <a:cxn ang="0">
                <a:pos x="connsiteX3" y="connsiteY3"/>
              </a:cxn>
            </a:cxnLst>
            <a:rect l="l" t="t" r="r" b="b"/>
            <a:pathLst>
              <a:path w="2558266" h="3390538">
                <a:moveTo>
                  <a:pt x="0" y="0"/>
                </a:moveTo>
                <a:cubicBezTo>
                  <a:pt x="449494" y="1686674"/>
                  <a:pt x="898989" y="3373349"/>
                  <a:pt x="1325367" y="3390472"/>
                </a:cubicBezTo>
                <a:cubicBezTo>
                  <a:pt x="1751745" y="3407595"/>
                  <a:pt x="2558266" y="102741"/>
                  <a:pt x="2558266" y="102741"/>
                </a:cubicBezTo>
                <a:lnTo>
                  <a:pt x="2558266" y="10274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26A02521-663B-2038-82A8-DF88F6A831D9}"/>
              </a:ext>
            </a:extLst>
          </p:cNvPr>
          <p:cNvSpPr txBox="1"/>
          <p:nvPr/>
        </p:nvSpPr>
        <p:spPr>
          <a:xfrm>
            <a:off x="2354896" y="5249605"/>
            <a:ext cx="429401" cy="368542"/>
          </a:xfrm>
          <a:prstGeom prst="rect">
            <a:avLst/>
          </a:prstGeom>
          <a:noFill/>
        </p:spPr>
        <p:txBody>
          <a:bodyPr wrap="square" rtlCol="0">
            <a:spAutoFit/>
          </a:bodyPr>
          <a:lstStyle/>
          <a:p>
            <a:r>
              <a:rPr lang="es-MX" dirty="0"/>
              <a:t>3</a:t>
            </a:r>
          </a:p>
        </p:txBody>
      </p:sp>
      <p:sp>
        <p:nvSpPr>
          <p:cNvPr id="13" name="CuadroTexto 12">
            <a:extLst>
              <a:ext uri="{FF2B5EF4-FFF2-40B4-BE49-F238E27FC236}">
                <a16:creationId xmlns:a16="http://schemas.microsoft.com/office/drawing/2014/main" id="{54CD43C7-9DC0-CC94-BECF-D116E0CA3003}"/>
              </a:ext>
            </a:extLst>
          </p:cNvPr>
          <p:cNvSpPr txBox="1"/>
          <p:nvPr/>
        </p:nvSpPr>
        <p:spPr>
          <a:xfrm>
            <a:off x="3846026" y="5256364"/>
            <a:ext cx="429401" cy="368542"/>
          </a:xfrm>
          <a:prstGeom prst="rect">
            <a:avLst/>
          </a:prstGeom>
          <a:noFill/>
        </p:spPr>
        <p:txBody>
          <a:bodyPr wrap="square" rtlCol="0">
            <a:spAutoFit/>
          </a:bodyPr>
          <a:lstStyle/>
          <a:p>
            <a:r>
              <a:rPr lang="es-MX" dirty="0"/>
              <a:t>10</a:t>
            </a:r>
          </a:p>
        </p:txBody>
      </p:sp>
      <p:cxnSp>
        <p:nvCxnSpPr>
          <p:cNvPr id="16" name="Conector recto 15">
            <a:extLst>
              <a:ext uri="{FF2B5EF4-FFF2-40B4-BE49-F238E27FC236}">
                <a16:creationId xmlns:a16="http://schemas.microsoft.com/office/drawing/2014/main" id="{EB766C74-AE2F-C59F-0BCD-D96445EB1538}"/>
              </a:ext>
            </a:extLst>
          </p:cNvPr>
          <p:cNvCxnSpPr>
            <a:stCxn id="13" idx="0"/>
          </p:cNvCxnSpPr>
          <p:nvPr/>
        </p:nvCxnSpPr>
        <p:spPr>
          <a:xfrm flipH="1" flipV="1">
            <a:off x="4060726" y="1778208"/>
            <a:ext cx="1" cy="347815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ector recto 17">
            <a:extLst>
              <a:ext uri="{FF2B5EF4-FFF2-40B4-BE49-F238E27FC236}">
                <a16:creationId xmlns:a16="http://schemas.microsoft.com/office/drawing/2014/main" id="{BB3F7FDE-062C-5FB3-3616-0E3C73416E32}"/>
              </a:ext>
            </a:extLst>
          </p:cNvPr>
          <p:cNvCxnSpPr>
            <a:endCxn id="9" idx="2"/>
          </p:cNvCxnSpPr>
          <p:nvPr/>
        </p:nvCxnSpPr>
        <p:spPr>
          <a:xfrm flipH="1">
            <a:off x="1021967" y="1778208"/>
            <a:ext cx="303875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7BFACD49-916D-3068-F9E6-7BB0F1B21CE6}"/>
                  </a:ext>
                </a:extLst>
              </p:cNvPr>
              <p:cNvSpPr txBox="1"/>
              <p:nvPr/>
            </p:nvSpPr>
            <p:spPr>
              <a:xfrm>
                <a:off x="445266" y="1600350"/>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5"/>
                          </a:solidFill>
                          <a:latin typeface="Cambria Math" panose="02040503050406030204" pitchFamily="18" charset="0"/>
                        </a:rPr>
                        <m:t>𝒋</m:t>
                      </m:r>
                      <m:d>
                        <m:dPr>
                          <m:ctrlPr>
                            <a:rPr lang="es-MX" b="1" i="1" smtClean="0">
                              <a:solidFill>
                                <a:schemeClr val="accent5"/>
                              </a:solidFill>
                              <a:latin typeface="Cambria Math" panose="02040503050406030204" pitchFamily="18" charset="0"/>
                            </a:rPr>
                          </m:ctrlPr>
                        </m:dPr>
                        <m:e>
                          <m:r>
                            <a:rPr lang="es-MX" b="1" i="1" smtClean="0">
                              <a:solidFill>
                                <a:schemeClr val="accent5"/>
                              </a:solidFill>
                              <a:latin typeface="Cambria Math" panose="02040503050406030204" pitchFamily="18" charset="0"/>
                            </a:rPr>
                            <m:t>𝟏𝟎</m:t>
                          </m:r>
                        </m:e>
                      </m:d>
                    </m:oMath>
                  </m:oMathPara>
                </a14:m>
                <a:endParaRPr lang="es-MX" dirty="0">
                  <a:solidFill>
                    <a:schemeClr val="accent5"/>
                  </a:solidFill>
                </a:endParaRPr>
              </a:p>
            </p:txBody>
          </p:sp>
        </mc:Choice>
        <mc:Fallback xmlns="">
          <p:sp>
            <p:nvSpPr>
              <p:cNvPr id="19" name="CuadroTexto 18">
                <a:extLst>
                  <a:ext uri="{FF2B5EF4-FFF2-40B4-BE49-F238E27FC236}">
                    <a16:creationId xmlns:a16="http://schemas.microsoft.com/office/drawing/2014/main" id="{7BFACD49-916D-3068-F9E6-7BB0F1B21CE6}"/>
                  </a:ext>
                </a:extLst>
              </p:cNvPr>
              <p:cNvSpPr txBox="1">
                <a:spLocks noRot="1" noChangeAspect="1" noMove="1" noResize="1" noEditPoints="1" noAdjustHandles="1" noChangeArrowheads="1" noChangeShapeType="1" noTextEdit="1"/>
              </p:cNvSpPr>
              <p:nvPr/>
            </p:nvSpPr>
            <p:spPr>
              <a:xfrm>
                <a:off x="445266" y="1600350"/>
                <a:ext cx="714053" cy="369332"/>
              </a:xfrm>
              <a:prstGeom prst="rect">
                <a:avLst/>
              </a:prstGeom>
              <a:blipFill>
                <a:blip r:embed="rId6"/>
                <a:stretch>
                  <a:fillRect l="-1709" b="-15000"/>
                </a:stretch>
              </a:blipFill>
            </p:spPr>
            <p:txBody>
              <a:bodyPr/>
              <a:lstStyle/>
              <a:p>
                <a:r>
                  <a:rPr lang="es-MX">
                    <a:noFill/>
                  </a:rPr>
                  <a:t> </a:t>
                </a:r>
              </a:p>
            </p:txBody>
          </p:sp>
        </mc:Fallback>
      </mc:AlternateContent>
      <p:sp>
        <p:nvSpPr>
          <p:cNvPr id="14" name="CuadroTexto 13">
            <a:extLst>
              <a:ext uri="{FF2B5EF4-FFF2-40B4-BE49-F238E27FC236}">
                <a16:creationId xmlns:a16="http://schemas.microsoft.com/office/drawing/2014/main" id="{E6F5284C-1F54-0730-5925-A10321B96A52}"/>
              </a:ext>
            </a:extLst>
          </p:cNvPr>
          <p:cNvSpPr txBox="1"/>
          <p:nvPr/>
        </p:nvSpPr>
        <p:spPr>
          <a:xfrm>
            <a:off x="5247233" y="4790522"/>
            <a:ext cx="6113122" cy="646331"/>
          </a:xfrm>
          <a:prstGeom prst="rect">
            <a:avLst/>
          </a:prstGeom>
          <a:noFill/>
        </p:spPr>
        <p:txBody>
          <a:bodyPr wrap="square">
            <a:spAutoFit/>
          </a:bodyPr>
          <a:lstStyle/>
          <a:p>
            <a:r>
              <a:rPr lang="es-MX" dirty="0"/>
              <a:t>¿Qué ocurre con la pendiente a medida que el valor de error se va acercando al mínimo?</a:t>
            </a:r>
          </a:p>
        </p:txBody>
      </p:sp>
      <p:sp>
        <p:nvSpPr>
          <p:cNvPr id="17" name="CuadroTexto 16">
            <a:extLst>
              <a:ext uri="{FF2B5EF4-FFF2-40B4-BE49-F238E27FC236}">
                <a16:creationId xmlns:a16="http://schemas.microsoft.com/office/drawing/2014/main" id="{A695F263-3583-DD9B-9E26-B0AFFA2FB0D2}"/>
              </a:ext>
            </a:extLst>
          </p:cNvPr>
          <p:cNvSpPr txBox="1"/>
          <p:nvPr/>
        </p:nvSpPr>
        <p:spPr>
          <a:xfrm>
            <a:off x="3207811" y="5247762"/>
            <a:ext cx="429401" cy="368542"/>
          </a:xfrm>
          <a:prstGeom prst="rect">
            <a:avLst/>
          </a:prstGeom>
          <a:noFill/>
        </p:spPr>
        <p:txBody>
          <a:bodyPr wrap="square" rtlCol="0">
            <a:spAutoFit/>
          </a:bodyPr>
          <a:lstStyle/>
          <a:p>
            <a:r>
              <a:rPr lang="es-MX" dirty="0"/>
              <a:t>5</a:t>
            </a:r>
          </a:p>
        </p:txBody>
      </p:sp>
    </p:spTree>
    <p:extLst>
      <p:ext uri="{BB962C8B-B14F-4D97-AF65-F5344CB8AC3E}">
        <p14:creationId xmlns:p14="http://schemas.microsoft.com/office/powerpoint/2010/main" val="3484303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7B50-2735-2D08-B512-4ACBB579BD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AFF125-F1B3-4AAE-655E-2B5D50C65B80}"/>
              </a:ext>
            </a:extLst>
          </p:cNvPr>
          <p:cNvSpPr>
            <a:spLocks noGrp="1"/>
          </p:cNvSpPr>
          <p:nvPr>
            <p:ph type="title"/>
          </p:nvPr>
        </p:nvSpPr>
        <p:spPr>
          <a:xfrm>
            <a:off x="220673" y="96012"/>
            <a:ext cx="11892558" cy="1179576"/>
          </a:xfrm>
        </p:spPr>
        <p:txBody>
          <a:bodyPr>
            <a:normAutofit/>
          </a:bodyPr>
          <a:lstStyle/>
          <a:p>
            <a:r>
              <a:rPr lang="es-ES_tradnl" dirty="0"/>
              <a:t>Modelo de regresión lineal | </a:t>
            </a:r>
            <a:r>
              <a:rPr lang="es-ES_tradnl" sz="3200" dirty="0"/>
              <a:t>Función de optimización</a:t>
            </a:r>
            <a:endParaRPr lang="es-ES_tradnl"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05B6716C-7B21-B2AD-E2B6-0FE4A6745959}"/>
                  </a:ext>
                </a:extLst>
              </p:cNvPr>
              <p:cNvSpPr txBox="1"/>
              <p:nvPr/>
            </p:nvSpPr>
            <p:spPr>
              <a:xfrm>
                <a:off x="5008045" y="1471718"/>
                <a:ext cx="6868880" cy="3930691"/>
              </a:xfrm>
              <a:prstGeom prst="rect">
                <a:avLst/>
              </a:prstGeom>
              <a:noFill/>
            </p:spPr>
            <p:txBody>
              <a:bodyPr wrap="square" rtlCol="0">
                <a:spAutoFit/>
              </a:bodyPr>
              <a:lstStyle/>
              <a:p>
                <a:r>
                  <a:rPr lang="es-MX" dirty="0"/>
                  <a:t>Buscar una manera de ir modificando el valor de x a fin de que el valor de la derivada vaya disminuyendo:</a:t>
                </a:r>
              </a:p>
              <a:p>
                <a:endParaRPr lang="es-MX" dirty="0"/>
              </a:p>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rPr>
                        <m:t>𝑥</m:t>
                      </m:r>
                      <m:r>
                        <a:rPr lang="es-MX" b="0" i="1" smtClean="0">
                          <a:latin typeface="Cambria Math" panose="02040503050406030204" pitchFamily="18" charset="0"/>
                        </a:rPr>
                        <m:t>−</m:t>
                      </m:r>
                      <m:f>
                        <m:fPr>
                          <m:ctrlPr>
                            <a:rPr lang="es-MX" b="0" i="1" smtClean="0">
                              <a:latin typeface="Cambria Math" panose="02040503050406030204" pitchFamily="18" charset="0"/>
                            </a:rPr>
                          </m:ctrlPr>
                        </m:fPr>
                        <m:num>
                          <m:r>
                            <a:rPr lang="es-MX" b="0" i="1" smtClean="0">
                              <a:latin typeface="Cambria Math" panose="02040503050406030204" pitchFamily="18" charset="0"/>
                            </a:rPr>
                            <m:t>𝑑</m:t>
                          </m:r>
                        </m:num>
                        <m:den>
                          <m:r>
                            <a:rPr lang="es-MX" b="0" i="1" smtClean="0">
                              <a:latin typeface="Cambria Math" panose="02040503050406030204" pitchFamily="18" charset="0"/>
                            </a:rPr>
                            <m:t>𝑑𝑥</m:t>
                          </m:r>
                        </m:den>
                      </m:f>
                      <m:r>
                        <a:rPr lang="es-MX" b="0" i="1" smtClean="0">
                          <a:latin typeface="Cambria Math" panose="02040503050406030204" pitchFamily="18" charset="0"/>
                        </a:rPr>
                        <m:t>𝑗</m:t>
                      </m:r>
                      <m:r>
                        <a:rPr lang="es-MX" b="0" i="1" smtClean="0">
                          <a:latin typeface="Cambria Math" panose="02040503050406030204" pitchFamily="18" charset="0"/>
                        </a:rPr>
                        <m:t>(</m:t>
                      </m:r>
                      <m:r>
                        <a:rPr lang="es-MX" b="0" i="1" smtClean="0">
                          <a:latin typeface="Cambria Math" panose="02040503050406030204" pitchFamily="18" charset="0"/>
                        </a:rPr>
                        <m:t>𝑥</m:t>
                      </m:r>
                      <m:r>
                        <a:rPr lang="es-MX" b="0" i="1" smtClean="0">
                          <a:latin typeface="Cambria Math" panose="02040503050406030204" pitchFamily="18" charset="0"/>
                        </a:rPr>
                        <m:t>)</m:t>
                      </m:r>
                    </m:oMath>
                  </m:oMathPara>
                </a14:m>
                <a:endParaRPr lang="es-MX" dirty="0"/>
              </a:p>
              <a:p>
                <a:pPr marL="285750" indent="-285750">
                  <a:buFont typeface="Arial" panose="020B0604020202020204" pitchFamily="34" charset="0"/>
                  <a:buChar char="•"/>
                </a:pPr>
                <a:r>
                  <a:rPr lang="es-MX" dirty="0" err="1"/>
                  <a:t>Gradient</a:t>
                </a:r>
                <a:r>
                  <a:rPr lang="es-MX" dirty="0"/>
                  <a:t> </a:t>
                </a:r>
                <a:r>
                  <a:rPr lang="es-MX" dirty="0" err="1"/>
                  <a:t>Descent</a:t>
                </a:r>
                <a:r>
                  <a:rPr lang="es-MX" dirty="0"/>
                  <a:t> realizará esta modificación, hasta que el valor de x ya no cambie:</a:t>
                </a:r>
              </a:p>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𝛼</m:t>
                      </m:r>
                      <m:f>
                        <m:fP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𝑑</m:t>
                          </m:r>
                        </m:num>
                        <m:den>
                          <m:r>
                            <a:rPr lang="es-MX" b="0" i="1" smtClean="0">
                              <a:latin typeface="Cambria Math" panose="02040503050406030204" pitchFamily="18" charset="0"/>
                              <a:ea typeface="Cambria Math" panose="02040503050406030204" pitchFamily="18" charset="0"/>
                            </a:rPr>
                            <m:t>𝑑𝑥</m:t>
                          </m:r>
                        </m:den>
                      </m:f>
                      <m:r>
                        <a:rPr lang="es-MX" b="0" i="1" smtClean="0">
                          <a:latin typeface="Cambria Math" panose="02040503050406030204" pitchFamily="18" charset="0"/>
                          <a:ea typeface="Cambria Math" panose="02040503050406030204" pitchFamily="18" charset="0"/>
                        </a:rPr>
                        <m:t>𝑗</m:t>
                      </m:r>
                      <m:d>
                        <m:dPr>
                          <m:ctrlPr>
                            <a:rPr lang="es-MX" b="0" i="1" smtClean="0">
                              <a:latin typeface="Cambria Math" panose="02040503050406030204" pitchFamily="18" charset="0"/>
                              <a:ea typeface="Cambria Math" panose="02040503050406030204" pitchFamily="18" charset="0"/>
                            </a:rPr>
                          </m:ctrlPr>
                        </m:dPr>
                        <m:e>
                          <m:r>
                            <a:rPr lang="es-MX" b="0" i="1" smtClean="0">
                              <a:latin typeface="Cambria Math" panose="02040503050406030204" pitchFamily="18" charset="0"/>
                              <a:ea typeface="Cambria Math" panose="02040503050406030204" pitchFamily="18" charset="0"/>
                            </a:rPr>
                            <m:t>𝑥</m:t>
                          </m:r>
                        </m:e>
                      </m:d>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𝑥</m:t>
                      </m:r>
                      <m:r>
                        <a:rPr lang="es-MX" b="0" i="1" smtClean="0">
                          <a:latin typeface="Cambria Math" panose="02040503050406030204" pitchFamily="18" charset="0"/>
                          <a:ea typeface="Cambria Math" panose="02040503050406030204" pitchFamily="18" charset="0"/>
                        </a:rPr>
                        <m:t>−</m:t>
                      </m:r>
                      <m:r>
                        <a:rPr lang="es-MX" b="0" i="1" smtClean="0">
                          <a:latin typeface="Cambria Math" panose="02040503050406030204" pitchFamily="18" charset="0"/>
                          <a:ea typeface="Cambria Math" panose="02040503050406030204" pitchFamily="18" charset="0"/>
                        </a:rPr>
                        <m:t>𝛼</m:t>
                      </m:r>
                      <m:r>
                        <a:rPr lang="es-MX" b="0" i="1" smtClean="0">
                          <a:latin typeface="Cambria Math" panose="02040503050406030204" pitchFamily="18" charset="0"/>
                          <a:ea typeface="Cambria Math" panose="02040503050406030204" pitchFamily="18" charset="0"/>
                        </a:rPr>
                        <m:t>2(</m:t>
                      </m:r>
                      <m:r>
                        <a:rPr lang="es-MX" b="0" i="1" smtClean="0">
                          <a:latin typeface="Cambria Math" panose="02040503050406030204" pitchFamily="18" charset="0"/>
                          <a:ea typeface="Cambria Math" panose="02040503050406030204" pitchFamily="18" charset="0"/>
                        </a:rPr>
                        <m:t>𝑥</m:t>
                      </m:r>
                      <m:r>
                        <a:rPr lang="es-MX" b="0" i="1" smtClean="0">
                          <a:latin typeface="Cambria Math" panose="02040503050406030204" pitchFamily="18" charset="0"/>
                          <a:ea typeface="Cambria Math" panose="02040503050406030204" pitchFamily="18" charset="0"/>
                        </a:rPr>
                        <m:t>−3)</m:t>
                      </m:r>
                    </m:oMath>
                  </m:oMathPara>
                </a14:m>
                <a:endParaRPr lang="es-MX" dirty="0"/>
              </a:p>
              <a:p>
                <a:endParaRPr lang="es-MX" dirty="0"/>
              </a:p>
              <a:p>
                <a:endParaRPr lang="es-MX" dirty="0"/>
              </a:p>
              <a:p>
                <a:endParaRPr lang="es-MX" dirty="0"/>
              </a:p>
              <a:p>
                <a:endParaRPr lang="es-MX" dirty="0"/>
              </a:p>
              <a:p>
                <a:endParaRPr lang="es-MX" dirty="0"/>
              </a:p>
            </p:txBody>
          </p:sp>
        </mc:Choice>
        <mc:Fallback xmlns="">
          <p:sp>
            <p:nvSpPr>
              <p:cNvPr id="45" name="CuadroTexto 44">
                <a:extLst>
                  <a:ext uri="{FF2B5EF4-FFF2-40B4-BE49-F238E27FC236}">
                    <a16:creationId xmlns:a16="http://schemas.microsoft.com/office/drawing/2014/main" id="{05B6716C-7B21-B2AD-E2B6-0FE4A6745959}"/>
                  </a:ext>
                </a:extLst>
              </p:cNvPr>
              <p:cNvSpPr txBox="1">
                <a:spLocks noRot="1" noChangeAspect="1" noMove="1" noResize="1" noEditPoints="1" noAdjustHandles="1" noChangeArrowheads="1" noChangeShapeType="1" noTextEdit="1"/>
              </p:cNvSpPr>
              <p:nvPr/>
            </p:nvSpPr>
            <p:spPr>
              <a:xfrm>
                <a:off x="5008045" y="1471718"/>
                <a:ext cx="6868880" cy="3930691"/>
              </a:xfrm>
              <a:prstGeom prst="rect">
                <a:avLst/>
              </a:prstGeom>
              <a:blipFill>
                <a:blip r:embed="rId3"/>
                <a:stretch>
                  <a:fillRect l="-799" t="-775" r="-266"/>
                </a:stretch>
              </a:blipFill>
            </p:spPr>
            <p:txBody>
              <a:bodyPr/>
              <a:lstStyle/>
              <a:p>
                <a:r>
                  <a:rPr lang="es-MX">
                    <a:noFill/>
                  </a:rPr>
                  <a:t> </a:t>
                </a:r>
              </a:p>
            </p:txBody>
          </p:sp>
        </mc:Fallback>
      </mc:AlternateContent>
      <p:grpSp>
        <p:nvGrpSpPr>
          <p:cNvPr id="10" name="Grupo 9">
            <a:extLst>
              <a:ext uri="{FF2B5EF4-FFF2-40B4-BE49-F238E27FC236}">
                <a16:creationId xmlns:a16="http://schemas.microsoft.com/office/drawing/2014/main" id="{DB886A67-9B83-DDF3-4FEE-56B854064A6F}"/>
              </a:ext>
            </a:extLst>
          </p:cNvPr>
          <p:cNvGrpSpPr/>
          <p:nvPr/>
        </p:nvGrpSpPr>
        <p:grpSpPr>
          <a:xfrm>
            <a:off x="712370" y="1275588"/>
            <a:ext cx="4914869" cy="4449404"/>
            <a:chOff x="725595" y="3387902"/>
            <a:chExt cx="4729982" cy="3269483"/>
          </a:xfrm>
        </p:grpSpPr>
        <p:cxnSp>
          <p:nvCxnSpPr>
            <p:cNvPr id="5" name="Conector recto 4">
              <a:extLst>
                <a:ext uri="{FF2B5EF4-FFF2-40B4-BE49-F238E27FC236}">
                  <a16:creationId xmlns:a16="http://schemas.microsoft.com/office/drawing/2014/main" id="{881FEF4D-C44E-B0B3-6194-85C8C698017F}"/>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BCE9807E-F9FD-0D9C-A275-7D1154BA1256}"/>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D42900F1-5D8D-78C2-89B3-BFA12BB4AECA}"/>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AF769435-B358-F0AE-F26D-B73B38C1B02A}"/>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sp>
        <p:nvSpPr>
          <p:cNvPr id="3" name="CuadroTexto 2">
            <a:extLst>
              <a:ext uri="{FF2B5EF4-FFF2-40B4-BE49-F238E27FC236}">
                <a16:creationId xmlns:a16="http://schemas.microsoft.com/office/drawing/2014/main" id="{B99AEA11-C0D8-7BF2-A911-A2D05AC3442E}"/>
              </a:ext>
            </a:extLst>
          </p:cNvPr>
          <p:cNvSpPr txBox="1"/>
          <p:nvPr/>
        </p:nvSpPr>
        <p:spPr>
          <a:xfrm>
            <a:off x="8123232" y="901369"/>
            <a:ext cx="3010753" cy="461665"/>
          </a:xfrm>
          <a:prstGeom prst="rect">
            <a:avLst/>
          </a:prstGeom>
          <a:noFill/>
        </p:spPr>
        <p:txBody>
          <a:bodyPr wrap="square" rtlCol="0">
            <a:spAutoFit/>
          </a:bodyPr>
          <a:lstStyle/>
          <a:p>
            <a:r>
              <a:rPr lang="es-MX" sz="2400" dirty="0"/>
              <a:t>(</a:t>
            </a:r>
            <a:r>
              <a:rPr lang="es-MX" sz="2400" dirty="0" err="1"/>
              <a:t>Gradient</a:t>
            </a:r>
            <a:r>
              <a:rPr lang="es-MX" sz="2400" dirty="0"/>
              <a:t> </a:t>
            </a:r>
            <a:r>
              <a:rPr lang="es-MX" sz="2400" dirty="0" err="1"/>
              <a:t>Descent</a:t>
            </a:r>
            <a:r>
              <a:rPr lang="es-MX" sz="2400" dirty="0"/>
              <a:t>)</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3335DF6-540B-49B4-5EB1-49FA670AB4B0}"/>
                  </a:ext>
                </a:extLst>
              </p:cNvPr>
              <p:cNvSpPr txBox="1"/>
              <p:nvPr/>
            </p:nvSpPr>
            <p:spPr>
              <a:xfrm>
                <a:off x="518845" y="919872"/>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oMath>
                  </m:oMathPara>
                </a14:m>
                <a:endParaRPr lang="es-MX" dirty="0"/>
              </a:p>
            </p:txBody>
          </p:sp>
        </mc:Choice>
        <mc:Fallback xmlns="">
          <p:sp>
            <p:nvSpPr>
              <p:cNvPr id="12" name="CuadroTexto 11">
                <a:extLst>
                  <a:ext uri="{FF2B5EF4-FFF2-40B4-BE49-F238E27FC236}">
                    <a16:creationId xmlns:a16="http://schemas.microsoft.com/office/drawing/2014/main" id="{63335DF6-540B-49B4-5EB1-49FA670AB4B0}"/>
                  </a:ext>
                </a:extLst>
              </p:cNvPr>
              <p:cNvSpPr txBox="1">
                <a:spLocks noRot="1" noChangeAspect="1" noMove="1" noResize="1" noEditPoints="1" noAdjustHandles="1" noChangeArrowheads="1" noChangeShapeType="1" noTextEdit="1"/>
              </p:cNvSpPr>
              <p:nvPr/>
            </p:nvSpPr>
            <p:spPr>
              <a:xfrm>
                <a:off x="518845" y="919872"/>
                <a:ext cx="714053" cy="369332"/>
              </a:xfrm>
              <a:prstGeom prst="rect">
                <a:avLst/>
              </a:prstGeom>
              <a:blipFill>
                <a:blip r:embed="rId4"/>
                <a:stretch>
                  <a:fillRect b="-15000"/>
                </a:stretch>
              </a:blipFill>
            </p:spPr>
            <p:txBody>
              <a:bodyPr/>
              <a:lstStyle/>
              <a:p>
                <a:r>
                  <a:rPr lang="es-MX">
                    <a:noFill/>
                  </a:rPr>
                  <a:t> </a:t>
                </a:r>
              </a:p>
            </p:txBody>
          </p:sp>
        </mc:Fallback>
      </mc:AlternateContent>
      <p:sp>
        <p:nvSpPr>
          <p:cNvPr id="15" name="Forma libre: forma 14">
            <a:extLst>
              <a:ext uri="{FF2B5EF4-FFF2-40B4-BE49-F238E27FC236}">
                <a16:creationId xmlns:a16="http://schemas.microsoft.com/office/drawing/2014/main" id="{8C1B4110-4CFA-02A3-FB3B-050E21B90986}"/>
              </a:ext>
            </a:extLst>
          </p:cNvPr>
          <p:cNvSpPr/>
          <p:nvPr/>
        </p:nvSpPr>
        <p:spPr>
          <a:xfrm>
            <a:off x="802293" y="1233094"/>
            <a:ext cx="3383211" cy="4021081"/>
          </a:xfrm>
          <a:custGeom>
            <a:avLst/>
            <a:gdLst>
              <a:gd name="connsiteX0" fmla="*/ 0 w 2558266"/>
              <a:gd name="connsiteY0" fmla="*/ 0 h 3390538"/>
              <a:gd name="connsiteX1" fmla="*/ 1325367 w 2558266"/>
              <a:gd name="connsiteY1" fmla="*/ 3390472 h 3390538"/>
              <a:gd name="connsiteX2" fmla="*/ 2558266 w 2558266"/>
              <a:gd name="connsiteY2" fmla="*/ 102741 h 3390538"/>
              <a:gd name="connsiteX3" fmla="*/ 2558266 w 2558266"/>
              <a:gd name="connsiteY3" fmla="*/ 102741 h 3390538"/>
            </a:gdLst>
            <a:ahLst/>
            <a:cxnLst>
              <a:cxn ang="0">
                <a:pos x="connsiteX0" y="connsiteY0"/>
              </a:cxn>
              <a:cxn ang="0">
                <a:pos x="connsiteX1" y="connsiteY1"/>
              </a:cxn>
              <a:cxn ang="0">
                <a:pos x="connsiteX2" y="connsiteY2"/>
              </a:cxn>
              <a:cxn ang="0">
                <a:pos x="connsiteX3" y="connsiteY3"/>
              </a:cxn>
            </a:cxnLst>
            <a:rect l="l" t="t" r="r" b="b"/>
            <a:pathLst>
              <a:path w="2558266" h="3390538">
                <a:moveTo>
                  <a:pt x="0" y="0"/>
                </a:moveTo>
                <a:cubicBezTo>
                  <a:pt x="449494" y="1686674"/>
                  <a:pt x="898989" y="3373349"/>
                  <a:pt x="1325367" y="3390472"/>
                </a:cubicBezTo>
                <a:cubicBezTo>
                  <a:pt x="1751745" y="3407595"/>
                  <a:pt x="2558266" y="102741"/>
                  <a:pt x="2558266" y="102741"/>
                </a:cubicBezTo>
                <a:lnTo>
                  <a:pt x="2558266" y="10274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AB87F641-FA25-17A3-D824-C82406426EFD}"/>
              </a:ext>
            </a:extLst>
          </p:cNvPr>
          <p:cNvSpPr txBox="1"/>
          <p:nvPr/>
        </p:nvSpPr>
        <p:spPr>
          <a:xfrm>
            <a:off x="2354896" y="5249605"/>
            <a:ext cx="429401" cy="368542"/>
          </a:xfrm>
          <a:prstGeom prst="rect">
            <a:avLst/>
          </a:prstGeom>
          <a:noFill/>
        </p:spPr>
        <p:txBody>
          <a:bodyPr wrap="square" rtlCol="0">
            <a:spAutoFit/>
          </a:bodyPr>
          <a:lstStyle/>
          <a:p>
            <a:r>
              <a:rPr lang="es-MX" dirty="0"/>
              <a:t>3</a:t>
            </a:r>
          </a:p>
        </p:txBody>
      </p:sp>
      <p:sp>
        <p:nvSpPr>
          <p:cNvPr id="13" name="CuadroTexto 12">
            <a:extLst>
              <a:ext uri="{FF2B5EF4-FFF2-40B4-BE49-F238E27FC236}">
                <a16:creationId xmlns:a16="http://schemas.microsoft.com/office/drawing/2014/main" id="{F2CA86EB-4103-6459-5C41-2F43B5B3C70F}"/>
              </a:ext>
            </a:extLst>
          </p:cNvPr>
          <p:cNvSpPr txBox="1"/>
          <p:nvPr/>
        </p:nvSpPr>
        <p:spPr>
          <a:xfrm>
            <a:off x="3846026" y="5256364"/>
            <a:ext cx="429401" cy="368542"/>
          </a:xfrm>
          <a:prstGeom prst="rect">
            <a:avLst/>
          </a:prstGeom>
          <a:noFill/>
        </p:spPr>
        <p:txBody>
          <a:bodyPr wrap="square" rtlCol="0">
            <a:spAutoFit/>
          </a:bodyPr>
          <a:lstStyle/>
          <a:p>
            <a:r>
              <a:rPr lang="es-MX" dirty="0"/>
              <a:t>10</a:t>
            </a:r>
          </a:p>
        </p:txBody>
      </p:sp>
      <p:cxnSp>
        <p:nvCxnSpPr>
          <p:cNvPr id="16" name="Conector recto 15">
            <a:extLst>
              <a:ext uri="{FF2B5EF4-FFF2-40B4-BE49-F238E27FC236}">
                <a16:creationId xmlns:a16="http://schemas.microsoft.com/office/drawing/2014/main" id="{A8DD098D-50D2-7572-D250-6263427D034A}"/>
              </a:ext>
            </a:extLst>
          </p:cNvPr>
          <p:cNvCxnSpPr>
            <a:stCxn id="13" idx="0"/>
          </p:cNvCxnSpPr>
          <p:nvPr/>
        </p:nvCxnSpPr>
        <p:spPr>
          <a:xfrm flipH="1" flipV="1">
            <a:off x="4060726" y="1778208"/>
            <a:ext cx="1" cy="347815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ector recto 17">
            <a:extLst>
              <a:ext uri="{FF2B5EF4-FFF2-40B4-BE49-F238E27FC236}">
                <a16:creationId xmlns:a16="http://schemas.microsoft.com/office/drawing/2014/main" id="{94654455-386D-CB71-661F-4E892E9506A1}"/>
              </a:ext>
            </a:extLst>
          </p:cNvPr>
          <p:cNvCxnSpPr>
            <a:endCxn id="9" idx="2"/>
          </p:cNvCxnSpPr>
          <p:nvPr/>
        </p:nvCxnSpPr>
        <p:spPr>
          <a:xfrm flipH="1">
            <a:off x="1021967" y="1778208"/>
            <a:ext cx="303875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A781C54-D517-E934-E289-707FB8D2DE38}"/>
                  </a:ext>
                </a:extLst>
              </p:cNvPr>
              <p:cNvSpPr txBox="1"/>
              <p:nvPr/>
            </p:nvSpPr>
            <p:spPr>
              <a:xfrm>
                <a:off x="445266" y="1600350"/>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5"/>
                          </a:solidFill>
                          <a:latin typeface="Cambria Math" panose="02040503050406030204" pitchFamily="18" charset="0"/>
                        </a:rPr>
                        <m:t>𝒋</m:t>
                      </m:r>
                      <m:d>
                        <m:dPr>
                          <m:ctrlPr>
                            <a:rPr lang="es-MX" b="1" i="1" smtClean="0">
                              <a:solidFill>
                                <a:schemeClr val="accent5"/>
                              </a:solidFill>
                              <a:latin typeface="Cambria Math" panose="02040503050406030204" pitchFamily="18" charset="0"/>
                            </a:rPr>
                          </m:ctrlPr>
                        </m:dPr>
                        <m:e>
                          <m:r>
                            <a:rPr lang="es-MX" b="1" i="1" smtClean="0">
                              <a:solidFill>
                                <a:schemeClr val="accent5"/>
                              </a:solidFill>
                              <a:latin typeface="Cambria Math" panose="02040503050406030204" pitchFamily="18" charset="0"/>
                            </a:rPr>
                            <m:t>𝟏𝟎</m:t>
                          </m:r>
                        </m:e>
                      </m:d>
                    </m:oMath>
                  </m:oMathPara>
                </a14:m>
                <a:endParaRPr lang="es-MX" dirty="0">
                  <a:solidFill>
                    <a:schemeClr val="accent5"/>
                  </a:solidFill>
                </a:endParaRPr>
              </a:p>
            </p:txBody>
          </p:sp>
        </mc:Choice>
        <mc:Fallback xmlns="">
          <p:sp>
            <p:nvSpPr>
              <p:cNvPr id="19" name="CuadroTexto 18">
                <a:extLst>
                  <a:ext uri="{FF2B5EF4-FFF2-40B4-BE49-F238E27FC236}">
                    <a16:creationId xmlns:a16="http://schemas.microsoft.com/office/drawing/2014/main" id="{8A781C54-D517-E934-E289-707FB8D2DE38}"/>
                  </a:ext>
                </a:extLst>
              </p:cNvPr>
              <p:cNvSpPr txBox="1">
                <a:spLocks noRot="1" noChangeAspect="1" noMove="1" noResize="1" noEditPoints="1" noAdjustHandles="1" noChangeArrowheads="1" noChangeShapeType="1" noTextEdit="1"/>
              </p:cNvSpPr>
              <p:nvPr/>
            </p:nvSpPr>
            <p:spPr>
              <a:xfrm>
                <a:off x="445266" y="1600350"/>
                <a:ext cx="714053" cy="369332"/>
              </a:xfrm>
              <a:prstGeom prst="rect">
                <a:avLst/>
              </a:prstGeom>
              <a:blipFill>
                <a:blip r:embed="rId5"/>
                <a:stretch>
                  <a:fillRect l="-1709" b="-15000"/>
                </a:stretch>
              </a:blipFill>
            </p:spPr>
            <p:txBody>
              <a:bodyPr/>
              <a:lstStyle/>
              <a:p>
                <a:r>
                  <a:rPr lang="es-MX">
                    <a:noFill/>
                  </a:rPr>
                  <a:t> </a:t>
                </a:r>
              </a:p>
            </p:txBody>
          </p:sp>
        </mc:Fallback>
      </mc:AlternateContent>
      <p:sp>
        <p:nvSpPr>
          <p:cNvPr id="17" name="CuadroTexto 16">
            <a:extLst>
              <a:ext uri="{FF2B5EF4-FFF2-40B4-BE49-F238E27FC236}">
                <a16:creationId xmlns:a16="http://schemas.microsoft.com/office/drawing/2014/main" id="{CE100766-6FDF-2D4E-C382-DA53EF541DC4}"/>
              </a:ext>
            </a:extLst>
          </p:cNvPr>
          <p:cNvSpPr txBox="1"/>
          <p:nvPr/>
        </p:nvSpPr>
        <p:spPr>
          <a:xfrm>
            <a:off x="3207811" y="5247762"/>
            <a:ext cx="429401" cy="368542"/>
          </a:xfrm>
          <a:prstGeom prst="rect">
            <a:avLst/>
          </a:prstGeom>
          <a:noFill/>
        </p:spPr>
        <p:txBody>
          <a:bodyPr wrap="square" rtlCol="0">
            <a:spAutoFit/>
          </a:bodyPr>
          <a:lstStyle/>
          <a:p>
            <a:r>
              <a:rPr lang="es-MX" dirty="0"/>
              <a:t>5</a:t>
            </a:r>
          </a:p>
        </p:txBody>
      </p:sp>
    </p:spTree>
    <p:extLst>
      <p:ext uri="{BB962C8B-B14F-4D97-AF65-F5344CB8AC3E}">
        <p14:creationId xmlns:p14="http://schemas.microsoft.com/office/powerpoint/2010/main" val="3617961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41565-1100-088F-C52D-429B0F6020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9C94B7-2B56-EE75-6CAF-242C1C2FD645}"/>
              </a:ext>
            </a:extLst>
          </p:cNvPr>
          <p:cNvSpPr>
            <a:spLocks noGrp="1"/>
          </p:cNvSpPr>
          <p:nvPr>
            <p:ph type="title"/>
          </p:nvPr>
        </p:nvSpPr>
        <p:spPr>
          <a:xfrm>
            <a:off x="220673" y="96012"/>
            <a:ext cx="11892558" cy="1179576"/>
          </a:xfrm>
        </p:spPr>
        <p:txBody>
          <a:bodyPr>
            <a:normAutofit/>
          </a:bodyPr>
          <a:lstStyle/>
          <a:p>
            <a:r>
              <a:rPr lang="es-ES_tradnl" dirty="0"/>
              <a:t>Modelo de regresión lineal | </a:t>
            </a:r>
            <a:r>
              <a:rPr lang="es-ES_tradnl" sz="3200" dirty="0"/>
              <a:t>Función de optimización</a:t>
            </a:r>
            <a:endParaRPr lang="es-ES_tradnl" dirty="0"/>
          </a:p>
        </p:txBody>
      </p:sp>
      <p:sp>
        <p:nvSpPr>
          <p:cNvPr id="45" name="CuadroTexto 44">
            <a:extLst>
              <a:ext uri="{FF2B5EF4-FFF2-40B4-BE49-F238E27FC236}">
                <a16:creationId xmlns:a16="http://schemas.microsoft.com/office/drawing/2014/main" id="{C5D45F6F-B678-9767-0F8A-F72CA5129328}"/>
              </a:ext>
            </a:extLst>
          </p:cNvPr>
          <p:cNvSpPr txBox="1"/>
          <p:nvPr/>
        </p:nvSpPr>
        <p:spPr>
          <a:xfrm>
            <a:off x="5008045" y="1471718"/>
            <a:ext cx="6868880" cy="369332"/>
          </a:xfrm>
          <a:prstGeom prst="rect">
            <a:avLst/>
          </a:prstGeom>
          <a:noFill/>
        </p:spPr>
        <p:txBody>
          <a:bodyPr wrap="square" rtlCol="0">
            <a:spAutoFit/>
          </a:bodyPr>
          <a:lstStyle/>
          <a:p>
            <a:r>
              <a:rPr lang="es-MX" dirty="0"/>
              <a:t>Aplicando </a:t>
            </a:r>
            <a:r>
              <a:rPr lang="es-MX" dirty="0" err="1"/>
              <a:t>Gradient</a:t>
            </a:r>
            <a:r>
              <a:rPr lang="es-MX" dirty="0"/>
              <a:t> </a:t>
            </a:r>
            <a:r>
              <a:rPr lang="es-MX" dirty="0" err="1"/>
              <a:t>Descent</a:t>
            </a:r>
            <a:r>
              <a:rPr lang="es-MX" dirty="0"/>
              <a:t> a la función de error MSE</a:t>
            </a:r>
          </a:p>
        </p:txBody>
      </p:sp>
      <p:grpSp>
        <p:nvGrpSpPr>
          <p:cNvPr id="10" name="Grupo 9">
            <a:extLst>
              <a:ext uri="{FF2B5EF4-FFF2-40B4-BE49-F238E27FC236}">
                <a16:creationId xmlns:a16="http://schemas.microsoft.com/office/drawing/2014/main" id="{1BB601AC-0D1C-49D6-8DE2-391B53EA5BEE}"/>
              </a:ext>
            </a:extLst>
          </p:cNvPr>
          <p:cNvGrpSpPr/>
          <p:nvPr/>
        </p:nvGrpSpPr>
        <p:grpSpPr>
          <a:xfrm>
            <a:off x="712370" y="1275588"/>
            <a:ext cx="4914869" cy="4449404"/>
            <a:chOff x="725595" y="3387902"/>
            <a:chExt cx="4729982" cy="3269483"/>
          </a:xfrm>
        </p:grpSpPr>
        <p:cxnSp>
          <p:nvCxnSpPr>
            <p:cNvPr id="5" name="Conector recto 4">
              <a:extLst>
                <a:ext uri="{FF2B5EF4-FFF2-40B4-BE49-F238E27FC236}">
                  <a16:creationId xmlns:a16="http://schemas.microsoft.com/office/drawing/2014/main" id="{10A9B0EE-C831-1D09-48CF-4A6A74A66F56}"/>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7" name="Conector recto 6">
              <a:extLst>
                <a:ext uri="{FF2B5EF4-FFF2-40B4-BE49-F238E27FC236}">
                  <a16:creationId xmlns:a16="http://schemas.microsoft.com/office/drawing/2014/main" id="{868C3E36-03E4-8632-AE15-6FD1E996805B}"/>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8D1623EE-4494-EB43-4715-C9FBD947CBF0}"/>
                </a:ext>
              </a:extLst>
            </p:cNvPr>
            <p:cNvSpPr txBox="1"/>
            <p:nvPr/>
          </p:nvSpPr>
          <p:spPr>
            <a:xfrm>
              <a:off x="4859676" y="6288053"/>
              <a:ext cx="595901" cy="369332"/>
            </a:xfrm>
            <a:prstGeom prst="rect">
              <a:avLst/>
            </a:prstGeom>
            <a:noFill/>
          </p:spPr>
          <p:txBody>
            <a:bodyPr wrap="square" rtlCol="0">
              <a:spAutoFit/>
            </a:bodyPr>
            <a:lstStyle/>
            <a:p>
              <a:r>
                <a:rPr lang="es-MX" b="1" dirty="0"/>
                <a:t>x</a:t>
              </a:r>
            </a:p>
          </p:txBody>
        </p:sp>
        <p:sp>
          <p:nvSpPr>
            <p:cNvPr id="9" name="CuadroTexto 8">
              <a:extLst>
                <a:ext uri="{FF2B5EF4-FFF2-40B4-BE49-F238E27FC236}">
                  <a16:creationId xmlns:a16="http://schemas.microsoft.com/office/drawing/2014/main" id="{791546A7-F30F-2C24-8B0D-E2FE37939522}"/>
                </a:ext>
              </a:extLst>
            </p:cNvPr>
            <p:cNvSpPr txBox="1"/>
            <p:nvPr/>
          </p:nvSpPr>
          <p:spPr>
            <a:xfrm>
              <a:off x="725595" y="3387902"/>
              <a:ext cx="595901" cy="369332"/>
            </a:xfrm>
            <a:prstGeom prst="rect">
              <a:avLst/>
            </a:prstGeom>
            <a:noFill/>
          </p:spPr>
          <p:txBody>
            <a:bodyPr wrap="square" rtlCol="0">
              <a:spAutoFit/>
            </a:bodyPr>
            <a:lstStyle/>
            <a:p>
              <a:r>
                <a:rPr lang="es-MX" b="1" dirty="0"/>
                <a:t>y</a:t>
              </a:r>
            </a:p>
          </p:txBody>
        </p:sp>
      </p:grpSp>
      <p:sp>
        <p:nvSpPr>
          <p:cNvPr id="3" name="CuadroTexto 2">
            <a:extLst>
              <a:ext uri="{FF2B5EF4-FFF2-40B4-BE49-F238E27FC236}">
                <a16:creationId xmlns:a16="http://schemas.microsoft.com/office/drawing/2014/main" id="{F5252A8D-4EDA-3572-5AD8-7853906A8178}"/>
              </a:ext>
            </a:extLst>
          </p:cNvPr>
          <p:cNvSpPr txBox="1"/>
          <p:nvPr/>
        </p:nvSpPr>
        <p:spPr>
          <a:xfrm>
            <a:off x="8123232" y="901369"/>
            <a:ext cx="3010753" cy="461665"/>
          </a:xfrm>
          <a:prstGeom prst="rect">
            <a:avLst/>
          </a:prstGeom>
          <a:noFill/>
        </p:spPr>
        <p:txBody>
          <a:bodyPr wrap="square" rtlCol="0">
            <a:spAutoFit/>
          </a:bodyPr>
          <a:lstStyle/>
          <a:p>
            <a:r>
              <a:rPr lang="es-MX" sz="2400" dirty="0"/>
              <a:t>(</a:t>
            </a:r>
            <a:r>
              <a:rPr lang="es-MX" sz="2400" dirty="0" err="1"/>
              <a:t>Gradient</a:t>
            </a:r>
            <a:r>
              <a:rPr lang="es-MX" sz="2400" dirty="0"/>
              <a:t> </a:t>
            </a:r>
            <a:r>
              <a:rPr lang="es-MX" sz="2400" dirty="0" err="1"/>
              <a:t>Descent</a:t>
            </a:r>
            <a:r>
              <a:rPr lang="es-MX" sz="2400" dirty="0"/>
              <a:t>)</a:t>
            </a: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557FED8-DBBC-18FD-1C28-742E19974D7C}"/>
                  </a:ext>
                </a:extLst>
              </p:cNvPr>
              <p:cNvSpPr txBox="1"/>
              <p:nvPr/>
            </p:nvSpPr>
            <p:spPr>
              <a:xfrm>
                <a:off x="518845" y="919872"/>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2">
                              <a:lumMod val="50000"/>
                            </a:schemeClr>
                          </a:solidFill>
                          <a:latin typeface="Cambria Math" panose="02040503050406030204" pitchFamily="18" charset="0"/>
                        </a:rPr>
                        <m:t>𝒋</m:t>
                      </m:r>
                      <m:d>
                        <m:dPr>
                          <m:ctrlPr>
                            <a:rPr lang="es-MX" b="1" i="1" smtClean="0">
                              <a:solidFill>
                                <a:schemeClr val="accent2">
                                  <a:lumMod val="50000"/>
                                </a:schemeClr>
                              </a:solidFill>
                              <a:latin typeface="Cambria Math" panose="02040503050406030204" pitchFamily="18" charset="0"/>
                            </a:rPr>
                          </m:ctrlPr>
                        </m:dPr>
                        <m:e>
                          <m:r>
                            <a:rPr lang="es-MX" b="1" i="1" smtClean="0">
                              <a:solidFill>
                                <a:schemeClr val="accent2">
                                  <a:lumMod val="50000"/>
                                </a:schemeClr>
                              </a:solidFill>
                              <a:latin typeface="Cambria Math" panose="02040503050406030204" pitchFamily="18" charset="0"/>
                            </a:rPr>
                            <m:t>𝒙</m:t>
                          </m:r>
                        </m:e>
                      </m:d>
                    </m:oMath>
                  </m:oMathPara>
                </a14:m>
                <a:endParaRPr lang="es-MX" dirty="0"/>
              </a:p>
            </p:txBody>
          </p:sp>
        </mc:Choice>
        <mc:Fallback xmlns="">
          <p:sp>
            <p:nvSpPr>
              <p:cNvPr id="12" name="CuadroTexto 11">
                <a:extLst>
                  <a:ext uri="{FF2B5EF4-FFF2-40B4-BE49-F238E27FC236}">
                    <a16:creationId xmlns:a16="http://schemas.microsoft.com/office/drawing/2014/main" id="{8557FED8-DBBC-18FD-1C28-742E19974D7C}"/>
                  </a:ext>
                </a:extLst>
              </p:cNvPr>
              <p:cNvSpPr txBox="1">
                <a:spLocks noRot="1" noChangeAspect="1" noMove="1" noResize="1" noEditPoints="1" noAdjustHandles="1" noChangeArrowheads="1" noChangeShapeType="1" noTextEdit="1"/>
              </p:cNvSpPr>
              <p:nvPr/>
            </p:nvSpPr>
            <p:spPr>
              <a:xfrm>
                <a:off x="518845" y="919872"/>
                <a:ext cx="714053" cy="369332"/>
              </a:xfrm>
              <a:prstGeom prst="rect">
                <a:avLst/>
              </a:prstGeom>
              <a:blipFill>
                <a:blip r:embed="rId3"/>
                <a:stretch>
                  <a:fillRect b="-15000"/>
                </a:stretch>
              </a:blipFill>
            </p:spPr>
            <p:txBody>
              <a:bodyPr/>
              <a:lstStyle/>
              <a:p>
                <a:r>
                  <a:rPr lang="es-MX">
                    <a:noFill/>
                  </a:rPr>
                  <a:t> </a:t>
                </a:r>
              </a:p>
            </p:txBody>
          </p:sp>
        </mc:Fallback>
      </mc:AlternateContent>
      <p:sp>
        <p:nvSpPr>
          <p:cNvPr id="15" name="Forma libre: forma 14">
            <a:extLst>
              <a:ext uri="{FF2B5EF4-FFF2-40B4-BE49-F238E27FC236}">
                <a16:creationId xmlns:a16="http://schemas.microsoft.com/office/drawing/2014/main" id="{EE3B7638-1ABB-4F03-F187-F9F1F34C5A90}"/>
              </a:ext>
            </a:extLst>
          </p:cNvPr>
          <p:cNvSpPr/>
          <p:nvPr/>
        </p:nvSpPr>
        <p:spPr>
          <a:xfrm>
            <a:off x="802293" y="1233094"/>
            <a:ext cx="3383211" cy="4021081"/>
          </a:xfrm>
          <a:custGeom>
            <a:avLst/>
            <a:gdLst>
              <a:gd name="connsiteX0" fmla="*/ 0 w 2558266"/>
              <a:gd name="connsiteY0" fmla="*/ 0 h 3390538"/>
              <a:gd name="connsiteX1" fmla="*/ 1325367 w 2558266"/>
              <a:gd name="connsiteY1" fmla="*/ 3390472 h 3390538"/>
              <a:gd name="connsiteX2" fmla="*/ 2558266 w 2558266"/>
              <a:gd name="connsiteY2" fmla="*/ 102741 h 3390538"/>
              <a:gd name="connsiteX3" fmla="*/ 2558266 w 2558266"/>
              <a:gd name="connsiteY3" fmla="*/ 102741 h 3390538"/>
            </a:gdLst>
            <a:ahLst/>
            <a:cxnLst>
              <a:cxn ang="0">
                <a:pos x="connsiteX0" y="connsiteY0"/>
              </a:cxn>
              <a:cxn ang="0">
                <a:pos x="connsiteX1" y="connsiteY1"/>
              </a:cxn>
              <a:cxn ang="0">
                <a:pos x="connsiteX2" y="connsiteY2"/>
              </a:cxn>
              <a:cxn ang="0">
                <a:pos x="connsiteX3" y="connsiteY3"/>
              </a:cxn>
            </a:cxnLst>
            <a:rect l="l" t="t" r="r" b="b"/>
            <a:pathLst>
              <a:path w="2558266" h="3390538">
                <a:moveTo>
                  <a:pt x="0" y="0"/>
                </a:moveTo>
                <a:cubicBezTo>
                  <a:pt x="449494" y="1686674"/>
                  <a:pt x="898989" y="3373349"/>
                  <a:pt x="1325367" y="3390472"/>
                </a:cubicBezTo>
                <a:cubicBezTo>
                  <a:pt x="1751745" y="3407595"/>
                  <a:pt x="2558266" y="102741"/>
                  <a:pt x="2558266" y="102741"/>
                </a:cubicBezTo>
                <a:lnTo>
                  <a:pt x="2558266" y="102741"/>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6A72F130-C93A-7520-0A72-087561DB2B81}"/>
              </a:ext>
            </a:extLst>
          </p:cNvPr>
          <p:cNvSpPr txBox="1"/>
          <p:nvPr/>
        </p:nvSpPr>
        <p:spPr>
          <a:xfrm>
            <a:off x="2354896" y="5249605"/>
            <a:ext cx="429401" cy="368542"/>
          </a:xfrm>
          <a:prstGeom prst="rect">
            <a:avLst/>
          </a:prstGeom>
          <a:noFill/>
        </p:spPr>
        <p:txBody>
          <a:bodyPr wrap="square" rtlCol="0">
            <a:spAutoFit/>
          </a:bodyPr>
          <a:lstStyle/>
          <a:p>
            <a:r>
              <a:rPr lang="es-MX" dirty="0"/>
              <a:t>3</a:t>
            </a:r>
          </a:p>
        </p:txBody>
      </p:sp>
      <p:sp>
        <p:nvSpPr>
          <p:cNvPr id="13" name="CuadroTexto 12">
            <a:extLst>
              <a:ext uri="{FF2B5EF4-FFF2-40B4-BE49-F238E27FC236}">
                <a16:creationId xmlns:a16="http://schemas.microsoft.com/office/drawing/2014/main" id="{03BF7AFB-950F-B4F6-ACA0-937C5D402562}"/>
              </a:ext>
            </a:extLst>
          </p:cNvPr>
          <p:cNvSpPr txBox="1"/>
          <p:nvPr/>
        </p:nvSpPr>
        <p:spPr>
          <a:xfrm>
            <a:off x="3846026" y="5256364"/>
            <a:ext cx="429401" cy="368542"/>
          </a:xfrm>
          <a:prstGeom prst="rect">
            <a:avLst/>
          </a:prstGeom>
          <a:noFill/>
        </p:spPr>
        <p:txBody>
          <a:bodyPr wrap="square" rtlCol="0">
            <a:spAutoFit/>
          </a:bodyPr>
          <a:lstStyle/>
          <a:p>
            <a:r>
              <a:rPr lang="es-MX" dirty="0"/>
              <a:t>10</a:t>
            </a:r>
          </a:p>
        </p:txBody>
      </p:sp>
      <p:cxnSp>
        <p:nvCxnSpPr>
          <p:cNvPr id="16" name="Conector recto 15">
            <a:extLst>
              <a:ext uri="{FF2B5EF4-FFF2-40B4-BE49-F238E27FC236}">
                <a16:creationId xmlns:a16="http://schemas.microsoft.com/office/drawing/2014/main" id="{BB8C194E-B24C-1579-6C26-4CC6FEF512CA}"/>
              </a:ext>
            </a:extLst>
          </p:cNvPr>
          <p:cNvCxnSpPr>
            <a:stCxn id="13" idx="0"/>
          </p:cNvCxnSpPr>
          <p:nvPr/>
        </p:nvCxnSpPr>
        <p:spPr>
          <a:xfrm flipH="1" flipV="1">
            <a:off x="4060726" y="1778208"/>
            <a:ext cx="1" cy="3478156"/>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ector recto 17">
            <a:extLst>
              <a:ext uri="{FF2B5EF4-FFF2-40B4-BE49-F238E27FC236}">
                <a16:creationId xmlns:a16="http://schemas.microsoft.com/office/drawing/2014/main" id="{FAA4B65E-1805-832B-01F3-2BA067C07C12}"/>
              </a:ext>
            </a:extLst>
          </p:cNvPr>
          <p:cNvCxnSpPr>
            <a:endCxn id="9" idx="2"/>
          </p:cNvCxnSpPr>
          <p:nvPr/>
        </p:nvCxnSpPr>
        <p:spPr>
          <a:xfrm flipH="1">
            <a:off x="1021967" y="1778208"/>
            <a:ext cx="3038759" cy="0"/>
          </a:xfrm>
          <a:prstGeom prst="line">
            <a:avLst/>
          </a:prstGeom>
          <a:ln w="1905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0E12FC02-D5D0-25C9-2489-A8CDBB547798}"/>
                  </a:ext>
                </a:extLst>
              </p:cNvPr>
              <p:cNvSpPr txBox="1"/>
              <p:nvPr/>
            </p:nvSpPr>
            <p:spPr>
              <a:xfrm>
                <a:off x="445266" y="1600350"/>
                <a:ext cx="7140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5"/>
                          </a:solidFill>
                          <a:latin typeface="Cambria Math" panose="02040503050406030204" pitchFamily="18" charset="0"/>
                        </a:rPr>
                        <m:t>𝒋</m:t>
                      </m:r>
                      <m:d>
                        <m:dPr>
                          <m:ctrlPr>
                            <a:rPr lang="es-MX" b="1" i="1" smtClean="0">
                              <a:solidFill>
                                <a:schemeClr val="accent5"/>
                              </a:solidFill>
                              <a:latin typeface="Cambria Math" panose="02040503050406030204" pitchFamily="18" charset="0"/>
                            </a:rPr>
                          </m:ctrlPr>
                        </m:dPr>
                        <m:e>
                          <m:r>
                            <a:rPr lang="es-MX" b="1" i="1" smtClean="0">
                              <a:solidFill>
                                <a:schemeClr val="accent5"/>
                              </a:solidFill>
                              <a:latin typeface="Cambria Math" panose="02040503050406030204" pitchFamily="18" charset="0"/>
                            </a:rPr>
                            <m:t>𝟏𝟎</m:t>
                          </m:r>
                        </m:e>
                      </m:d>
                    </m:oMath>
                  </m:oMathPara>
                </a14:m>
                <a:endParaRPr lang="es-MX" dirty="0">
                  <a:solidFill>
                    <a:schemeClr val="accent5"/>
                  </a:solidFill>
                </a:endParaRPr>
              </a:p>
            </p:txBody>
          </p:sp>
        </mc:Choice>
        <mc:Fallback xmlns="">
          <p:sp>
            <p:nvSpPr>
              <p:cNvPr id="19" name="CuadroTexto 18">
                <a:extLst>
                  <a:ext uri="{FF2B5EF4-FFF2-40B4-BE49-F238E27FC236}">
                    <a16:creationId xmlns:a16="http://schemas.microsoft.com/office/drawing/2014/main" id="{0E12FC02-D5D0-25C9-2489-A8CDBB547798}"/>
                  </a:ext>
                </a:extLst>
              </p:cNvPr>
              <p:cNvSpPr txBox="1">
                <a:spLocks noRot="1" noChangeAspect="1" noMove="1" noResize="1" noEditPoints="1" noAdjustHandles="1" noChangeArrowheads="1" noChangeShapeType="1" noTextEdit="1"/>
              </p:cNvSpPr>
              <p:nvPr/>
            </p:nvSpPr>
            <p:spPr>
              <a:xfrm>
                <a:off x="445266" y="1600350"/>
                <a:ext cx="714053" cy="369332"/>
              </a:xfrm>
              <a:prstGeom prst="rect">
                <a:avLst/>
              </a:prstGeom>
              <a:blipFill>
                <a:blip r:embed="rId4"/>
                <a:stretch>
                  <a:fillRect l="-1709" b="-15000"/>
                </a:stretch>
              </a:blipFill>
            </p:spPr>
            <p:txBody>
              <a:bodyPr/>
              <a:lstStyle/>
              <a:p>
                <a:r>
                  <a:rPr lang="es-MX">
                    <a:noFill/>
                  </a:rPr>
                  <a:t> </a:t>
                </a:r>
              </a:p>
            </p:txBody>
          </p:sp>
        </mc:Fallback>
      </mc:AlternateContent>
      <p:sp>
        <p:nvSpPr>
          <p:cNvPr id="17" name="CuadroTexto 16">
            <a:extLst>
              <a:ext uri="{FF2B5EF4-FFF2-40B4-BE49-F238E27FC236}">
                <a16:creationId xmlns:a16="http://schemas.microsoft.com/office/drawing/2014/main" id="{95CFFCEF-555B-AE5D-C69F-6BFF1E838781}"/>
              </a:ext>
            </a:extLst>
          </p:cNvPr>
          <p:cNvSpPr txBox="1"/>
          <p:nvPr/>
        </p:nvSpPr>
        <p:spPr>
          <a:xfrm>
            <a:off x="3207811" y="5247762"/>
            <a:ext cx="429401" cy="368542"/>
          </a:xfrm>
          <a:prstGeom prst="rect">
            <a:avLst/>
          </a:prstGeom>
          <a:noFill/>
        </p:spPr>
        <p:txBody>
          <a:bodyPr wrap="square" rtlCol="0">
            <a:spAutoFit/>
          </a:bodyPr>
          <a:lstStyle/>
          <a:p>
            <a:r>
              <a:rPr lang="es-MX" dirty="0"/>
              <a:t>5</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10A07764-A6D8-6B67-7CA7-490D7DA99C1F}"/>
                  </a:ext>
                </a:extLst>
              </p:cNvPr>
              <p:cNvSpPr txBox="1"/>
              <p:nvPr/>
            </p:nvSpPr>
            <p:spPr>
              <a:xfrm>
                <a:off x="6544947" y="1919690"/>
                <a:ext cx="3156569" cy="754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1">
                              <a:lumMod val="50000"/>
                            </a:schemeClr>
                          </a:solidFill>
                          <a:latin typeface="Cambria Math" panose="02040503050406030204" pitchFamily="18" charset="0"/>
                        </a:rPr>
                        <m:t>𝒋</m:t>
                      </m:r>
                      <m:d>
                        <m:dPr>
                          <m:ctrlPr>
                            <a:rPr lang="es-MX" b="1" i="1" smtClean="0">
                              <a:solidFill>
                                <a:schemeClr val="accent1">
                                  <a:lumMod val="50000"/>
                                </a:schemeClr>
                              </a:solidFill>
                              <a:latin typeface="Cambria Math" panose="02040503050406030204" pitchFamily="18" charset="0"/>
                            </a:rPr>
                          </m:ctrlPr>
                        </m:dPr>
                        <m:e>
                          <m:r>
                            <a:rPr lang="es-MX" b="1" i="1" smtClean="0">
                              <a:solidFill>
                                <a:schemeClr val="accent1">
                                  <a:lumMod val="50000"/>
                                </a:schemeClr>
                              </a:solidFill>
                              <a:latin typeface="Cambria Math" panose="02040503050406030204" pitchFamily="18" charset="0"/>
                              <a:ea typeface="Cambria Math" panose="02040503050406030204" pitchFamily="18" charset="0"/>
                            </a:rPr>
                            <m:t>𝜽</m:t>
                          </m:r>
                        </m:e>
                      </m:d>
                      <m:r>
                        <a:rPr lang="es-MX" b="1" i="1" smtClean="0">
                          <a:solidFill>
                            <a:schemeClr val="accent1">
                              <a:lumMod val="50000"/>
                            </a:schemeClr>
                          </a:solidFill>
                          <a:latin typeface="Cambria Math" panose="02040503050406030204" pitchFamily="18" charset="0"/>
                          <a:ea typeface="Cambria Math" panose="02040503050406030204" pitchFamily="18" charset="0"/>
                        </a:rPr>
                        <m:t>=</m:t>
                      </m:r>
                      <m:f>
                        <m:fPr>
                          <m:ctrlPr>
                            <a:rPr lang="es-MX" b="1" i="1" smtClean="0">
                              <a:solidFill>
                                <a:schemeClr val="accent1">
                                  <a:lumMod val="50000"/>
                                </a:schemeClr>
                              </a:solidFill>
                              <a:latin typeface="Cambria Math" panose="02040503050406030204" pitchFamily="18" charset="0"/>
                              <a:ea typeface="Cambria Math" panose="02040503050406030204" pitchFamily="18" charset="0"/>
                            </a:rPr>
                          </m:ctrlPr>
                        </m:fPr>
                        <m:num>
                          <m:r>
                            <a:rPr lang="es-MX" b="1" i="1" smtClean="0">
                              <a:solidFill>
                                <a:schemeClr val="accent1">
                                  <a:lumMod val="50000"/>
                                </a:schemeClr>
                              </a:solidFill>
                              <a:latin typeface="Cambria Math" panose="02040503050406030204" pitchFamily="18" charset="0"/>
                              <a:ea typeface="Cambria Math" panose="02040503050406030204" pitchFamily="18" charset="0"/>
                            </a:rPr>
                            <m:t>𝟏</m:t>
                          </m:r>
                        </m:num>
                        <m:den>
                          <m:r>
                            <a:rPr lang="es-MX" b="1" i="1" smtClean="0">
                              <a:solidFill>
                                <a:schemeClr val="accent1">
                                  <a:lumMod val="50000"/>
                                </a:schemeClr>
                              </a:solidFill>
                              <a:latin typeface="Cambria Math" panose="02040503050406030204" pitchFamily="18" charset="0"/>
                              <a:ea typeface="Cambria Math" panose="02040503050406030204" pitchFamily="18" charset="0"/>
                            </a:rPr>
                            <m:t>𝟐</m:t>
                          </m:r>
                          <m:r>
                            <a:rPr lang="es-MX" b="1" i="1" smtClean="0">
                              <a:solidFill>
                                <a:schemeClr val="accent1">
                                  <a:lumMod val="50000"/>
                                </a:schemeClr>
                              </a:solidFill>
                              <a:latin typeface="Cambria Math" panose="02040503050406030204" pitchFamily="18" charset="0"/>
                              <a:ea typeface="Cambria Math" panose="02040503050406030204" pitchFamily="18" charset="0"/>
                            </a:rPr>
                            <m:t>𝒏</m:t>
                          </m:r>
                        </m:den>
                      </m:f>
                      <m:nary>
                        <m:naryPr>
                          <m:chr m:val="∑"/>
                          <m:ctrlPr>
                            <a:rPr lang="es-MX" b="1" i="1" smtClean="0">
                              <a:solidFill>
                                <a:schemeClr val="accent1">
                                  <a:lumMod val="50000"/>
                                </a:schemeClr>
                              </a:solidFill>
                              <a:latin typeface="Cambria Math" panose="02040503050406030204" pitchFamily="18" charset="0"/>
                              <a:ea typeface="Cambria Math" panose="02040503050406030204" pitchFamily="18" charset="0"/>
                            </a:rPr>
                          </m:ctrlPr>
                        </m:naryPr>
                        <m:sub>
                          <m:r>
                            <m:rPr>
                              <m:brk m:alnAt="23"/>
                            </m:rPr>
                            <a:rPr lang="es-MX" b="1" i="1" smtClean="0">
                              <a:solidFill>
                                <a:schemeClr val="accent1">
                                  <a:lumMod val="50000"/>
                                </a:schemeClr>
                              </a:solidFill>
                              <a:latin typeface="Cambria Math" panose="02040503050406030204" pitchFamily="18" charset="0"/>
                              <a:ea typeface="Cambria Math" panose="02040503050406030204" pitchFamily="18" charset="0"/>
                            </a:rPr>
                            <m:t>𝒊</m:t>
                          </m:r>
                          <m:r>
                            <a:rPr lang="es-MX" b="1" i="1" smtClean="0">
                              <a:solidFill>
                                <a:schemeClr val="accent1">
                                  <a:lumMod val="50000"/>
                                </a:schemeClr>
                              </a:solidFill>
                              <a:latin typeface="Cambria Math" panose="02040503050406030204" pitchFamily="18" charset="0"/>
                              <a:ea typeface="Cambria Math" panose="02040503050406030204" pitchFamily="18" charset="0"/>
                            </a:rPr>
                            <m:t>=</m:t>
                          </m:r>
                          <m:r>
                            <a:rPr lang="es-MX" b="1" i="1" smtClean="0">
                              <a:solidFill>
                                <a:schemeClr val="accent1">
                                  <a:lumMod val="50000"/>
                                </a:schemeClr>
                              </a:solidFill>
                              <a:latin typeface="Cambria Math" panose="02040503050406030204" pitchFamily="18" charset="0"/>
                              <a:ea typeface="Cambria Math" panose="02040503050406030204" pitchFamily="18" charset="0"/>
                            </a:rPr>
                            <m:t>𝟏</m:t>
                          </m:r>
                        </m:sub>
                        <m:sup>
                          <m:r>
                            <a:rPr lang="es-MX" b="1" i="1" smtClean="0">
                              <a:solidFill>
                                <a:schemeClr val="accent1">
                                  <a:lumMod val="50000"/>
                                </a:schemeClr>
                              </a:solidFill>
                              <a:latin typeface="Cambria Math" panose="02040503050406030204" pitchFamily="18" charset="0"/>
                              <a:ea typeface="Cambria Math" panose="02040503050406030204" pitchFamily="18" charset="0"/>
                            </a:rPr>
                            <m:t>𝒏</m:t>
                          </m:r>
                        </m:sup>
                        <m:e>
                          <m:sSup>
                            <m:sSupPr>
                              <m:ctrlPr>
                                <a:rPr lang="es-MX" b="1" i="1" smtClean="0">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m:t>
                              </m:r>
                              <m:sSup>
                                <m:sSupPr>
                                  <m:ctrlPr>
                                    <a:rPr lang="es-MX" b="1" i="1">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𝒚</m:t>
                                  </m:r>
                                </m:e>
                                <m:sup>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r>
                                        <a:rPr lang="es-MX" b="1" i="1">
                                          <a:solidFill>
                                            <a:schemeClr val="accent1">
                                              <a:lumMod val="50000"/>
                                            </a:schemeClr>
                                          </a:solidFill>
                                          <a:latin typeface="Cambria Math" panose="02040503050406030204" pitchFamily="18" charset="0"/>
                                          <a:ea typeface="Cambria Math" panose="02040503050406030204" pitchFamily="18" charset="0"/>
                                        </a:rPr>
                                        <m:t>𝒊</m:t>
                                      </m:r>
                                    </m:e>
                                  </m:d>
                                </m:sup>
                              </m:sSup>
                              <m:r>
                                <a:rPr lang="es-MX" b="1" i="1">
                                  <a:solidFill>
                                    <a:schemeClr val="accent1">
                                      <a:lumMod val="50000"/>
                                    </a:schemeClr>
                                  </a:solidFill>
                                  <a:latin typeface="Cambria Math" panose="02040503050406030204" pitchFamily="18" charset="0"/>
                                  <a:ea typeface="Cambria Math" panose="02040503050406030204" pitchFamily="18" charset="0"/>
                                </a:rPr>
                                <m:t>−</m:t>
                              </m:r>
                              <m:sSub>
                                <m:sSubPr>
                                  <m:ctrlPr>
                                    <a:rPr lang="es-MX" b="1" i="1">
                                      <a:solidFill>
                                        <a:schemeClr val="accent1">
                                          <a:lumMod val="50000"/>
                                        </a:schemeClr>
                                      </a:solidFill>
                                      <a:latin typeface="Cambria Math" panose="02040503050406030204" pitchFamily="18" charset="0"/>
                                      <a:ea typeface="Cambria Math" panose="02040503050406030204" pitchFamily="18" charset="0"/>
                                    </a:rPr>
                                  </m:ctrlPr>
                                </m:sSubPr>
                                <m:e>
                                  <m:r>
                                    <a:rPr lang="es-MX" b="1" i="1">
                                      <a:solidFill>
                                        <a:schemeClr val="accent1">
                                          <a:lumMod val="50000"/>
                                        </a:schemeClr>
                                      </a:solidFill>
                                      <a:latin typeface="Cambria Math" panose="02040503050406030204" pitchFamily="18" charset="0"/>
                                      <a:ea typeface="Cambria Math" panose="02040503050406030204" pitchFamily="18" charset="0"/>
                                    </a:rPr>
                                    <m:t>𝒉</m:t>
                                  </m:r>
                                </m:e>
                                <m:sub>
                                  <m:r>
                                    <a:rPr lang="es-MX" b="1" i="1">
                                      <a:solidFill>
                                        <a:schemeClr val="accent1">
                                          <a:lumMod val="50000"/>
                                        </a:schemeClr>
                                      </a:solidFill>
                                      <a:latin typeface="Cambria Math" panose="02040503050406030204" pitchFamily="18" charset="0"/>
                                      <a:ea typeface="Cambria Math" panose="02040503050406030204" pitchFamily="18" charset="0"/>
                                    </a:rPr>
                                    <m:t>𝜽</m:t>
                                  </m:r>
                                </m:sub>
                              </m:sSub>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sSup>
                                    <m:sSupPr>
                                      <m:ctrlPr>
                                        <a:rPr lang="es-MX" b="1" i="1">
                                          <a:solidFill>
                                            <a:schemeClr val="accent1">
                                              <a:lumMod val="50000"/>
                                            </a:schemeClr>
                                          </a:solidFill>
                                          <a:latin typeface="Cambria Math" panose="02040503050406030204" pitchFamily="18" charset="0"/>
                                          <a:ea typeface="Cambria Math" panose="02040503050406030204" pitchFamily="18" charset="0"/>
                                        </a:rPr>
                                      </m:ctrlPr>
                                    </m:sSupPr>
                                    <m:e>
                                      <m:r>
                                        <a:rPr lang="es-MX" b="1" i="1">
                                          <a:solidFill>
                                            <a:schemeClr val="accent1">
                                              <a:lumMod val="50000"/>
                                            </a:schemeClr>
                                          </a:solidFill>
                                          <a:latin typeface="Cambria Math" panose="02040503050406030204" pitchFamily="18" charset="0"/>
                                          <a:ea typeface="Cambria Math" panose="02040503050406030204" pitchFamily="18" charset="0"/>
                                        </a:rPr>
                                        <m:t>𝒙</m:t>
                                      </m:r>
                                    </m:e>
                                    <m:sup>
                                      <m:d>
                                        <m:dPr>
                                          <m:ctrlPr>
                                            <a:rPr lang="es-MX" b="1" i="1">
                                              <a:solidFill>
                                                <a:schemeClr val="accent1">
                                                  <a:lumMod val="50000"/>
                                                </a:schemeClr>
                                              </a:solidFill>
                                              <a:latin typeface="Cambria Math" panose="02040503050406030204" pitchFamily="18" charset="0"/>
                                              <a:ea typeface="Cambria Math" panose="02040503050406030204" pitchFamily="18" charset="0"/>
                                            </a:rPr>
                                          </m:ctrlPr>
                                        </m:dPr>
                                        <m:e>
                                          <m:r>
                                            <a:rPr lang="es-MX" b="1" i="1">
                                              <a:solidFill>
                                                <a:schemeClr val="accent1">
                                                  <a:lumMod val="50000"/>
                                                </a:schemeClr>
                                              </a:solidFill>
                                              <a:latin typeface="Cambria Math" panose="02040503050406030204" pitchFamily="18" charset="0"/>
                                              <a:ea typeface="Cambria Math" panose="02040503050406030204" pitchFamily="18" charset="0"/>
                                            </a:rPr>
                                            <m:t>𝒊</m:t>
                                          </m:r>
                                        </m:e>
                                      </m:d>
                                    </m:sup>
                                  </m:sSup>
                                </m:e>
                              </m:d>
                              <m:r>
                                <a:rPr lang="es-MX" b="1" i="1" smtClean="0">
                                  <a:solidFill>
                                    <a:schemeClr val="accent1">
                                      <a:lumMod val="50000"/>
                                    </a:schemeClr>
                                  </a:solidFill>
                                  <a:latin typeface="Cambria Math" panose="02040503050406030204" pitchFamily="18" charset="0"/>
                                  <a:ea typeface="Cambria Math" panose="02040503050406030204" pitchFamily="18" charset="0"/>
                                </a:rPr>
                                <m:t>)</m:t>
                              </m:r>
                            </m:e>
                            <m:sup>
                              <m:r>
                                <a:rPr lang="es-MX" b="1" i="1" smtClean="0">
                                  <a:solidFill>
                                    <a:schemeClr val="accent1">
                                      <a:lumMod val="50000"/>
                                    </a:schemeClr>
                                  </a:solidFill>
                                  <a:latin typeface="Cambria Math" panose="02040503050406030204" pitchFamily="18" charset="0"/>
                                  <a:ea typeface="Cambria Math" panose="02040503050406030204" pitchFamily="18" charset="0"/>
                                </a:rPr>
                                <m:t>𝟐</m:t>
                              </m:r>
                            </m:sup>
                          </m:sSup>
                        </m:e>
                      </m:nary>
                    </m:oMath>
                  </m:oMathPara>
                </a14:m>
                <a:endParaRPr lang="es-MX" b="1" dirty="0">
                  <a:solidFill>
                    <a:schemeClr val="accent1">
                      <a:lumMod val="50000"/>
                    </a:schemeClr>
                  </a:solidFill>
                </a:endParaRPr>
              </a:p>
            </p:txBody>
          </p:sp>
        </mc:Choice>
        <mc:Fallback xmlns="">
          <p:sp>
            <p:nvSpPr>
              <p:cNvPr id="4" name="CuadroTexto 3">
                <a:extLst>
                  <a:ext uri="{FF2B5EF4-FFF2-40B4-BE49-F238E27FC236}">
                    <a16:creationId xmlns:a16="http://schemas.microsoft.com/office/drawing/2014/main" id="{10A07764-A6D8-6B67-7CA7-490D7DA99C1F}"/>
                  </a:ext>
                </a:extLst>
              </p:cNvPr>
              <p:cNvSpPr txBox="1">
                <a:spLocks noRot="1" noChangeAspect="1" noMove="1" noResize="1" noEditPoints="1" noAdjustHandles="1" noChangeArrowheads="1" noChangeShapeType="1" noTextEdit="1"/>
              </p:cNvSpPr>
              <p:nvPr/>
            </p:nvSpPr>
            <p:spPr>
              <a:xfrm>
                <a:off x="6544947" y="1919690"/>
                <a:ext cx="3156569" cy="754887"/>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3D6C717-6D1A-3360-B07A-A8CB04230702}"/>
                  </a:ext>
                </a:extLst>
              </p:cNvPr>
              <p:cNvSpPr txBox="1"/>
              <p:nvPr/>
            </p:nvSpPr>
            <p:spPr>
              <a:xfrm>
                <a:off x="4997771" y="2856336"/>
                <a:ext cx="6868880" cy="369332"/>
              </a:xfrm>
              <a:prstGeom prst="rect">
                <a:avLst/>
              </a:prstGeom>
              <a:noFill/>
            </p:spPr>
            <p:txBody>
              <a:bodyPr wrap="square" rtlCol="0">
                <a:spAutoFit/>
              </a:bodyPr>
              <a:lstStyle/>
              <a:p>
                <a:r>
                  <a:rPr lang="es-MX" dirty="0"/>
                  <a:t>Repetir hasta que </a:t>
                </a:r>
                <a14:m>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𝟎</m:t>
                        </m:r>
                      </m:sub>
                    </m:sSub>
                  </m:oMath>
                </a14:m>
                <a:r>
                  <a:rPr lang="es-MX" b="1" dirty="0"/>
                  <a:t> </a:t>
                </a:r>
                <a:r>
                  <a:rPr lang="es-MX" dirty="0"/>
                  <a:t>y </a:t>
                </a:r>
                <a14:m>
                  <m:oMath xmlns:m="http://schemas.openxmlformats.org/officeDocument/2006/math">
                    <m:sSub>
                      <m:sSubPr>
                        <m:ctrlPr>
                          <a:rPr lang="es-MX" b="1" i="1">
                            <a:latin typeface="Cambria Math" panose="02040503050406030204" pitchFamily="18" charset="0"/>
                          </a:rPr>
                        </m:ctrlPr>
                      </m:sSubPr>
                      <m:e>
                        <m:r>
                          <a:rPr lang="es-MX" b="1" i="1">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ea typeface="Cambria Math" panose="02040503050406030204" pitchFamily="18" charset="0"/>
                          </a:rPr>
                          <m:t>𝟏</m:t>
                        </m:r>
                      </m:sub>
                    </m:sSub>
                  </m:oMath>
                </a14:m>
                <a:r>
                  <a:rPr lang="es-MX" dirty="0"/>
                  <a:t>no varíen </a:t>
                </a:r>
              </a:p>
            </p:txBody>
          </p:sp>
        </mc:Choice>
        <mc:Fallback xmlns="">
          <p:sp>
            <p:nvSpPr>
              <p:cNvPr id="6" name="CuadroTexto 5">
                <a:extLst>
                  <a:ext uri="{FF2B5EF4-FFF2-40B4-BE49-F238E27FC236}">
                    <a16:creationId xmlns:a16="http://schemas.microsoft.com/office/drawing/2014/main" id="{33D6C717-6D1A-3360-B07A-A8CB04230702}"/>
                  </a:ext>
                </a:extLst>
              </p:cNvPr>
              <p:cNvSpPr txBox="1">
                <a:spLocks noRot="1" noChangeAspect="1" noMove="1" noResize="1" noEditPoints="1" noAdjustHandles="1" noChangeArrowheads="1" noChangeShapeType="1" noTextEdit="1"/>
              </p:cNvSpPr>
              <p:nvPr/>
            </p:nvSpPr>
            <p:spPr>
              <a:xfrm>
                <a:off x="4997771" y="2856336"/>
                <a:ext cx="6868880" cy="369332"/>
              </a:xfrm>
              <a:prstGeom prst="rect">
                <a:avLst/>
              </a:prstGeom>
              <a:blipFill>
                <a:blip r:embed="rId6"/>
                <a:stretch>
                  <a:fillRect l="-799" t="-10000" b="-2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009CB55F-01BB-7DF4-530B-FB49875BBE3F}"/>
                  </a:ext>
                </a:extLst>
              </p:cNvPr>
              <p:cNvSpPr txBox="1"/>
              <p:nvPr/>
            </p:nvSpPr>
            <p:spPr>
              <a:xfrm>
                <a:off x="8123231" y="3287277"/>
                <a:ext cx="2205540" cy="5727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𝟎</m:t>
                          </m:r>
                        </m:sub>
                      </m:sSub>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𝟎</m:t>
                          </m:r>
                        </m:sub>
                      </m:sSub>
                      <m:r>
                        <a:rPr lang="es-MX" b="1" i="1" smtClean="0">
                          <a:latin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𝜶</m:t>
                      </m:r>
                      <m:f>
                        <m:fPr>
                          <m:ctrlPr>
                            <a:rPr lang="es-MX" b="1" i="1" smtClean="0">
                              <a:latin typeface="Cambria Math" panose="02040503050406030204" pitchFamily="18" charset="0"/>
                              <a:ea typeface="Cambria Math" panose="02040503050406030204" pitchFamily="18" charset="0"/>
                            </a:rPr>
                          </m:ctrlPr>
                        </m:fPr>
                        <m:num>
                          <m:r>
                            <a:rPr lang="es-MX" b="1" i="1" smtClean="0">
                              <a:latin typeface="Cambria Math" panose="02040503050406030204" pitchFamily="18" charset="0"/>
                              <a:ea typeface="Cambria Math" panose="02040503050406030204" pitchFamily="18" charset="0"/>
                            </a:rPr>
                            <m:t>𝒅</m:t>
                          </m:r>
                        </m:num>
                        <m:den>
                          <m:r>
                            <a:rPr lang="es-MX" b="1" i="1" smtClean="0">
                              <a:latin typeface="Cambria Math" panose="02040503050406030204" pitchFamily="18" charset="0"/>
                              <a:ea typeface="Cambria Math" panose="02040503050406030204" pitchFamily="18" charset="0"/>
                            </a:rPr>
                            <m:t>𝒅</m:t>
                          </m:r>
                          <m:sSub>
                            <m:sSubPr>
                              <m:ctrlPr>
                                <a:rPr lang="es-MX" b="1" i="1" smtClean="0">
                                  <a:latin typeface="Cambria Math" panose="02040503050406030204" pitchFamily="18" charset="0"/>
                                  <a:ea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ea typeface="Cambria Math" panose="02040503050406030204" pitchFamily="18" charset="0"/>
                                </a:rPr>
                                <m:t>𝟎</m:t>
                              </m:r>
                            </m:sub>
                          </m:sSub>
                        </m:den>
                      </m:f>
                      <m:r>
                        <a:rPr lang="es-MX" b="1" i="1" smtClean="0">
                          <a:latin typeface="Cambria Math" panose="02040503050406030204" pitchFamily="18" charset="0"/>
                          <a:ea typeface="Cambria Math" panose="02040503050406030204" pitchFamily="18" charset="0"/>
                        </a:rPr>
                        <m:t>𝒋</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𝜽</m:t>
                      </m:r>
                      <m:r>
                        <a:rPr lang="es-MX" b="1" i="1" smtClean="0">
                          <a:latin typeface="Cambria Math" panose="02040503050406030204" pitchFamily="18" charset="0"/>
                          <a:ea typeface="Cambria Math" panose="02040503050406030204" pitchFamily="18" charset="0"/>
                        </a:rPr>
                        <m:t>)</m:t>
                      </m:r>
                    </m:oMath>
                  </m:oMathPara>
                </a14:m>
                <a:endParaRPr lang="es-MX" b="1" dirty="0"/>
              </a:p>
            </p:txBody>
          </p:sp>
        </mc:Choice>
        <mc:Fallback xmlns="">
          <p:sp>
            <p:nvSpPr>
              <p:cNvPr id="14" name="CuadroTexto 13">
                <a:extLst>
                  <a:ext uri="{FF2B5EF4-FFF2-40B4-BE49-F238E27FC236}">
                    <a16:creationId xmlns:a16="http://schemas.microsoft.com/office/drawing/2014/main" id="{009CB55F-01BB-7DF4-530B-FB49875BBE3F}"/>
                  </a:ext>
                </a:extLst>
              </p:cNvPr>
              <p:cNvSpPr txBox="1">
                <a:spLocks noRot="1" noChangeAspect="1" noMove="1" noResize="1" noEditPoints="1" noAdjustHandles="1" noChangeArrowheads="1" noChangeShapeType="1" noTextEdit="1"/>
              </p:cNvSpPr>
              <p:nvPr/>
            </p:nvSpPr>
            <p:spPr>
              <a:xfrm>
                <a:off x="8123231" y="3287277"/>
                <a:ext cx="2205540" cy="572786"/>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3F94EF3-B62B-19A7-BDC0-95918097968F}"/>
                  </a:ext>
                </a:extLst>
              </p:cNvPr>
              <p:cNvSpPr txBox="1"/>
              <p:nvPr/>
            </p:nvSpPr>
            <p:spPr>
              <a:xfrm>
                <a:off x="8123231" y="3968932"/>
                <a:ext cx="2260042" cy="5727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𝟏</m:t>
                          </m:r>
                        </m:sub>
                      </m:sSub>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𝟏</m:t>
                          </m:r>
                        </m:sub>
                      </m:sSub>
                      <m:r>
                        <a:rPr lang="es-MX" b="1" i="1" smtClean="0">
                          <a:latin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𝜶</m:t>
                      </m:r>
                      <m:f>
                        <m:fPr>
                          <m:ctrlPr>
                            <a:rPr lang="es-MX" b="1" i="1" smtClean="0">
                              <a:latin typeface="Cambria Math" panose="02040503050406030204" pitchFamily="18" charset="0"/>
                              <a:ea typeface="Cambria Math" panose="02040503050406030204" pitchFamily="18" charset="0"/>
                            </a:rPr>
                          </m:ctrlPr>
                        </m:fPr>
                        <m:num>
                          <m:r>
                            <a:rPr lang="es-MX" b="1" i="1" smtClean="0">
                              <a:latin typeface="Cambria Math" panose="02040503050406030204" pitchFamily="18" charset="0"/>
                              <a:ea typeface="Cambria Math" panose="02040503050406030204" pitchFamily="18" charset="0"/>
                            </a:rPr>
                            <m:t>𝒅</m:t>
                          </m:r>
                        </m:num>
                        <m:den>
                          <m:r>
                            <a:rPr lang="es-MX" b="1" i="1" smtClean="0">
                              <a:latin typeface="Cambria Math" panose="02040503050406030204" pitchFamily="18" charset="0"/>
                              <a:ea typeface="Cambria Math" panose="02040503050406030204" pitchFamily="18" charset="0"/>
                            </a:rPr>
                            <m:t>𝒅</m:t>
                          </m:r>
                          <m:sSub>
                            <m:sSubPr>
                              <m:ctrlPr>
                                <a:rPr lang="es-MX" b="1" i="1" smtClean="0">
                                  <a:latin typeface="Cambria Math" panose="02040503050406030204" pitchFamily="18" charset="0"/>
                                  <a:ea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ea typeface="Cambria Math" panose="02040503050406030204" pitchFamily="18" charset="0"/>
                                </a:rPr>
                                <m:t>𝟏</m:t>
                              </m:r>
                            </m:sub>
                          </m:sSub>
                        </m:den>
                      </m:f>
                      <m:r>
                        <a:rPr lang="es-MX" b="1" i="1" smtClean="0">
                          <a:latin typeface="Cambria Math" panose="02040503050406030204" pitchFamily="18" charset="0"/>
                          <a:ea typeface="Cambria Math" panose="02040503050406030204" pitchFamily="18" charset="0"/>
                        </a:rPr>
                        <m:t>𝒋</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𝜽</m:t>
                      </m:r>
                      <m:r>
                        <a:rPr lang="es-MX" b="1" i="1" smtClean="0">
                          <a:latin typeface="Cambria Math" panose="02040503050406030204" pitchFamily="18" charset="0"/>
                          <a:ea typeface="Cambria Math" panose="02040503050406030204" pitchFamily="18" charset="0"/>
                        </a:rPr>
                        <m:t>)</m:t>
                      </m:r>
                    </m:oMath>
                  </m:oMathPara>
                </a14:m>
                <a:endParaRPr lang="es-MX" b="1" dirty="0"/>
              </a:p>
            </p:txBody>
          </p:sp>
        </mc:Choice>
        <mc:Fallback xmlns="">
          <p:sp>
            <p:nvSpPr>
              <p:cNvPr id="20" name="CuadroTexto 19">
                <a:extLst>
                  <a:ext uri="{FF2B5EF4-FFF2-40B4-BE49-F238E27FC236}">
                    <a16:creationId xmlns:a16="http://schemas.microsoft.com/office/drawing/2014/main" id="{63F94EF3-B62B-19A7-BDC0-95918097968F}"/>
                  </a:ext>
                </a:extLst>
              </p:cNvPr>
              <p:cNvSpPr txBox="1">
                <a:spLocks noRot="1" noChangeAspect="1" noMove="1" noResize="1" noEditPoints="1" noAdjustHandles="1" noChangeArrowheads="1" noChangeShapeType="1" noTextEdit="1"/>
              </p:cNvSpPr>
              <p:nvPr/>
            </p:nvSpPr>
            <p:spPr>
              <a:xfrm>
                <a:off x="8123231" y="3968932"/>
                <a:ext cx="2260042" cy="572786"/>
              </a:xfrm>
              <a:prstGeom prst="rect">
                <a:avLst/>
              </a:prstGeom>
              <a:blipFill>
                <a:blip r:embed="rId8"/>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66D3EFB8-1FED-8E28-CAC4-2C2405F64A3F}"/>
                  </a:ext>
                </a:extLst>
              </p:cNvPr>
              <p:cNvSpPr txBox="1"/>
              <p:nvPr/>
            </p:nvSpPr>
            <p:spPr>
              <a:xfrm>
                <a:off x="5337156" y="5016951"/>
                <a:ext cx="6868880" cy="1477328"/>
              </a:xfrm>
              <a:prstGeom prst="rect">
                <a:avLst/>
              </a:prstGeom>
              <a:noFill/>
            </p:spPr>
            <p:txBody>
              <a:bodyPr wrap="square" rtlCol="0">
                <a:spAutoFit/>
              </a:bodyPr>
              <a:lstStyle/>
              <a:p>
                <a:r>
                  <a:rPr lang="es-MX" dirty="0"/>
                  <a:t>Una vez realizado esto, se ha llegado a los valores adecuados para los parámetros </a:t>
                </a:r>
                <a14:m>
                  <m:oMath xmlns:m="http://schemas.openxmlformats.org/officeDocument/2006/math">
                    <m:sSub>
                      <m:sSubPr>
                        <m:ctrlPr>
                          <a:rPr lang="es-MX" b="1" i="1">
                            <a:latin typeface="Cambria Math" panose="02040503050406030204" pitchFamily="18" charset="0"/>
                          </a:rPr>
                        </m:ctrlPr>
                      </m:sSubPr>
                      <m:e>
                        <m:r>
                          <a:rPr lang="es-MX" b="1" i="1">
                            <a:latin typeface="Cambria Math" panose="02040503050406030204" pitchFamily="18" charset="0"/>
                            <a:ea typeface="Cambria Math" panose="02040503050406030204" pitchFamily="18" charset="0"/>
                          </a:rPr>
                          <m:t>𝜽</m:t>
                        </m:r>
                      </m:e>
                      <m:sub>
                        <m:r>
                          <a:rPr lang="es-MX" b="1" i="1">
                            <a:latin typeface="Cambria Math" panose="02040503050406030204" pitchFamily="18" charset="0"/>
                          </a:rPr>
                          <m:t>𝟎</m:t>
                        </m:r>
                      </m:sub>
                    </m:sSub>
                  </m:oMath>
                </a14:m>
                <a:r>
                  <a:rPr lang="es-MX" dirty="0"/>
                  <a:t> y </a:t>
                </a:r>
                <a14:m>
                  <m:oMath xmlns:m="http://schemas.openxmlformats.org/officeDocument/2006/math">
                    <m:sSub>
                      <m:sSubPr>
                        <m:ctrlPr>
                          <a:rPr lang="es-MX" b="1" i="1">
                            <a:latin typeface="Cambria Math" panose="02040503050406030204" pitchFamily="18" charset="0"/>
                          </a:rPr>
                        </m:ctrlPr>
                      </m:sSubPr>
                      <m:e>
                        <m:r>
                          <a:rPr lang="es-MX" b="1" i="1">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ea typeface="Cambria Math" panose="02040503050406030204" pitchFamily="18" charset="0"/>
                          </a:rPr>
                          <m:t>𝟏</m:t>
                        </m:r>
                      </m:sub>
                    </m:sSub>
                  </m:oMath>
                </a14:m>
                <a:r>
                  <a:rPr lang="es-MX" dirty="0"/>
                  <a:t> de la función de regresión lineal que minimizan el Error Cuadrático Medio y que por lo tanto indican un modelo que ajusta bastante bien a la tendencia de los datos entrenados.</a:t>
                </a:r>
              </a:p>
            </p:txBody>
          </p:sp>
        </mc:Choice>
        <mc:Fallback xmlns="">
          <p:sp>
            <p:nvSpPr>
              <p:cNvPr id="21" name="CuadroTexto 20">
                <a:extLst>
                  <a:ext uri="{FF2B5EF4-FFF2-40B4-BE49-F238E27FC236}">
                    <a16:creationId xmlns:a16="http://schemas.microsoft.com/office/drawing/2014/main" id="{66D3EFB8-1FED-8E28-CAC4-2C2405F64A3F}"/>
                  </a:ext>
                </a:extLst>
              </p:cNvPr>
              <p:cNvSpPr txBox="1">
                <a:spLocks noRot="1" noChangeAspect="1" noMove="1" noResize="1" noEditPoints="1" noAdjustHandles="1" noChangeArrowheads="1" noChangeShapeType="1" noTextEdit="1"/>
              </p:cNvSpPr>
              <p:nvPr/>
            </p:nvSpPr>
            <p:spPr>
              <a:xfrm>
                <a:off x="5337156" y="5016951"/>
                <a:ext cx="6868880" cy="1477328"/>
              </a:xfrm>
              <a:prstGeom prst="rect">
                <a:avLst/>
              </a:prstGeom>
              <a:blipFill>
                <a:blip r:embed="rId9"/>
                <a:stretch>
                  <a:fillRect l="-799" t="-2479" b="-5785"/>
                </a:stretch>
              </a:blipFill>
            </p:spPr>
            <p:txBody>
              <a:bodyPr/>
              <a:lstStyle/>
              <a:p>
                <a:r>
                  <a:rPr lang="es-MX">
                    <a:noFill/>
                  </a:rPr>
                  <a:t> </a:t>
                </a:r>
              </a:p>
            </p:txBody>
          </p:sp>
        </mc:Fallback>
      </mc:AlternateContent>
    </p:spTree>
    <p:extLst>
      <p:ext uri="{BB962C8B-B14F-4D97-AF65-F5344CB8AC3E}">
        <p14:creationId xmlns:p14="http://schemas.microsoft.com/office/powerpoint/2010/main" val="2605664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861A9-6756-30FD-6478-F0D6E13F30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05896A-8297-494B-8E6D-9E707EB584C7}"/>
              </a:ext>
            </a:extLst>
          </p:cNvPr>
          <p:cNvSpPr>
            <a:spLocks noGrp="1"/>
          </p:cNvSpPr>
          <p:nvPr>
            <p:ph type="title"/>
          </p:nvPr>
        </p:nvSpPr>
        <p:spPr/>
        <p:txBody>
          <a:bodyPr/>
          <a:lstStyle/>
          <a:p>
            <a:r>
              <a:rPr lang="es-ES_tradnl" dirty="0"/>
              <a:t>Pasos para realizar una regresión lineal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A51D8C7-01F5-D3BA-F057-BF9B16E4FD20}"/>
                  </a:ext>
                </a:extLst>
              </p:cNvPr>
              <p:cNvSpPr>
                <a:spLocks noGrp="1"/>
              </p:cNvSpPr>
              <p:nvPr>
                <p:ph idx="1"/>
              </p:nvPr>
            </p:nvSpPr>
            <p:spPr>
              <a:xfrm>
                <a:off x="1115567" y="1728216"/>
                <a:ext cx="10270889" cy="4443984"/>
              </a:xfrm>
            </p:spPr>
            <p:txBody>
              <a:bodyPr/>
              <a:lstStyle/>
              <a:p>
                <a:pPr marL="457200" indent="-457200" algn="just">
                  <a:buFont typeface="+mj-lt"/>
                  <a:buAutoNum type="arabicPeriod"/>
                </a:pPr>
                <a:r>
                  <a:rPr lang="es-MX" b="1" dirty="0"/>
                  <a:t>Recopilación de Datos</a:t>
                </a:r>
                <a:r>
                  <a:rPr lang="es-MX" dirty="0"/>
                  <a:t>: Reunir un conjunto de datos con la variable dependiente y las variables independientes.</a:t>
                </a:r>
              </a:p>
              <a:p>
                <a:pPr marL="457200" indent="-457200" algn="just">
                  <a:buFont typeface="+mj-lt"/>
                  <a:buAutoNum type="arabicPeriod"/>
                </a:pPr>
                <a:r>
                  <a:rPr lang="es-MX" b="1" dirty="0"/>
                  <a:t>Entrenamiento del Modelo</a:t>
                </a:r>
                <a:r>
                  <a:rPr lang="es-MX" dirty="0"/>
                  <a:t>: Utilizar un algoritmo de regresión lineal para encontrar los mejores coeficientes que minimicen el error.</a:t>
                </a:r>
              </a:p>
              <a:p>
                <a:pPr marL="457200" indent="-457200" algn="just">
                  <a:buFont typeface="+mj-lt"/>
                  <a:buAutoNum type="arabicPeriod"/>
                </a:pPr>
                <a:r>
                  <a:rPr lang="es-MX" b="1" dirty="0"/>
                  <a:t>Predicción</a:t>
                </a:r>
                <a:r>
                  <a:rPr lang="es-MX" dirty="0"/>
                  <a:t>: Una vez entrenado, el modelo se puede usar para predecir los valores de </a:t>
                </a:r>
                <a14:m>
                  <m:oMath xmlns:m="http://schemas.openxmlformats.org/officeDocument/2006/math">
                    <m:r>
                      <a:rPr lang="es-ES" b="1" i="1" smtClean="0">
                        <a:latin typeface="Cambria Math" panose="02040503050406030204" pitchFamily="18" charset="0"/>
                      </a:rPr>
                      <m:t>𝒚</m:t>
                    </m:r>
                  </m:oMath>
                </a14:m>
                <a:r>
                  <a:rPr lang="es-MX" dirty="0"/>
                  <a:t> para nuevos valores de </a:t>
                </a:r>
                <a:r>
                  <a:rPr lang="es-ES" b="1" dirty="0"/>
                  <a:t> </a:t>
                </a:r>
                <a14:m>
                  <m:oMath xmlns:m="http://schemas.openxmlformats.org/officeDocument/2006/math">
                    <m:r>
                      <a:rPr lang="es-ES" b="1" i="1" smtClean="0">
                        <a:latin typeface="Cambria Math" panose="02040503050406030204" pitchFamily="18" charset="0"/>
                      </a:rPr>
                      <m:t>𝒙</m:t>
                    </m:r>
                  </m:oMath>
                </a14:m>
                <a:r>
                  <a:rPr lang="es-MX" dirty="0"/>
                  <a:t>.</a:t>
                </a:r>
              </a:p>
              <a:p>
                <a:pPr marL="457200" indent="-457200" algn="just">
                  <a:buFont typeface="+mj-lt"/>
                  <a:buAutoNum type="arabicPeriod"/>
                </a:pPr>
                <a:r>
                  <a:rPr lang="es-MX" b="1" dirty="0"/>
                  <a:t>Evaluación</a:t>
                </a:r>
                <a:r>
                  <a:rPr lang="es-MX" dirty="0"/>
                  <a:t>: Evaluar el rendimiento del modelo utilizando métricas como el coeficiente de determinación (</a:t>
                </a:r>
                <a14:m>
                  <m:oMath xmlns:m="http://schemas.openxmlformats.org/officeDocument/2006/math">
                    <m:sSup>
                      <m:sSupPr>
                        <m:ctrlPr>
                          <a:rPr lang="es-MX" i="1" smtClean="0">
                            <a:latin typeface="Cambria Math" panose="02040503050406030204" pitchFamily="18" charset="0"/>
                          </a:rPr>
                        </m:ctrlPr>
                      </m:sSupPr>
                      <m:e>
                        <m:r>
                          <a:rPr lang="es-ES" b="0" i="1" smtClean="0">
                            <a:latin typeface="Cambria Math" panose="02040503050406030204" pitchFamily="18" charset="0"/>
                          </a:rPr>
                          <m:t>𝑅</m:t>
                        </m:r>
                      </m:e>
                      <m:sup>
                        <m:r>
                          <a:rPr lang="es-ES" b="0" i="1" smtClean="0">
                            <a:latin typeface="Cambria Math" panose="02040503050406030204" pitchFamily="18" charset="0"/>
                          </a:rPr>
                          <m:t>2</m:t>
                        </m:r>
                      </m:sup>
                    </m:sSup>
                  </m:oMath>
                </a14:m>
                <a:r>
                  <a:rPr lang="es-MX" dirty="0"/>
                  <a:t>) y el </a:t>
                </a:r>
                <a:r>
                  <a:rPr lang="es-MX" b="1" i="1" dirty="0"/>
                  <a:t>error cuadrático medio</a:t>
                </a:r>
                <a:r>
                  <a:rPr lang="es-MX" dirty="0"/>
                  <a:t>.</a:t>
                </a:r>
                <a:endParaRPr lang="es-ES_tradnl" sz="2400" dirty="0"/>
              </a:p>
            </p:txBody>
          </p:sp>
        </mc:Choice>
        <mc:Fallback xmlns="">
          <p:sp>
            <p:nvSpPr>
              <p:cNvPr id="3" name="Marcador de contenido 2">
                <a:extLst>
                  <a:ext uri="{FF2B5EF4-FFF2-40B4-BE49-F238E27FC236}">
                    <a16:creationId xmlns:a16="http://schemas.microsoft.com/office/drawing/2014/main" id="{4A51D8C7-01F5-D3BA-F057-BF9B16E4FD20}"/>
                  </a:ext>
                </a:extLst>
              </p:cNvPr>
              <p:cNvSpPr>
                <a:spLocks noGrp="1" noRot="1" noChangeAspect="1" noMove="1" noResize="1" noEditPoints="1" noAdjustHandles="1" noChangeArrowheads="1" noChangeShapeType="1" noTextEdit="1"/>
              </p:cNvSpPr>
              <p:nvPr>
                <p:ph idx="1"/>
              </p:nvPr>
            </p:nvSpPr>
            <p:spPr>
              <a:xfrm>
                <a:off x="1115567" y="1728216"/>
                <a:ext cx="10270889" cy="4443984"/>
              </a:xfrm>
              <a:blipFill>
                <a:blip r:embed="rId2"/>
                <a:stretch>
                  <a:fillRect l="-988" t="-1140" r="-864"/>
                </a:stretch>
              </a:blipFill>
            </p:spPr>
            <p:txBody>
              <a:bodyPr/>
              <a:lstStyle/>
              <a:p>
                <a:r>
                  <a:rPr lang="es-ES_tradnl">
                    <a:noFill/>
                  </a:rPr>
                  <a:t> </a:t>
                </a:r>
              </a:p>
            </p:txBody>
          </p:sp>
        </mc:Fallback>
      </mc:AlternateContent>
    </p:spTree>
    <p:extLst>
      <p:ext uri="{BB962C8B-B14F-4D97-AF65-F5344CB8AC3E}">
        <p14:creationId xmlns:p14="http://schemas.microsoft.com/office/powerpoint/2010/main" val="286258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86C01-9F9F-20AA-4EAB-4F8497DFA2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4E87F1-1A6E-6953-0D1B-CC3A2724151B}"/>
              </a:ext>
            </a:extLst>
          </p:cNvPr>
          <p:cNvSpPr>
            <a:spLocks noGrp="1"/>
          </p:cNvSpPr>
          <p:nvPr>
            <p:ph type="title"/>
          </p:nvPr>
        </p:nvSpPr>
        <p:spPr/>
        <p:txBody>
          <a:bodyPr/>
          <a:lstStyle/>
          <a:p>
            <a:r>
              <a:rPr lang="es-ES_tradnl" dirty="0"/>
              <a:t>Ventajas y Limitaciones</a:t>
            </a:r>
          </a:p>
        </p:txBody>
      </p:sp>
      <p:sp>
        <p:nvSpPr>
          <p:cNvPr id="3" name="Marcador de contenido 2">
            <a:extLst>
              <a:ext uri="{FF2B5EF4-FFF2-40B4-BE49-F238E27FC236}">
                <a16:creationId xmlns:a16="http://schemas.microsoft.com/office/drawing/2014/main" id="{152D53B5-D129-3ADE-0D93-5FB13BEF92D6}"/>
              </a:ext>
            </a:extLst>
          </p:cNvPr>
          <p:cNvSpPr>
            <a:spLocks noGrp="1"/>
          </p:cNvSpPr>
          <p:nvPr>
            <p:ph idx="1"/>
          </p:nvPr>
        </p:nvSpPr>
        <p:spPr>
          <a:xfrm>
            <a:off x="1115567" y="1728216"/>
            <a:ext cx="10270889" cy="4443984"/>
          </a:xfrm>
        </p:spPr>
        <p:txBody>
          <a:bodyPr/>
          <a:lstStyle/>
          <a:p>
            <a:pPr algn="l">
              <a:buFont typeface="Arial" panose="020B0604020202020204" pitchFamily="34" charset="0"/>
              <a:buChar char="•"/>
            </a:pPr>
            <a:r>
              <a:rPr lang="es-MX" b="1" i="0" u="none" strike="noStrike" dirty="0">
                <a:solidFill>
                  <a:srgbClr val="000000"/>
                </a:solidFill>
                <a:effectLst/>
              </a:rPr>
              <a:t>Ventajas</a:t>
            </a:r>
            <a:r>
              <a:rPr lang="es-MX" b="0" i="0" u="none" strike="noStrike" dirty="0">
                <a:solidFill>
                  <a:srgbClr val="000000"/>
                </a:solidFill>
                <a:effectLst/>
              </a:rPr>
              <a:t>: Es un modelo sencillo de entender e interpretar, y se ajusta bien cuando la relación entre las variables es aproximadamente lineal.</a:t>
            </a:r>
          </a:p>
          <a:p>
            <a:pPr algn="l">
              <a:buFont typeface="Arial" panose="020B0604020202020204" pitchFamily="34" charset="0"/>
              <a:buChar char="•"/>
            </a:pPr>
            <a:r>
              <a:rPr lang="es-MX" b="1" i="0" u="none" strike="noStrike" dirty="0">
                <a:solidFill>
                  <a:srgbClr val="000000"/>
                </a:solidFill>
                <a:effectLst/>
              </a:rPr>
              <a:t>Limitaciones</a:t>
            </a:r>
            <a:r>
              <a:rPr lang="es-MX" b="0" i="0" u="none" strike="noStrike" dirty="0">
                <a:solidFill>
                  <a:srgbClr val="000000"/>
                </a:solidFill>
                <a:effectLst/>
              </a:rPr>
              <a:t>: No captura relaciones no lineales y puede ser sensible a los valores atípicos.</a:t>
            </a:r>
          </a:p>
          <a:p>
            <a:pPr marL="0" indent="0" algn="l">
              <a:buNone/>
            </a:pPr>
            <a:endParaRPr lang="es-MX" b="0" i="0" u="none" strike="noStrike" dirty="0">
              <a:solidFill>
                <a:srgbClr val="000000"/>
              </a:solidFill>
              <a:effectLst/>
            </a:endParaRPr>
          </a:p>
          <a:p>
            <a:pPr marL="0" indent="0" algn="l">
              <a:buNone/>
            </a:pPr>
            <a:r>
              <a:rPr lang="es-MX" b="0" i="0" u="none" strike="noStrike" dirty="0">
                <a:solidFill>
                  <a:srgbClr val="000000"/>
                </a:solidFill>
                <a:effectLst/>
              </a:rPr>
              <a:t>En resumen, la regresión lineal es una herramienta poderosa y simple para modelar relaciones lineales entre variables, ampliamente utilizada en estadística, economía y </a:t>
            </a:r>
            <a:r>
              <a:rPr lang="es-MX" b="0" i="1" u="none" strike="noStrike" dirty="0">
                <a:solidFill>
                  <a:srgbClr val="000000"/>
                </a:solidFill>
                <a:effectLst/>
              </a:rPr>
              <a:t>machine learning</a:t>
            </a:r>
            <a:endParaRPr lang="es-MX" b="0" i="0" u="none" strike="noStrike" dirty="0">
              <a:solidFill>
                <a:srgbClr val="000000"/>
              </a:solidFill>
              <a:effectLst/>
            </a:endParaRPr>
          </a:p>
          <a:p>
            <a:pPr marL="0" indent="0" algn="just">
              <a:buNone/>
            </a:pPr>
            <a:endParaRPr lang="es-ES_tradnl" sz="2400" dirty="0"/>
          </a:p>
        </p:txBody>
      </p:sp>
    </p:spTree>
    <p:extLst>
      <p:ext uri="{BB962C8B-B14F-4D97-AF65-F5344CB8AC3E}">
        <p14:creationId xmlns:p14="http://schemas.microsoft.com/office/powerpoint/2010/main" val="1942155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E2FDC-079D-1852-E03F-08A3170224AB}"/>
              </a:ext>
            </a:extLst>
          </p:cNvPr>
          <p:cNvSpPr>
            <a:spLocks noGrp="1"/>
          </p:cNvSpPr>
          <p:nvPr>
            <p:ph type="title"/>
          </p:nvPr>
        </p:nvSpPr>
        <p:spPr>
          <a:xfrm>
            <a:off x="6775703" y="566928"/>
            <a:ext cx="4578337" cy="1161288"/>
          </a:xfrm>
        </p:spPr>
        <p:txBody>
          <a:bodyPr anchor="b">
            <a:normAutofit fontScale="90000"/>
          </a:bodyPr>
          <a:lstStyle/>
          <a:p>
            <a:r>
              <a:rPr lang="es-ES_tradnl" sz="3600" dirty="0"/>
              <a:t>Regresión Logística (clasificación)</a:t>
            </a:r>
          </a:p>
        </p:txBody>
      </p:sp>
      <p:sp>
        <p:nvSpPr>
          <p:cNvPr id="3" name="Marcador de contenido 2">
            <a:extLst>
              <a:ext uri="{FF2B5EF4-FFF2-40B4-BE49-F238E27FC236}">
                <a16:creationId xmlns:a16="http://schemas.microsoft.com/office/drawing/2014/main" id="{91E81D8D-8DBE-FEC3-3AC0-0B5AF3EB8E78}"/>
              </a:ext>
            </a:extLst>
          </p:cNvPr>
          <p:cNvSpPr>
            <a:spLocks noGrp="1"/>
          </p:cNvSpPr>
          <p:nvPr>
            <p:ph idx="1"/>
          </p:nvPr>
        </p:nvSpPr>
        <p:spPr>
          <a:xfrm>
            <a:off x="6775704" y="2057400"/>
            <a:ext cx="4572000" cy="3776472"/>
          </a:xfrm>
        </p:spPr>
        <p:txBody>
          <a:bodyPr>
            <a:normAutofit/>
          </a:bodyPr>
          <a:lstStyle/>
          <a:p>
            <a:r>
              <a:rPr lang="es-MX" sz="1400" dirty="0"/>
              <a:t>La </a:t>
            </a:r>
            <a:r>
              <a:rPr lang="es-MX" sz="1400" b="1" dirty="0"/>
              <a:t>regresión logística</a:t>
            </a:r>
            <a:r>
              <a:rPr lang="es-MX" sz="1400" dirty="0"/>
              <a:t> es un algoritmo de </a:t>
            </a:r>
            <a:r>
              <a:rPr lang="es-MX" sz="1400" i="1" dirty="0"/>
              <a:t>aprendizaje supervisado</a:t>
            </a:r>
            <a:r>
              <a:rPr lang="es-MX" sz="1400" dirty="0"/>
              <a:t> que se utiliza para </a:t>
            </a:r>
            <a:r>
              <a:rPr lang="es-MX" sz="1400" b="1" dirty="0"/>
              <a:t>problemas de clasificación</a:t>
            </a:r>
            <a:r>
              <a:rPr lang="es-MX" sz="1400" dirty="0"/>
              <a:t>, es decir, aquellos donde la variable de salida solo puede tomar valores discretos (por ejemplo, </a:t>
            </a:r>
            <a:r>
              <a:rPr lang="es-MX" sz="1400" i="1" dirty="0"/>
              <a:t>sí/no</a:t>
            </a:r>
            <a:r>
              <a:rPr lang="es-MX" sz="1400" dirty="0"/>
              <a:t>, </a:t>
            </a:r>
            <a:r>
              <a:rPr lang="es-MX" sz="1400" i="1" dirty="0"/>
              <a:t>1/0</a:t>
            </a:r>
            <a:r>
              <a:rPr lang="es-MX" sz="1400" dirty="0"/>
              <a:t>, </a:t>
            </a:r>
            <a:r>
              <a:rPr lang="es-MX" sz="1400" i="1" dirty="0"/>
              <a:t>verdadero/falso, 0/1/2/…/9</a:t>
            </a:r>
            <a:r>
              <a:rPr lang="es-MX" sz="1400" dirty="0"/>
              <a:t>).</a:t>
            </a:r>
          </a:p>
          <a:p>
            <a:r>
              <a:rPr lang="es-MX" sz="1400" dirty="0"/>
              <a:t>Aunque su nombre contiene la palabra </a:t>
            </a:r>
            <a:r>
              <a:rPr lang="es-MX" sz="1400" i="1" dirty="0"/>
              <a:t>regresión</a:t>
            </a:r>
            <a:r>
              <a:rPr lang="es-MX" sz="1400" dirty="0"/>
              <a:t>, en realidad </a:t>
            </a:r>
            <a:r>
              <a:rPr lang="es-MX" sz="1400" b="1" dirty="0"/>
              <a:t>no se usa para predecir valores continuos</a:t>
            </a:r>
            <a:r>
              <a:rPr lang="es-MX" sz="1400" dirty="0"/>
              <a:t>, sino para </a:t>
            </a:r>
            <a:r>
              <a:rPr lang="es-MX" sz="1400" b="1" dirty="0"/>
              <a:t>predecir probabilidades</a:t>
            </a:r>
            <a:r>
              <a:rPr lang="es-MX" sz="1400" dirty="0"/>
              <a:t> de pertenecer a una clase.</a:t>
            </a:r>
          </a:p>
          <a:p>
            <a:r>
              <a:rPr lang="es-MX" sz="1400" dirty="0"/>
              <a:t>El objetivo de la regresión logística es </a:t>
            </a:r>
            <a:r>
              <a:rPr lang="es-MX" sz="1400" b="1" dirty="0"/>
              <a:t>estimar la probabilidad</a:t>
            </a:r>
            <a:r>
              <a:rPr lang="es-MX" sz="1400" dirty="0"/>
              <a:t> de que una observación pertenezca a una clase positiva (por ejemplo, clase = 1) en función de una o más variables de entrada.</a:t>
            </a:r>
            <a:endParaRPr lang="es-ES_tradnl" sz="1800" dirty="0"/>
          </a:p>
        </p:txBody>
      </p:sp>
      <p:pic>
        <p:nvPicPr>
          <p:cNvPr id="1026" name="Picture 2" descr="Regresión logística para predecir predecir resultados | EAE">
            <a:extLst>
              <a:ext uri="{FF2B5EF4-FFF2-40B4-BE49-F238E27FC236}">
                <a16:creationId xmlns:a16="http://schemas.microsoft.com/office/drawing/2014/main" id="{67521B60-1739-45C8-1479-2B3A2FA474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88" r="12353"/>
          <a:stretch/>
        </p:blipFill>
        <p:spPr bwMode="auto">
          <a:xfrm>
            <a:off x="770020" y="774633"/>
            <a:ext cx="5082139" cy="5055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106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6DD324-814B-17BC-B9B7-8E20BB688ABB}"/>
              </a:ext>
            </a:extLst>
          </p:cNvPr>
          <p:cNvSpPr>
            <a:spLocks noGrp="1"/>
          </p:cNvSpPr>
          <p:nvPr>
            <p:ph type="title"/>
          </p:nvPr>
        </p:nvSpPr>
        <p:spPr>
          <a:xfrm>
            <a:off x="788308" y="134754"/>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Características</a:t>
            </a:r>
          </a:p>
        </p:txBody>
      </p:sp>
      <p:sp>
        <p:nvSpPr>
          <p:cNvPr id="3" name="Marcador de contenido 2">
            <a:extLst>
              <a:ext uri="{FF2B5EF4-FFF2-40B4-BE49-F238E27FC236}">
                <a16:creationId xmlns:a16="http://schemas.microsoft.com/office/drawing/2014/main" id="{2C4A679A-40DB-AC39-13D0-87DDC3A289EB}"/>
              </a:ext>
            </a:extLst>
          </p:cNvPr>
          <p:cNvSpPr>
            <a:spLocks noGrp="1"/>
          </p:cNvSpPr>
          <p:nvPr>
            <p:ph idx="1"/>
          </p:nvPr>
        </p:nvSpPr>
        <p:spPr>
          <a:xfrm>
            <a:off x="1115568" y="1728216"/>
            <a:ext cx="10168128" cy="3694176"/>
          </a:xfrm>
        </p:spPr>
        <p:txBody>
          <a:bodyPr>
            <a:normAutofit/>
          </a:bodyPr>
          <a:lstStyle/>
          <a:p>
            <a:pPr algn="just"/>
            <a:r>
              <a:rPr lang="es-ES" dirty="0"/>
              <a:t>Aprendizaje supervisado -&gt; </a:t>
            </a:r>
            <a:r>
              <a:rPr lang="es-ES" sz="2000" i="1" dirty="0"/>
              <a:t>requiere un conjunto de datos etiquetados.</a:t>
            </a:r>
          </a:p>
          <a:p>
            <a:pPr algn="just"/>
            <a:r>
              <a:rPr lang="es-ES" dirty="0"/>
              <a:t>Aprendizaje basado en modelos -&gt; </a:t>
            </a:r>
            <a:r>
              <a:rPr lang="es-ES" sz="2000" i="1" dirty="0"/>
              <a:t>construcción de una función hipótesis.</a:t>
            </a:r>
            <a:endParaRPr lang="es-ES" i="1" dirty="0"/>
          </a:p>
          <a:p>
            <a:pPr algn="just"/>
            <a:r>
              <a:rPr lang="es-ES" dirty="0"/>
              <a:t>Corresponde con un modelo lineal generalizado</a:t>
            </a:r>
          </a:p>
          <a:p>
            <a:pPr algn="just"/>
            <a:r>
              <a:rPr lang="es-ES" dirty="0"/>
              <a:t>Realiza predicciones computando una </a:t>
            </a:r>
            <a:r>
              <a:rPr lang="es-ES" b="1" i="1" dirty="0"/>
              <a:t>suma ponderada de las características de entrada</a:t>
            </a:r>
            <a:r>
              <a:rPr lang="es-ES" dirty="0"/>
              <a:t> y sumándole una constante conocida como </a:t>
            </a:r>
            <a:r>
              <a:rPr lang="es-ES" i="1" dirty="0" err="1"/>
              <a:t>bias</a:t>
            </a:r>
            <a:r>
              <a:rPr lang="es-ES" dirty="0"/>
              <a:t>, pero se aplica una </a:t>
            </a:r>
            <a:r>
              <a:rPr lang="es-ES" b="1" i="1" dirty="0"/>
              <a:t>función logística </a:t>
            </a:r>
            <a:r>
              <a:rPr lang="es-ES" dirty="0"/>
              <a:t>al resultado.</a:t>
            </a:r>
          </a:p>
          <a:p>
            <a:pPr algn="just"/>
            <a:r>
              <a:rPr lang="es-ES" dirty="0"/>
              <a:t>Intenta predecir </a:t>
            </a:r>
            <a:r>
              <a:rPr lang="es-ES" b="1" i="1" dirty="0"/>
              <a:t>valores discretos</a:t>
            </a:r>
            <a:r>
              <a:rPr lang="es-ES" dirty="0"/>
              <a:t>.</a:t>
            </a:r>
            <a:endParaRPr lang="es-MX" dirty="0"/>
          </a:p>
          <a:p>
            <a:pPr algn="just"/>
            <a:endParaRPr lang="es-ES_tradnl" dirty="0"/>
          </a:p>
        </p:txBody>
      </p:sp>
    </p:spTree>
    <p:extLst>
      <p:ext uri="{BB962C8B-B14F-4D97-AF65-F5344CB8AC3E}">
        <p14:creationId xmlns:p14="http://schemas.microsoft.com/office/powerpoint/2010/main" val="4150701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6DD324-814B-17BC-B9B7-8E20BB688ABB}"/>
              </a:ext>
            </a:extLst>
          </p:cNvPr>
          <p:cNvSpPr>
            <a:spLocks noGrp="1"/>
          </p:cNvSpPr>
          <p:nvPr>
            <p:ph type="title"/>
          </p:nvPr>
        </p:nvSpPr>
        <p:spPr>
          <a:xfrm>
            <a:off x="613931" y="54789"/>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Ejemplo: </a:t>
            </a:r>
            <a:r>
              <a:rPr lang="es-ES_tradnl" sz="3100" dirty="0"/>
              <a:t>Clasificación de correos electrónicos.</a:t>
            </a:r>
            <a:endParaRPr lang="es-ES_tradnl" dirty="0"/>
          </a:p>
        </p:txBody>
      </p:sp>
      <p:grpSp>
        <p:nvGrpSpPr>
          <p:cNvPr id="5" name="Grupo 4">
            <a:extLst>
              <a:ext uri="{FF2B5EF4-FFF2-40B4-BE49-F238E27FC236}">
                <a16:creationId xmlns:a16="http://schemas.microsoft.com/office/drawing/2014/main" id="{D222549B-8D6B-9EA0-D7A2-1A48F1DFAAE9}"/>
              </a:ext>
            </a:extLst>
          </p:cNvPr>
          <p:cNvGrpSpPr/>
          <p:nvPr/>
        </p:nvGrpSpPr>
        <p:grpSpPr>
          <a:xfrm>
            <a:off x="4924575" y="1234365"/>
            <a:ext cx="6941319" cy="2942012"/>
            <a:chOff x="537510" y="1432283"/>
            <a:chExt cx="6941319" cy="2942012"/>
          </a:xfrm>
        </p:grpSpPr>
        <p:cxnSp>
          <p:nvCxnSpPr>
            <p:cNvPr id="7" name="Conector recto 6">
              <a:extLst>
                <a:ext uri="{FF2B5EF4-FFF2-40B4-BE49-F238E27FC236}">
                  <a16:creationId xmlns:a16="http://schemas.microsoft.com/office/drawing/2014/main" id="{10317C07-574D-EF41-859F-CEA3A50FE383}"/>
                </a:ext>
              </a:extLst>
            </p:cNvPr>
            <p:cNvCxnSpPr>
              <a:cxnSpLocks/>
            </p:cNvCxnSpPr>
            <p:nvPr/>
          </p:nvCxnSpPr>
          <p:spPr>
            <a:xfrm flipV="1">
              <a:off x="1712756" y="1686676"/>
              <a:ext cx="0" cy="2156940"/>
            </a:xfrm>
            <a:prstGeom prst="line">
              <a:avLst/>
            </a:prstGeom>
          </p:spPr>
          <p:style>
            <a:lnRef idx="2">
              <a:schemeClr val="dk1"/>
            </a:lnRef>
            <a:fillRef idx="0">
              <a:schemeClr val="dk1"/>
            </a:fillRef>
            <a:effectRef idx="1">
              <a:schemeClr val="dk1"/>
            </a:effectRef>
            <a:fontRef idx="minor">
              <a:schemeClr val="tx1"/>
            </a:fontRef>
          </p:style>
        </p:cxnSp>
        <p:cxnSp>
          <p:nvCxnSpPr>
            <p:cNvPr id="8" name="Conector recto 7">
              <a:extLst>
                <a:ext uri="{FF2B5EF4-FFF2-40B4-BE49-F238E27FC236}">
                  <a16:creationId xmlns:a16="http://schemas.microsoft.com/office/drawing/2014/main" id="{B8D1E808-707C-A91C-A510-9754A4E52085}"/>
                </a:ext>
              </a:extLst>
            </p:cNvPr>
            <p:cNvCxnSpPr>
              <a:cxnSpLocks/>
            </p:cNvCxnSpPr>
            <p:nvPr/>
          </p:nvCxnSpPr>
          <p:spPr>
            <a:xfrm>
              <a:off x="1712756" y="3843616"/>
              <a:ext cx="5766073"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24803400-E9CC-EF71-02F8-31B4736D3E08}"/>
                </a:ext>
              </a:extLst>
            </p:cNvPr>
            <p:cNvSpPr txBox="1"/>
            <p:nvPr/>
          </p:nvSpPr>
          <p:spPr>
            <a:xfrm>
              <a:off x="1712756" y="4035741"/>
              <a:ext cx="4938842" cy="338554"/>
            </a:xfrm>
            <a:prstGeom prst="rect">
              <a:avLst/>
            </a:prstGeom>
            <a:noFill/>
          </p:spPr>
          <p:txBody>
            <a:bodyPr wrap="square" rtlCol="0">
              <a:spAutoFit/>
            </a:bodyPr>
            <a:lstStyle/>
            <a:p>
              <a:r>
                <a:rPr lang="es-MX" sz="1600" dirty="0"/>
                <a:t>Número de signos de interrogación y exclamación</a:t>
              </a:r>
            </a:p>
          </p:txBody>
        </p:sp>
        <p:sp>
          <p:nvSpPr>
            <p:cNvPr id="10" name="CuadroTexto 9">
              <a:extLst>
                <a:ext uri="{FF2B5EF4-FFF2-40B4-BE49-F238E27FC236}">
                  <a16:creationId xmlns:a16="http://schemas.microsoft.com/office/drawing/2014/main" id="{42A8C2C1-B827-DC85-902C-761C4B4DA49B}"/>
                </a:ext>
              </a:extLst>
            </p:cNvPr>
            <p:cNvSpPr txBox="1"/>
            <p:nvPr/>
          </p:nvSpPr>
          <p:spPr>
            <a:xfrm>
              <a:off x="537510" y="2773060"/>
              <a:ext cx="1175245" cy="369332"/>
            </a:xfrm>
            <a:prstGeom prst="rect">
              <a:avLst/>
            </a:prstGeom>
            <a:noFill/>
          </p:spPr>
          <p:txBody>
            <a:bodyPr wrap="square" rtlCol="0">
              <a:spAutoFit/>
            </a:bodyPr>
            <a:lstStyle/>
            <a:p>
              <a:r>
                <a:rPr lang="es-MX" dirty="0"/>
                <a:t>¿Spam?</a:t>
              </a:r>
            </a:p>
          </p:txBody>
        </p:sp>
        <p:sp>
          <p:nvSpPr>
            <p:cNvPr id="12" name="CuadroTexto 11">
              <a:extLst>
                <a:ext uri="{FF2B5EF4-FFF2-40B4-BE49-F238E27FC236}">
                  <a16:creationId xmlns:a16="http://schemas.microsoft.com/office/drawing/2014/main" id="{8755D2FF-9C4E-2139-245D-27184FD624E1}"/>
                </a:ext>
              </a:extLst>
            </p:cNvPr>
            <p:cNvSpPr txBox="1"/>
            <p:nvPr/>
          </p:nvSpPr>
          <p:spPr>
            <a:xfrm>
              <a:off x="1326241" y="1696969"/>
              <a:ext cx="386514" cy="369332"/>
            </a:xfrm>
            <a:prstGeom prst="rect">
              <a:avLst/>
            </a:prstGeom>
            <a:noFill/>
          </p:spPr>
          <p:txBody>
            <a:bodyPr wrap="square" rtlCol="0">
              <a:spAutoFit/>
            </a:bodyPr>
            <a:lstStyle/>
            <a:p>
              <a:r>
                <a:rPr lang="es-MX" dirty="0"/>
                <a:t>1</a:t>
              </a:r>
            </a:p>
          </p:txBody>
        </p:sp>
        <p:sp>
          <p:nvSpPr>
            <p:cNvPr id="13" name="CuadroTexto 12">
              <a:extLst>
                <a:ext uri="{FF2B5EF4-FFF2-40B4-BE49-F238E27FC236}">
                  <a16:creationId xmlns:a16="http://schemas.microsoft.com/office/drawing/2014/main" id="{1A99355D-BB61-C6EB-4968-FA265D0AA2E7}"/>
                </a:ext>
              </a:extLst>
            </p:cNvPr>
            <p:cNvSpPr txBox="1"/>
            <p:nvPr/>
          </p:nvSpPr>
          <p:spPr>
            <a:xfrm>
              <a:off x="1326241" y="3628607"/>
              <a:ext cx="386514" cy="369332"/>
            </a:xfrm>
            <a:prstGeom prst="rect">
              <a:avLst/>
            </a:prstGeom>
            <a:noFill/>
          </p:spPr>
          <p:txBody>
            <a:bodyPr wrap="square" rtlCol="0">
              <a:spAutoFit/>
            </a:bodyPr>
            <a:lstStyle/>
            <a:p>
              <a:r>
                <a:rPr lang="es-MX" dirty="0"/>
                <a:t>0</a:t>
              </a:r>
            </a:p>
          </p:txBody>
        </p:sp>
        <p:cxnSp>
          <p:nvCxnSpPr>
            <p:cNvPr id="15" name="Conector recto 14">
              <a:extLst>
                <a:ext uri="{FF2B5EF4-FFF2-40B4-BE49-F238E27FC236}">
                  <a16:creationId xmlns:a16="http://schemas.microsoft.com/office/drawing/2014/main" id="{6547CDD5-3C86-02E8-92EE-63D97EFE19FE}"/>
                </a:ext>
              </a:extLst>
            </p:cNvPr>
            <p:cNvCxnSpPr>
              <a:stCxn id="12" idx="3"/>
            </p:cNvCxnSpPr>
            <p:nvPr/>
          </p:nvCxnSpPr>
          <p:spPr>
            <a:xfrm>
              <a:off x="1712755" y="1881635"/>
              <a:ext cx="5766074" cy="0"/>
            </a:xfrm>
            <a:prstGeom prst="line">
              <a:avLst/>
            </a:prstGeom>
          </p:spPr>
          <p:style>
            <a:lnRef idx="1">
              <a:schemeClr val="dk1"/>
            </a:lnRef>
            <a:fillRef idx="0">
              <a:schemeClr val="dk1"/>
            </a:fillRef>
            <a:effectRef idx="0">
              <a:schemeClr val="dk1"/>
            </a:effectRef>
            <a:fontRef idx="minor">
              <a:schemeClr val="tx1"/>
            </a:fontRef>
          </p:style>
        </p:cxnSp>
        <p:sp>
          <p:nvSpPr>
            <p:cNvPr id="20" name="Elipse 19">
              <a:extLst>
                <a:ext uri="{FF2B5EF4-FFF2-40B4-BE49-F238E27FC236}">
                  <a16:creationId xmlns:a16="http://schemas.microsoft.com/office/drawing/2014/main" id="{5CC5B1FF-64FA-74A6-AF3D-F6735D7CC6BB}"/>
                </a:ext>
              </a:extLst>
            </p:cNvPr>
            <p:cNvSpPr/>
            <p:nvPr/>
          </p:nvSpPr>
          <p:spPr>
            <a:xfrm>
              <a:off x="1857674" y="376645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Elipse 20">
              <a:extLst>
                <a:ext uri="{FF2B5EF4-FFF2-40B4-BE49-F238E27FC236}">
                  <a16:creationId xmlns:a16="http://schemas.microsoft.com/office/drawing/2014/main" id="{87D94714-4C44-FF37-490B-D3E9C8761EB9}"/>
                </a:ext>
              </a:extLst>
            </p:cNvPr>
            <p:cNvSpPr/>
            <p:nvPr/>
          </p:nvSpPr>
          <p:spPr>
            <a:xfrm>
              <a:off x="2156595" y="376645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Elipse 21">
              <a:extLst>
                <a:ext uri="{FF2B5EF4-FFF2-40B4-BE49-F238E27FC236}">
                  <a16:creationId xmlns:a16="http://schemas.microsoft.com/office/drawing/2014/main" id="{CF666244-2C83-0558-F22E-C5D9C629945C}"/>
                </a:ext>
              </a:extLst>
            </p:cNvPr>
            <p:cNvSpPr/>
            <p:nvPr/>
          </p:nvSpPr>
          <p:spPr>
            <a:xfrm>
              <a:off x="2465677" y="377391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Elipse 22">
              <a:extLst>
                <a:ext uri="{FF2B5EF4-FFF2-40B4-BE49-F238E27FC236}">
                  <a16:creationId xmlns:a16="http://schemas.microsoft.com/office/drawing/2014/main" id="{E4CE3649-EEF2-474C-141A-2093E4CC47FA}"/>
                </a:ext>
              </a:extLst>
            </p:cNvPr>
            <p:cNvSpPr/>
            <p:nvPr/>
          </p:nvSpPr>
          <p:spPr>
            <a:xfrm>
              <a:off x="2996678"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4" name="Elipse 23">
              <a:extLst>
                <a:ext uri="{FF2B5EF4-FFF2-40B4-BE49-F238E27FC236}">
                  <a16:creationId xmlns:a16="http://schemas.microsoft.com/office/drawing/2014/main" id="{AFAA5D9C-655D-81E7-E17F-D07BDDB2C7E7}"/>
                </a:ext>
              </a:extLst>
            </p:cNvPr>
            <p:cNvSpPr/>
            <p:nvPr/>
          </p:nvSpPr>
          <p:spPr>
            <a:xfrm>
              <a:off x="3722824"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5" name="Elipse 24">
              <a:extLst>
                <a:ext uri="{FF2B5EF4-FFF2-40B4-BE49-F238E27FC236}">
                  <a16:creationId xmlns:a16="http://schemas.microsoft.com/office/drawing/2014/main" id="{E6245C41-2F99-D205-5239-F1F0996A55E7}"/>
                </a:ext>
              </a:extLst>
            </p:cNvPr>
            <p:cNvSpPr/>
            <p:nvPr/>
          </p:nvSpPr>
          <p:spPr>
            <a:xfrm>
              <a:off x="4451949" y="180447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Elipse 25">
              <a:extLst>
                <a:ext uri="{FF2B5EF4-FFF2-40B4-BE49-F238E27FC236}">
                  <a16:creationId xmlns:a16="http://schemas.microsoft.com/office/drawing/2014/main" id="{AD7BBB9B-EC4B-7F84-6856-8ED88B021528}"/>
                </a:ext>
              </a:extLst>
            </p:cNvPr>
            <p:cNvSpPr/>
            <p:nvPr/>
          </p:nvSpPr>
          <p:spPr>
            <a:xfrm>
              <a:off x="4982621"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Elipse 26">
              <a:extLst>
                <a:ext uri="{FF2B5EF4-FFF2-40B4-BE49-F238E27FC236}">
                  <a16:creationId xmlns:a16="http://schemas.microsoft.com/office/drawing/2014/main" id="{60CDEFAC-060E-6566-F05D-C3CAAFDF46E7}"/>
                </a:ext>
              </a:extLst>
            </p:cNvPr>
            <p:cNvSpPr/>
            <p:nvPr/>
          </p:nvSpPr>
          <p:spPr>
            <a:xfrm>
              <a:off x="5316956"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Elipse 27">
              <a:extLst>
                <a:ext uri="{FF2B5EF4-FFF2-40B4-BE49-F238E27FC236}">
                  <a16:creationId xmlns:a16="http://schemas.microsoft.com/office/drawing/2014/main" id="{491ED3C3-2CB7-D8D0-BD4A-A0BE023881C3}"/>
                </a:ext>
              </a:extLst>
            </p:cNvPr>
            <p:cNvSpPr/>
            <p:nvPr/>
          </p:nvSpPr>
          <p:spPr>
            <a:xfrm>
              <a:off x="5651291" y="1812211"/>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3">
              <a:extLst>
                <a:ext uri="{FF2B5EF4-FFF2-40B4-BE49-F238E27FC236}">
                  <a16:creationId xmlns:a16="http://schemas.microsoft.com/office/drawing/2014/main" id="{C7B1DC30-79BC-5660-AF4D-7543681C3672}"/>
                </a:ext>
              </a:extLst>
            </p:cNvPr>
            <p:cNvCxnSpPr/>
            <p:nvPr/>
          </p:nvCxnSpPr>
          <p:spPr>
            <a:xfrm>
              <a:off x="4140485" y="1432283"/>
              <a:ext cx="0" cy="2681555"/>
            </a:xfrm>
            <a:prstGeom prst="line">
              <a:avLst/>
            </a:prstGeom>
          </p:spPr>
          <p:style>
            <a:lnRef idx="3">
              <a:schemeClr val="accent1"/>
            </a:lnRef>
            <a:fillRef idx="0">
              <a:schemeClr val="accent1"/>
            </a:fillRef>
            <a:effectRef idx="2">
              <a:schemeClr val="accent1"/>
            </a:effectRef>
            <a:fontRef idx="minor">
              <a:schemeClr val="tx1"/>
            </a:fontRef>
          </p:style>
        </p:cxnSp>
      </p:grpSp>
      <p:sp>
        <p:nvSpPr>
          <p:cNvPr id="6" name="CuadroTexto 5">
            <a:extLst>
              <a:ext uri="{FF2B5EF4-FFF2-40B4-BE49-F238E27FC236}">
                <a16:creationId xmlns:a16="http://schemas.microsoft.com/office/drawing/2014/main" id="{D2A48696-0818-216D-7C73-DED2327FD079}"/>
              </a:ext>
            </a:extLst>
          </p:cNvPr>
          <p:cNvSpPr txBox="1"/>
          <p:nvPr/>
        </p:nvSpPr>
        <p:spPr>
          <a:xfrm>
            <a:off x="237812" y="1768616"/>
            <a:ext cx="4560551" cy="338554"/>
          </a:xfrm>
          <a:prstGeom prst="rect">
            <a:avLst/>
          </a:prstGeom>
          <a:noFill/>
        </p:spPr>
        <p:txBody>
          <a:bodyPr wrap="square" rtlCol="0">
            <a:spAutoFit/>
          </a:bodyPr>
          <a:lstStyle/>
          <a:p>
            <a:r>
              <a:rPr lang="es-MX" sz="1600" dirty="0"/>
              <a:t>Conjunto de datos de entrenamiento</a:t>
            </a:r>
          </a:p>
        </p:txBody>
      </p:sp>
      <p:graphicFrame>
        <p:nvGraphicFramePr>
          <p:cNvPr id="11" name="Tabla 10">
            <a:extLst>
              <a:ext uri="{FF2B5EF4-FFF2-40B4-BE49-F238E27FC236}">
                <a16:creationId xmlns:a16="http://schemas.microsoft.com/office/drawing/2014/main" id="{0E5861CC-4D56-46B4-5750-FA511C2FED28}"/>
              </a:ext>
            </a:extLst>
          </p:cNvPr>
          <p:cNvGraphicFramePr>
            <a:graphicFrameLocks noGrp="1"/>
          </p:cNvGraphicFramePr>
          <p:nvPr>
            <p:extLst>
              <p:ext uri="{D42A27DB-BD31-4B8C-83A1-F6EECF244321}">
                <p14:modId xmlns:p14="http://schemas.microsoft.com/office/powerpoint/2010/main" val="4243021261"/>
              </p:ext>
            </p:extLst>
          </p:nvPr>
        </p:nvGraphicFramePr>
        <p:xfrm>
          <a:off x="382899" y="2316480"/>
          <a:ext cx="3572652" cy="2225040"/>
        </p:xfrm>
        <a:graphic>
          <a:graphicData uri="http://schemas.openxmlformats.org/drawingml/2006/table">
            <a:tbl>
              <a:tblPr firstRow="1" bandRow="1">
                <a:tableStyleId>{5C22544A-7EE6-4342-B048-85BDC9FD1C3A}</a:tableStyleId>
              </a:tblPr>
              <a:tblGrid>
                <a:gridCol w="1271240">
                  <a:extLst>
                    <a:ext uri="{9D8B030D-6E8A-4147-A177-3AD203B41FA5}">
                      <a16:colId xmlns:a16="http://schemas.microsoft.com/office/drawing/2014/main" val="780883505"/>
                    </a:ext>
                  </a:extLst>
                </a:gridCol>
                <a:gridCol w="1150706">
                  <a:extLst>
                    <a:ext uri="{9D8B030D-6E8A-4147-A177-3AD203B41FA5}">
                      <a16:colId xmlns:a16="http://schemas.microsoft.com/office/drawing/2014/main" val="2091827467"/>
                    </a:ext>
                  </a:extLst>
                </a:gridCol>
                <a:gridCol w="1150706">
                  <a:extLst>
                    <a:ext uri="{9D8B030D-6E8A-4147-A177-3AD203B41FA5}">
                      <a16:colId xmlns:a16="http://schemas.microsoft.com/office/drawing/2014/main" val="2410304238"/>
                    </a:ext>
                  </a:extLst>
                </a:gridCol>
              </a:tblGrid>
              <a:tr h="370840">
                <a:tc>
                  <a:txBody>
                    <a:bodyPr/>
                    <a:lstStyle/>
                    <a:p>
                      <a:pPr algn="ctr"/>
                      <a:r>
                        <a:rPr lang="es-MX" dirty="0"/>
                        <a:t>casos</a:t>
                      </a:r>
                    </a:p>
                  </a:txBody>
                  <a:tcPr/>
                </a:tc>
                <a:tc>
                  <a:txBody>
                    <a:bodyPr/>
                    <a:lstStyle/>
                    <a:p>
                      <a:pPr algn="ctr"/>
                      <a:r>
                        <a:rPr lang="es-MX" dirty="0"/>
                        <a:t>x</a:t>
                      </a:r>
                    </a:p>
                  </a:txBody>
                  <a:tcPr/>
                </a:tc>
                <a:tc>
                  <a:txBody>
                    <a:bodyPr/>
                    <a:lstStyle/>
                    <a:p>
                      <a:pPr algn="ctr"/>
                      <a:r>
                        <a:rPr lang="es-MX" dirty="0"/>
                        <a:t>y</a:t>
                      </a:r>
                    </a:p>
                  </a:txBody>
                  <a:tcPr/>
                </a:tc>
                <a:extLst>
                  <a:ext uri="{0D108BD9-81ED-4DB2-BD59-A6C34878D82A}">
                    <a16:rowId xmlns:a16="http://schemas.microsoft.com/office/drawing/2014/main" val="1446762907"/>
                  </a:ext>
                </a:extLst>
              </a:tr>
              <a:tr h="370840">
                <a:tc>
                  <a:txBody>
                    <a:bodyPr/>
                    <a:lstStyle/>
                    <a:p>
                      <a:pPr algn="ctr"/>
                      <a:r>
                        <a:rPr lang="es-MX" dirty="0"/>
                        <a:t>email_01</a:t>
                      </a:r>
                    </a:p>
                  </a:txBody>
                  <a:tcPr/>
                </a:tc>
                <a:tc>
                  <a:txBody>
                    <a:bodyPr/>
                    <a:lstStyle/>
                    <a:p>
                      <a:pPr algn="ctr"/>
                      <a:r>
                        <a:rPr lang="es-MX" dirty="0"/>
                        <a:t>10</a:t>
                      </a:r>
                    </a:p>
                  </a:txBody>
                  <a:tcPr/>
                </a:tc>
                <a:tc>
                  <a:txBody>
                    <a:bodyPr/>
                    <a:lstStyle/>
                    <a:p>
                      <a:pPr algn="ctr"/>
                      <a:r>
                        <a:rPr lang="es-MX" dirty="0"/>
                        <a:t>1</a:t>
                      </a:r>
                    </a:p>
                  </a:txBody>
                  <a:tcPr/>
                </a:tc>
                <a:extLst>
                  <a:ext uri="{0D108BD9-81ED-4DB2-BD59-A6C34878D82A}">
                    <a16:rowId xmlns:a16="http://schemas.microsoft.com/office/drawing/2014/main" val="13269386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dirty="0"/>
                        <a:t>email_02</a:t>
                      </a:r>
                    </a:p>
                  </a:txBody>
                  <a:tcPr/>
                </a:tc>
                <a:tc>
                  <a:txBody>
                    <a:bodyPr/>
                    <a:lstStyle/>
                    <a:p>
                      <a:pPr algn="ctr"/>
                      <a:r>
                        <a:rPr lang="es-MX" dirty="0"/>
                        <a:t>1</a:t>
                      </a:r>
                    </a:p>
                  </a:txBody>
                  <a:tcPr/>
                </a:tc>
                <a:tc>
                  <a:txBody>
                    <a:bodyPr/>
                    <a:lstStyle/>
                    <a:p>
                      <a:pPr algn="ctr"/>
                      <a:r>
                        <a:rPr lang="es-MX" dirty="0"/>
                        <a:t>0</a:t>
                      </a:r>
                    </a:p>
                  </a:txBody>
                  <a:tcPr/>
                </a:tc>
                <a:extLst>
                  <a:ext uri="{0D108BD9-81ED-4DB2-BD59-A6C34878D82A}">
                    <a16:rowId xmlns:a16="http://schemas.microsoft.com/office/drawing/2014/main" val="415116305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dirty="0"/>
                        <a:t>email_03</a:t>
                      </a:r>
                    </a:p>
                  </a:txBody>
                  <a:tcPr/>
                </a:tc>
                <a:tc>
                  <a:txBody>
                    <a:bodyPr/>
                    <a:lstStyle/>
                    <a:p>
                      <a:pPr algn="ctr"/>
                      <a:r>
                        <a:rPr lang="es-MX" dirty="0"/>
                        <a:t>17</a:t>
                      </a:r>
                    </a:p>
                  </a:txBody>
                  <a:tcPr/>
                </a:tc>
                <a:tc>
                  <a:txBody>
                    <a:bodyPr/>
                    <a:lstStyle/>
                    <a:p>
                      <a:pPr algn="ctr"/>
                      <a:r>
                        <a:rPr lang="es-MX" dirty="0"/>
                        <a:t>1</a:t>
                      </a:r>
                    </a:p>
                  </a:txBody>
                  <a:tcPr/>
                </a:tc>
                <a:extLst>
                  <a:ext uri="{0D108BD9-81ED-4DB2-BD59-A6C34878D82A}">
                    <a16:rowId xmlns:a16="http://schemas.microsoft.com/office/drawing/2014/main" val="2940355900"/>
                  </a:ext>
                </a:extLst>
              </a:tr>
              <a:tr h="370840">
                <a:tc>
                  <a:txBody>
                    <a:bodyPr/>
                    <a:lstStyle/>
                    <a:p>
                      <a:pPr algn="ctr"/>
                      <a:r>
                        <a:rPr lang="es-MX" dirty="0"/>
                        <a:t>…</a:t>
                      </a:r>
                    </a:p>
                  </a:txBody>
                  <a:tcPr/>
                </a:tc>
                <a:tc>
                  <a:txBody>
                    <a:bodyPr/>
                    <a:lstStyle/>
                    <a:p>
                      <a:pPr algn="ctr"/>
                      <a:endParaRPr lang="es-MX"/>
                    </a:p>
                  </a:txBody>
                  <a:tcPr/>
                </a:tc>
                <a:tc>
                  <a:txBody>
                    <a:bodyPr/>
                    <a:lstStyle/>
                    <a:p>
                      <a:pPr algn="ctr"/>
                      <a:endParaRPr lang="es-MX" dirty="0"/>
                    </a:p>
                  </a:txBody>
                  <a:tcPr/>
                </a:tc>
                <a:extLst>
                  <a:ext uri="{0D108BD9-81ED-4DB2-BD59-A6C34878D82A}">
                    <a16:rowId xmlns:a16="http://schemas.microsoft.com/office/drawing/2014/main" val="655874161"/>
                  </a:ext>
                </a:extLst>
              </a:tr>
              <a:tr h="370840">
                <a:tc>
                  <a:txBody>
                    <a:bodyPr/>
                    <a:lstStyle/>
                    <a:p>
                      <a:pPr algn="ctr"/>
                      <a:r>
                        <a:rPr lang="es-MX" dirty="0" err="1"/>
                        <a:t>email_n</a:t>
                      </a:r>
                      <a:endParaRPr lang="es-MX" dirty="0"/>
                    </a:p>
                  </a:txBody>
                  <a:tcPr/>
                </a:tc>
                <a:tc>
                  <a:txBody>
                    <a:bodyPr/>
                    <a:lstStyle/>
                    <a:p>
                      <a:pPr algn="ctr"/>
                      <a:endParaRPr lang="es-MX" dirty="0"/>
                    </a:p>
                  </a:txBody>
                  <a:tcPr/>
                </a:tc>
                <a:tc>
                  <a:txBody>
                    <a:bodyPr/>
                    <a:lstStyle/>
                    <a:p>
                      <a:pPr algn="ctr"/>
                      <a:endParaRPr lang="es-MX" dirty="0"/>
                    </a:p>
                  </a:txBody>
                  <a:tcPr/>
                </a:tc>
                <a:extLst>
                  <a:ext uri="{0D108BD9-81ED-4DB2-BD59-A6C34878D82A}">
                    <a16:rowId xmlns:a16="http://schemas.microsoft.com/office/drawing/2014/main" val="2488602936"/>
                  </a:ext>
                </a:extLst>
              </a:tr>
            </a:tbl>
          </a:graphicData>
        </a:graphic>
      </p:graphicFrame>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FF57445-5EA4-73F0-6C05-199C4A54DAE6}"/>
                  </a:ext>
                </a:extLst>
              </p:cNvPr>
              <p:cNvSpPr txBox="1"/>
              <p:nvPr/>
            </p:nvSpPr>
            <p:spPr>
              <a:xfrm>
                <a:off x="382899" y="4887035"/>
                <a:ext cx="26770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rPr>
                        <m:t>𝑣𝑎𝑟𝑖𝑎𝑏𝑙𝑒𝑠</m:t>
                      </m:r>
                      <m:r>
                        <a:rPr lang="es-MX" b="0" i="1" smtClean="0">
                          <a:latin typeface="Cambria Math" panose="02040503050406030204" pitchFamily="18" charset="0"/>
                        </a:rPr>
                        <m:t> </m:t>
                      </m:r>
                      <m:r>
                        <a:rPr lang="es-MX" b="0" i="1" smtClean="0">
                          <a:latin typeface="Cambria Math" panose="02040503050406030204" pitchFamily="18" charset="0"/>
                        </a:rPr>
                        <m:t>𝑑𝑒</m:t>
                      </m:r>
                      <m:r>
                        <a:rPr lang="es-MX" b="0" i="1" smtClean="0">
                          <a:latin typeface="Cambria Math" panose="02040503050406030204" pitchFamily="18" charset="0"/>
                        </a:rPr>
                        <m:t> </m:t>
                      </m:r>
                      <m:r>
                        <a:rPr lang="es-MX" b="0" i="1" smtClean="0">
                          <a:latin typeface="Cambria Math" panose="02040503050406030204" pitchFamily="18" charset="0"/>
                        </a:rPr>
                        <m:t>𝑒𝑛𝑡𝑟𝑎𝑑𝑎</m:t>
                      </m:r>
                    </m:oMath>
                  </m:oMathPara>
                </a14:m>
                <a:endParaRPr lang="es-MX" dirty="0"/>
              </a:p>
            </p:txBody>
          </p:sp>
        </mc:Choice>
        <mc:Fallback xmlns="">
          <p:sp>
            <p:nvSpPr>
              <p:cNvPr id="14" name="CuadroTexto 13">
                <a:extLst>
                  <a:ext uri="{FF2B5EF4-FFF2-40B4-BE49-F238E27FC236}">
                    <a16:creationId xmlns:a16="http://schemas.microsoft.com/office/drawing/2014/main" id="{5FF57445-5EA4-73F0-6C05-199C4A54DAE6}"/>
                  </a:ext>
                </a:extLst>
              </p:cNvPr>
              <p:cNvSpPr txBox="1">
                <a:spLocks noRot="1" noChangeAspect="1" noMove="1" noResize="1" noEditPoints="1" noAdjustHandles="1" noChangeArrowheads="1" noChangeShapeType="1" noTextEdit="1"/>
              </p:cNvSpPr>
              <p:nvPr/>
            </p:nvSpPr>
            <p:spPr>
              <a:xfrm>
                <a:off x="382899" y="4887035"/>
                <a:ext cx="2677015" cy="276999"/>
              </a:xfrm>
              <a:prstGeom prst="rect">
                <a:avLst/>
              </a:prstGeom>
              <a:blipFill>
                <a:blip r:embed="rId3"/>
                <a:stretch>
                  <a:fillRect l="-683" r="-1595" b="-1111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3A3F9FBC-0D57-025D-9216-B3E98CEAFAA4}"/>
                  </a:ext>
                </a:extLst>
              </p:cNvPr>
              <p:cNvSpPr txBox="1"/>
              <p:nvPr/>
            </p:nvSpPr>
            <p:spPr>
              <a:xfrm>
                <a:off x="355076" y="5232550"/>
                <a:ext cx="25289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rPr>
                        <m:t>y</m:t>
                      </m:r>
                      <m:r>
                        <a:rPr lang="es-MX" b="0" i="1" smtClean="0">
                          <a:latin typeface="Cambria Math" panose="02040503050406030204" pitchFamily="18" charset="0"/>
                        </a:rPr>
                        <m:t>=</m:t>
                      </m:r>
                      <m:r>
                        <a:rPr lang="es-MX" b="0" i="1" smtClean="0">
                          <a:latin typeface="Cambria Math" panose="02040503050406030204" pitchFamily="18" charset="0"/>
                        </a:rPr>
                        <m:t>𝑣𝑎𝑟𝑖𝑎𝑏𝑙𝑒𝑠</m:t>
                      </m:r>
                      <m:r>
                        <a:rPr lang="es-MX" b="0" i="1" smtClean="0">
                          <a:latin typeface="Cambria Math" panose="02040503050406030204" pitchFamily="18" charset="0"/>
                        </a:rPr>
                        <m:t> </m:t>
                      </m:r>
                      <m:r>
                        <a:rPr lang="es-MX" b="0" i="1" smtClean="0">
                          <a:latin typeface="Cambria Math" panose="02040503050406030204" pitchFamily="18" charset="0"/>
                        </a:rPr>
                        <m:t>𝑑𝑒</m:t>
                      </m:r>
                      <m:r>
                        <a:rPr lang="es-MX" b="0" i="1" smtClean="0">
                          <a:latin typeface="Cambria Math" panose="02040503050406030204" pitchFamily="18" charset="0"/>
                        </a:rPr>
                        <m:t> </m:t>
                      </m:r>
                      <m:r>
                        <a:rPr lang="es-MX" b="0" i="1" smtClean="0">
                          <a:latin typeface="Cambria Math" panose="02040503050406030204" pitchFamily="18" charset="0"/>
                        </a:rPr>
                        <m:t>𝑠𝑎𝑙𝑖𝑑𝑎</m:t>
                      </m:r>
                    </m:oMath>
                  </m:oMathPara>
                </a14:m>
                <a:endParaRPr lang="es-MX" dirty="0"/>
              </a:p>
            </p:txBody>
          </p:sp>
        </mc:Choice>
        <mc:Fallback xmlns="">
          <p:sp>
            <p:nvSpPr>
              <p:cNvPr id="16" name="CuadroTexto 15">
                <a:extLst>
                  <a:ext uri="{FF2B5EF4-FFF2-40B4-BE49-F238E27FC236}">
                    <a16:creationId xmlns:a16="http://schemas.microsoft.com/office/drawing/2014/main" id="{3A3F9FBC-0D57-025D-9216-B3E98CEAFAA4}"/>
                  </a:ext>
                </a:extLst>
              </p:cNvPr>
              <p:cNvSpPr txBox="1">
                <a:spLocks noRot="1" noChangeAspect="1" noMove="1" noResize="1" noEditPoints="1" noAdjustHandles="1" noChangeArrowheads="1" noChangeShapeType="1" noTextEdit="1"/>
              </p:cNvSpPr>
              <p:nvPr/>
            </p:nvSpPr>
            <p:spPr>
              <a:xfrm>
                <a:off x="355076" y="5232550"/>
                <a:ext cx="2528962" cy="276999"/>
              </a:xfrm>
              <a:prstGeom prst="rect">
                <a:avLst/>
              </a:prstGeom>
              <a:blipFill>
                <a:blip r:embed="rId4"/>
                <a:stretch>
                  <a:fillRect l="-482" r="-482" b="-260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C9F64D0-8816-FFAE-FBCE-1896229183BF}"/>
                  </a:ext>
                </a:extLst>
              </p:cNvPr>
              <p:cNvSpPr txBox="1"/>
              <p:nvPr/>
            </p:nvSpPr>
            <p:spPr>
              <a:xfrm>
                <a:off x="237812" y="5716564"/>
                <a:ext cx="364978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s-MX" b="0" i="1" smtClean="0">
                              <a:latin typeface="Cambria Math" panose="02040503050406030204" pitchFamily="18" charset="0"/>
                            </a:rPr>
                          </m:ctrlPr>
                        </m:dPr>
                        <m:e>
                          <m:r>
                            <a:rPr lang="es-MX" b="0" i="1" smtClean="0">
                              <a:latin typeface="Cambria Math" panose="02040503050406030204" pitchFamily="18" charset="0"/>
                            </a:rPr>
                            <m:t>𝑥</m:t>
                          </m:r>
                          <m:r>
                            <a:rPr lang="es-MX" b="0" i="1" smtClean="0">
                              <a:latin typeface="Cambria Math" panose="02040503050406030204" pitchFamily="18" charset="0"/>
                            </a:rPr>
                            <m:t>,</m:t>
                          </m:r>
                          <m:r>
                            <a:rPr lang="es-MX" b="0" i="1" smtClean="0">
                              <a:latin typeface="Cambria Math" panose="02040503050406030204" pitchFamily="18" charset="0"/>
                            </a:rPr>
                            <m:t>𝑦</m:t>
                          </m:r>
                        </m:e>
                      </m:d>
                      <m:r>
                        <a:rPr lang="es-MX" b="0" i="1" smtClean="0">
                          <a:latin typeface="Cambria Math" panose="02040503050406030204" pitchFamily="18" charset="0"/>
                        </a:rPr>
                        <m:t>=</m:t>
                      </m:r>
                      <m:r>
                        <a:rPr lang="es-MX" b="0" i="1" smtClean="0">
                          <a:latin typeface="Cambria Math" panose="02040503050406030204" pitchFamily="18" charset="0"/>
                        </a:rPr>
                        <m:t>𝑒𝑗𝑒𝑚𝑝𝑙𝑜</m:t>
                      </m:r>
                      <m:r>
                        <a:rPr lang="es-MX" b="0" i="1" smtClean="0">
                          <a:latin typeface="Cambria Math" panose="02040503050406030204" pitchFamily="18" charset="0"/>
                        </a:rPr>
                        <m:t> </m:t>
                      </m:r>
                      <m:r>
                        <a:rPr lang="es-MX" b="0" i="1" smtClean="0">
                          <a:latin typeface="Cambria Math" panose="02040503050406030204" pitchFamily="18" charset="0"/>
                        </a:rPr>
                        <m:t>𝑑𝑒</m:t>
                      </m:r>
                      <m:r>
                        <a:rPr lang="es-MX" b="0" i="1" smtClean="0">
                          <a:latin typeface="Cambria Math" panose="02040503050406030204" pitchFamily="18" charset="0"/>
                        </a:rPr>
                        <m:t> </m:t>
                      </m:r>
                      <m:r>
                        <a:rPr lang="es-MX" b="0" i="1" smtClean="0">
                          <a:latin typeface="Cambria Math" panose="02040503050406030204" pitchFamily="18" charset="0"/>
                        </a:rPr>
                        <m:t>𝑒𝑛𝑡𝑟𝑒𝑛𝑎𝑚𝑖𝑒𝑛𝑡𝑜</m:t>
                      </m:r>
                    </m:oMath>
                  </m:oMathPara>
                </a14:m>
                <a:endParaRPr lang="es-MX" dirty="0"/>
              </a:p>
            </p:txBody>
          </p:sp>
        </mc:Choice>
        <mc:Fallback xmlns="">
          <p:sp>
            <p:nvSpPr>
              <p:cNvPr id="17" name="CuadroTexto 16">
                <a:extLst>
                  <a:ext uri="{FF2B5EF4-FFF2-40B4-BE49-F238E27FC236}">
                    <a16:creationId xmlns:a16="http://schemas.microsoft.com/office/drawing/2014/main" id="{DC9F64D0-8816-FFAE-FBCE-1896229183BF}"/>
                  </a:ext>
                </a:extLst>
              </p:cNvPr>
              <p:cNvSpPr txBox="1">
                <a:spLocks noRot="1" noChangeAspect="1" noMove="1" noResize="1" noEditPoints="1" noAdjustHandles="1" noChangeArrowheads="1" noChangeShapeType="1" noTextEdit="1"/>
              </p:cNvSpPr>
              <p:nvPr/>
            </p:nvSpPr>
            <p:spPr>
              <a:xfrm>
                <a:off x="237812" y="5716564"/>
                <a:ext cx="3649782" cy="276999"/>
              </a:xfrm>
              <a:prstGeom prst="rect">
                <a:avLst/>
              </a:prstGeom>
              <a:blipFill>
                <a:blip r:embed="rId5"/>
                <a:stretch>
                  <a:fillRect r="-1002" b="-3777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5A0DBD1-DD3D-228D-3040-3C1A7E4CE861}"/>
                  </a:ext>
                </a:extLst>
              </p:cNvPr>
              <p:cNvSpPr txBox="1"/>
              <p:nvPr/>
            </p:nvSpPr>
            <p:spPr>
              <a:xfrm>
                <a:off x="4063167" y="5249595"/>
                <a:ext cx="5460522"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rPr>
                        <m:t>𝑦</m:t>
                      </m:r>
                      <m:r>
                        <a:rPr lang="es-MX" b="0" i="1" smtClean="0">
                          <a:latin typeface="Cambria Math" panose="02040503050406030204" pitchFamily="18" charset="0"/>
                          <a:ea typeface="Cambria Math" panose="02040503050406030204" pitchFamily="18" charset="0"/>
                        </a:rPr>
                        <m:t>∈</m:t>
                      </m:r>
                      <m:d>
                        <m:dPr>
                          <m:begChr m:val="{"/>
                          <m:endChr m:val="}"/>
                          <m:ctrlPr>
                            <a:rPr lang="es-MX" b="0" i="1" smtClean="0">
                              <a:latin typeface="Cambria Math" panose="02040503050406030204" pitchFamily="18" charset="0"/>
                              <a:ea typeface="Cambria Math" panose="02040503050406030204" pitchFamily="18" charset="0"/>
                            </a:rPr>
                          </m:ctrlPr>
                        </m:dPr>
                        <m:e>
                          <m:r>
                            <a:rPr lang="es-MX" b="0" i="1" smtClean="0">
                              <a:latin typeface="Cambria Math" panose="02040503050406030204" pitchFamily="18" charset="0"/>
                              <a:ea typeface="Cambria Math" panose="02040503050406030204" pitchFamily="18" charset="0"/>
                            </a:rPr>
                            <m:t>0,1</m:t>
                          </m:r>
                        </m:e>
                      </m:d>
                      <m:f>
                        <m:fPr>
                          <m:type m:val="noBar"/>
                          <m:ctrlPr>
                            <a:rPr lang="es-MX" b="0" i="1" smtClean="0">
                              <a:latin typeface="Cambria Math" panose="02040503050406030204" pitchFamily="18" charset="0"/>
                              <a:ea typeface="Cambria Math" panose="02040503050406030204" pitchFamily="18" charset="0"/>
                            </a:rPr>
                          </m:ctrlPr>
                        </m:fPr>
                        <m:num>
                          <m:r>
                            <a:rPr lang="es-MX" b="0" i="1" smtClean="0">
                              <a:latin typeface="Cambria Math" panose="02040503050406030204" pitchFamily="18" charset="0"/>
                              <a:ea typeface="Cambria Math" panose="02040503050406030204" pitchFamily="18" charset="0"/>
                            </a:rPr>
                            <m:t>        0:</m:t>
                          </m:r>
                          <m:r>
                            <a:rPr lang="es-MX" b="0" i="1" smtClean="0">
                              <a:latin typeface="Cambria Math" panose="02040503050406030204" pitchFamily="18" charset="0"/>
                              <a:ea typeface="Cambria Math" panose="02040503050406030204" pitchFamily="18" charset="0"/>
                            </a:rPr>
                            <m:t>𝐶𝑙𝑎𝑠𝑒</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𝑁𝑒𝑔𝑎𝑡𝑖𝑣𝑎</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𝑐𝑜𝑟𝑟𝑒𝑜</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𝑙𝑒𝑔</m:t>
                          </m:r>
                          <m:r>
                            <a:rPr lang="es-MX" b="0" i="1" smtClean="0">
                              <a:latin typeface="Cambria Math" panose="02040503050406030204" pitchFamily="18" charset="0"/>
                              <a:ea typeface="Cambria Math" panose="02040503050406030204" pitchFamily="18" charset="0"/>
                            </a:rPr>
                            <m:t>í</m:t>
                          </m:r>
                          <m:r>
                            <a:rPr lang="es-MX" b="0" i="1" smtClean="0">
                              <a:latin typeface="Cambria Math" panose="02040503050406030204" pitchFamily="18" charset="0"/>
                              <a:ea typeface="Cambria Math" panose="02040503050406030204" pitchFamily="18" charset="0"/>
                            </a:rPr>
                            <m:t>𝑡𝑖𝑚𝑜</m:t>
                          </m:r>
                          <m:r>
                            <a:rPr lang="es-MX" b="0" i="1" smtClean="0">
                              <a:latin typeface="Cambria Math" panose="02040503050406030204" pitchFamily="18" charset="0"/>
                              <a:ea typeface="Cambria Math" panose="02040503050406030204" pitchFamily="18" charset="0"/>
                            </a:rPr>
                            <m:t>)</m:t>
                          </m:r>
                        </m:num>
                        <m:den>
                          <m:r>
                            <a:rPr lang="es-MX" b="0" i="1" smtClean="0">
                              <a:latin typeface="Cambria Math" panose="02040503050406030204" pitchFamily="18" charset="0"/>
                              <a:ea typeface="Cambria Math" panose="02040503050406030204" pitchFamily="18" charset="0"/>
                            </a:rPr>
                            <m:t>1:</m:t>
                          </m:r>
                          <m:r>
                            <a:rPr lang="es-MX" b="0" i="1" smtClean="0">
                              <a:latin typeface="Cambria Math" panose="02040503050406030204" pitchFamily="18" charset="0"/>
                              <a:ea typeface="Cambria Math" panose="02040503050406030204" pitchFamily="18" charset="0"/>
                            </a:rPr>
                            <m:t>𝐶𝑙𝑎𝑠𝑒</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𝑃𝑜𝑠𝑖𝑡𝑖𝑣𝑎</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𝑐𝑜𝑟𝑟𝑒𝑜</m:t>
                          </m:r>
                          <m:r>
                            <a:rPr lang="es-MX" b="0" i="1" smtClean="0">
                              <a:latin typeface="Cambria Math" panose="02040503050406030204" pitchFamily="18" charset="0"/>
                              <a:ea typeface="Cambria Math" panose="02040503050406030204" pitchFamily="18" charset="0"/>
                            </a:rPr>
                            <m:t> </m:t>
                          </m:r>
                          <m:r>
                            <a:rPr lang="es-MX" b="0" i="1" smtClean="0">
                              <a:latin typeface="Cambria Math" panose="02040503050406030204" pitchFamily="18" charset="0"/>
                              <a:ea typeface="Cambria Math" panose="02040503050406030204" pitchFamily="18" charset="0"/>
                            </a:rPr>
                            <m:t>𝑆𝑝𝑎𝑚</m:t>
                          </m:r>
                          <m:r>
                            <a:rPr lang="es-MX" b="0" i="1" smtClean="0">
                              <a:latin typeface="Cambria Math" panose="02040503050406030204" pitchFamily="18" charset="0"/>
                              <a:ea typeface="Cambria Math" panose="02040503050406030204" pitchFamily="18" charset="0"/>
                            </a:rPr>
                            <m:t>)</m:t>
                          </m:r>
                        </m:den>
                      </m:f>
                    </m:oMath>
                  </m:oMathPara>
                </a14:m>
                <a:endParaRPr lang="es-MX" dirty="0"/>
              </a:p>
            </p:txBody>
          </p:sp>
        </mc:Choice>
        <mc:Fallback xmlns="">
          <p:sp>
            <p:nvSpPr>
              <p:cNvPr id="18" name="CuadroTexto 17">
                <a:extLst>
                  <a:ext uri="{FF2B5EF4-FFF2-40B4-BE49-F238E27FC236}">
                    <a16:creationId xmlns:a16="http://schemas.microsoft.com/office/drawing/2014/main" id="{C5A0DBD1-DD3D-228D-3040-3C1A7E4CE861}"/>
                  </a:ext>
                </a:extLst>
              </p:cNvPr>
              <p:cNvSpPr txBox="1">
                <a:spLocks noRot="1" noChangeAspect="1" noMove="1" noResize="1" noEditPoints="1" noAdjustHandles="1" noChangeArrowheads="1" noChangeShapeType="1" noTextEdit="1"/>
              </p:cNvSpPr>
              <p:nvPr/>
            </p:nvSpPr>
            <p:spPr>
              <a:xfrm>
                <a:off x="4063167" y="5249595"/>
                <a:ext cx="5460522" cy="576761"/>
              </a:xfrm>
              <a:prstGeom prst="rect">
                <a:avLst/>
              </a:prstGeom>
              <a:blipFill>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561030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09111-76BF-B47E-34AD-7D294C1E7D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A92CEC-B63C-7A0E-D076-A7F61B1DB650}"/>
              </a:ext>
            </a:extLst>
          </p:cNvPr>
          <p:cNvSpPr>
            <a:spLocks noGrp="1"/>
          </p:cNvSpPr>
          <p:nvPr>
            <p:ph type="title"/>
          </p:nvPr>
        </p:nvSpPr>
        <p:spPr>
          <a:xfrm>
            <a:off x="613931" y="54789"/>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Ejemplo: </a:t>
            </a:r>
            <a:r>
              <a:rPr lang="es-ES_tradnl" sz="3100" dirty="0"/>
              <a:t>Clasificación de correos electrónicos.</a:t>
            </a:r>
            <a:endParaRPr lang="es-ES_tradnl" dirty="0"/>
          </a:p>
        </p:txBody>
      </p:sp>
      <p:grpSp>
        <p:nvGrpSpPr>
          <p:cNvPr id="5" name="Grupo 4">
            <a:extLst>
              <a:ext uri="{FF2B5EF4-FFF2-40B4-BE49-F238E27FC236}">
                <a16:creationId xmlns:a16="http://schemas.microsoft.com/office/drawing/2014/main" id="{C0433E22-658B-FD52-5832-B352502870C3}"/>
              </a:ext>
            </a:extLst>
          </p:cNvPr>
          <p:cNvGrpSpPr/>
          <p:nvPr/>
        </p:nvGrpSpPr>
        <p:grpSpPr>
          <a:xfrm>
            <a:off x="0" y="1941816"/>
            <a:ext cx="6941319" cy="3152438"/>
            <a:chOff x="537510" y="1221857"/>
            <a:chExt cx="6941319" cy="3152438"/>
          </a:xfrm>
        </p:grpSpPr>
        <p:cxnSp>
          <p:nvCxnSpPr>
            <p:cNvPr id="7" name="Conector recto 6">
              <a:extLst>
                <a:ext uri="{FF2B5EF4-FFF2-40B4-BE49-F238E27FC236}">
                  <a16:creationId xmlns:a16="http://schemas.microsoft.com/office/drawing/2014/main" id="{8478F8F9-73B6-D11D-F819-1BF97C39C937}"/>
                </a:ext>
              </a:extLst>
            </p:cNvPr>
            <p:cNvCxnSpPr>
              <a:cxnSpLocks/>
            </p:cNvCxnSpPr>
            <p:nvPr/>
          </p:nvCxnSpPr>
          <p:spPr>
            <a:xfrm flipV="1">
              <a:off x="1712756" y="1686676"/>
              <a:ext cx="0" cy="2156940"/>
            </a:xfrm>
            <a:prstGeom prst="line">
              <a:avLst/>
            </a:prstGeom>
          </p:spPr>
          <p:style>
            <a:lnRef idx="2">
              <a:schemeClr val="dk1"/>
            </a:lnRef>
            <a:fillRef idx="0">
              <a:schemeClr val="dk1"/>
            </a:fillRef>
            <a:effectRef idx="1">
              <a:schemeClr val="dk1"/>
            </a:effectRef>
            <a:fontRef idx="minor">
              <a:schemeClr val="tx1"/>
            </a:fontRef>
          </p:style>
        </p:cxnSp>
        <p:cxnSp>
          <p:nvCxnSpPr>
            <p:cNvPr id="8" name="Conector recto 7">
              <a:extLst>
                <a:ext uri="{FF2B5EF4-FFF2-40B4-BE49-F238E27FC236}">
                  <a16:creationId xmlns:a16="http://schemas.microsoft.com/office/drawing/2014/main" id="{3BBF4B2E-AC15-5DC3-26F0-BF0B0539FE20}"/>
                </a:ext>
              </a:extLst>
            </p:cNvPr>
            <p:cNvCxnSpPr>
              <a:cxnSpLocks/>
            </p:cNvCxnSpPr>
            <p:nvPr/>
          </p:nvCxnSpPr>
          <p:spPr>
            <a:xfrm>
              <a:off x="1712756" y="3843616"/>
              <a:ext cx="5766073" cy="0"/>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D9FDDC7A-C4AD-0C11-3FDA-541779B44ECB}"/>
                </a:ext>
              </a:extLst>
            </p:cNvPr>
            <p:cNvSpPr txBox="1"/>
            <p:nvPr/>
          </p:nvSpPr>
          <p:spPr>
            <a:xfrm>
              <a:off x="1712756" y="4035741"/>
              <a:ext cx="4938842" cy="338554"/>
            </a:xfrm>
            <a:prstGeom prst="rect">
              <a:avLst/>
            </a:prstGeom>
            <a:noFill/>
          </p:spPr>
          <p:txBody>
            <a:bodyPr wrap="square" rtlCol="0">
              <a:spAutoFit/>
            </a:bodyPr>
            <a:lstStyle/>
            <a:p>
              <a:r>
                <a:rPr lang="es-MX" sz="1600" dirty="0"/>
                <a:t>Número de signos de interrogación y exclamación</a:t>
              </a:r>
            </a:p>
          </p:txBody>
        </p:sp>
        <p:sp>
          <p:nvSpPr>
            <p:cNvPr id="10" name="CuadroTexto 9">
              <a:extLst>
                <a:ext uri="{FF2B5EF4-FFF2-40B4-BE49-F238E27FC236}">
                  <a16:creationId xmlns:a16="http://schemas.microsoft.com/office/drawing/2014/main" id="{738302F9-B212-C69E-B141-C7394DC2BB4B}"/>
                </a:ext>
              </a:extLst>
            </p:cNvPr>
            <p:cNvSpPr txBox="1"/>
            <p:nvPr/>
          </p:nvSpPr>
          <p:spPr>
            <a:xfrm>
              <a:off x="537510" y="2773060"/>
              <a:ext cx="1175245" cy="369332"/>
            </a:xfrm>
            <a:prstGeom prst="rect">
              <a:avLst/>
            </a:prstGeom>
            <a:noFill/>
          </p:spPr>
          <p:txBody>
            <a:bodyPr wrap="square" rtlCol="0">
              <a:spAutoFit/>
            </a:bodyPr>
            <a:lstStyle/>
            <a:p>
              <a:r>
                <a:rPr lang="es-MX" dirty="0"/>
                <a:t>¿Spam?</a:t>
              </a:r>
            </a:p>
          </p:txBody>
        </p:sp>
        <p:sp>
          <p:nvSpPr>
            <p:cNvPr id="12" name="CuadroTexto 11">
              <a:extLst>
                <a:ext uri="{FF2B5EF4-FFF2-40B4-BE49-F238E27FC236}">
                  <a16:creationId xmlns:a16="http://schemas.microsoft.com/office/drawing/2014/main" id="{55153316-E142-9AC4-2238-A2696354E225}"/>
                </a:ext>
              </a:extLst>
            </p:cNvPr>
            <p:cNvSpPr txBox="1"/>
            <p:nvPr/>
          </p:nvSpPr>
          <p:spPr>
            <a:xfrm>
              <a:off x="1326241" y="1696969"/>
              <a:ext cx="386514" cy="369332"/>
            </a:xfrm>
            <a:prstGeom prst="rect">
              <a:avLst/>
            </a:prstGeom>
            <a:noFill/>
          </p:spPr>
          <p:txBody>
            <a:bodyPr wrap="square" rtlCol="0">
              <a:spAutoFit/>
            </a:bodyPr>
            <a:lstStyle/>
            <a:p>
              <a:r>
                <a:rPr lang="es-MX" dirty="0"/>
                <a:t>1</a:t>
              </a:r>
            </a:p>
          </p:txBody>
        </p:sp>
        <p:sp>
          <p:nvSpPr>
            <p:cNvPr id="13" name="CuadroTexto 12">
              <a:extLst>
                <a:ext uri="{FF2B5EF4-FFF2-40B4-BE49-F238E27FC236}">
                  <a16:creationId xmlns:a16="http://schemas.microsoft.com/office/drawing/2014/main" id="{8866A344-D55C-EE54-7ABD-0845261577D0}"/>
                </a:ext>
              </a:extLst>
            </p:cNvPr>
            <p:cNvSpPr txBox="1"/>
            <p:nvPr/>
          </p:nvSpPr>
          <p:spPr>
            <a:xfrm>
              <a:off x="1326241" y="3628607"/>
              <a:ext cx="386514" cy="369332"/>
            </a:xfrm>
            <a:prstGeom prst="rect">
              <a:avLst/>
            </a:prstGeom>
            <a:noFill/>
          </p:spPr>
          <p:txBody>
            <a:bodyPr wrap="square" rtlCol="0">
              <a:spAutoFit/>
            </a:bodyPr>
            <a:lstStyle/>
            <a:p>
              <a:r>
                <a:rPr lang="es-MX" dirty="0"/>
                <a:t>0</a:t>
              </a:r>
            </a:p>
          </p:txBody>
        </p:sp>
        <p:cxnSp>
          <p:nvCxnSpPr>
            <p:cNvPr id="15" name="Conector recto 14">
              <a:extLst>
                <a:ext uri="{FF2B5EF4-FFF2-40B4-BE49-F238E27FC236}">
                  <a16:creationId xmlns:a16="http://schemas.microsoft.com/office/drawing/2014/main" id="{E60C2117-5318-3259-500D-27D8D86F3B98}"/>
                </a:ext>
              </a:extLst>
            </p:cNvPr>
            <p:cNvCxnSpPr>
              <a:stCxn id="12" idx="3"/>
            </p:cNvCxnSpPr>
            <p:nvPr/>
          </p:nvCxnSpPr>
          <p:spPr>
            <a:xfrm>
              <a:off x="1712755" y="1881635"/>
              <a:ext cx="5766074" cy="0"/>
            </a:xfrm>
            <a:prstGeom prst="line">
              <a:avLst/>
            </a:prstGeom>
          </p:spPr>
          <p:style>
            <a:lnRef idx="1">
              <a:schemeClr val="dk1"/>
            </a:lnRef>
            <a:fillRef idx="0">
              <a:schemeClr val="dk1"/>
            </a:fillRef>
            <a:effectRef idx="0">
              <a:schemeClr val="dk1"/>
            </a:effectRef>
            <a:fontRef idx="minor">
              <a:schemeClr val="tx1"/>
            </a:fontRef>
          </p:style>
        </p:cxnSp>
        <p:sp>
          <p:nvSpPr>
            <p:cNvPr id="20" name="Elipse 19">
              <a:extLst>
                <a:ext uri="{FF2B5EF4-FFF2-40B4-BE49-F238E27FC236}">
                  <a16:creationId xmlns:a16="http://schemas.microsoft.com/office/drawing/2014/main" id="{18073C7D-B566-F6E1-87E3-2BE31564370B}"/>
                </a:ext>
              </a:extLst>
            </p:cNvPr>
            <p:cNvSpPr/>
            <p:nvPr/>
          </p:nvSpPr>
          <p:spPr>
            <a:xfrm>
              <a:off x="1857674" y="376645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Elipse 20">
              <a:extLst>
                <a:ext uri="{FF2B5EF4-FFF2-40B4-BE49-F238E27FC236}">
                  <a16:creationId xmlns:a16="http://schemas.microsoft.com/office/drawing/2014/main" id="{B44B79BC-25BF-EDBC-0876-015C5E420DC0}"/>
                </a:ext>
              </a:extLst>
            </p:cNvPr>
            <p:cNvSpPr/>
            <p:nvPr/>
          </p:nvSpPr>
          <p:spPr>
            <a:xfrm>
              <a:off x="2156595" y="376645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Elipse 21">
              <a:extLst>
                <a:ext uri="{FF2B5EF4-FFF2-40B4-BE49-F238E27FC236}">
                  <a16:creationId xmlns:a16="http://schemas.microsoft.com/office/drawing/2014/main" id="{D366BB43-5A7B-822C-7BA7-E52BC86577DF}"/>
                </a:ext>
              </a:extLst>
            </p:cNvPr>
            <p:cNvSpPr/>
            <p:nvPr/>
          </p:nvSpPr>
          <p:spPr>
            <a:xfrm>
              <a:off x="2465677" y="377391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Elipse 22">
              <a:extLst>
                <a:ext uri="{FF2B5EF4-FFF2-40B4-BE49-F238E27FC236}">
                  <a16:creationId xmlns:a16="http://schemas.microsoft.com/office/drawing/2014/main" id="{98CCFCB6-ED24-85EB-D1EC-F5C48D0207B9}"/>
                </a:ext>
              </a:extLst>
            </p:cNvPr>
            <p:cNvSpPr/>
            <p:nvPr/>
          </p:nvSpPr>
          <p:spPr>
            <a:xfrm>
              <a:off x="2996678"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4" name="Elipse 23">
              <a:extLst>
                <a:ext uri="{FF2B5EF4-FFF2-40B4-BE49-F238E27FC236}">
                  <a16:creationId xmlns:a16="http://schemas.microsoft.com/office/drawing/2014/main" id="{6A68998D-3E48-F2A0-2554-547138C04C65}"/>
                </a:ext>
              </a:extLst>
            </p:cNvPr>
            <p:cNvSpPr/>
            <p:nvPr/>
          </p:nvSpPr>
          <p:spPr>
            <a:xfrm>
              <a:off x="3722824"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5" name="Elipse 24">
              <a:extLst>
                <a:ext uri="{FF2B5EF4-FFF2-40B4-BE49-F238E27FC236}">
                  <a16:creationId xmlns:a16="http://schemas.microsoft.com/office/drawing/2014/main" id="{24F63454-378D-55E3-62AB-7B005C2FA339}"/>
                </a:ext>
              </a:extLst>
            </p:cNvPr>
            <p:cNvSpPr/>
            <p:nvPr/>
          </p:nvSpPr>
          <p:spPr>
            <a:xfrm>
              <a:off x="4451949" y="180447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Elipse 25">
              <a:extLst>
                <a:ext uri="{FF2B5EF4-FFF2-40B4-BE49-F238E27FC236}">
                  <a16:creationId xmlns:a16="http://schemas.microsoft.com/office/drawing/2014/main" id="{0C636209-2FAC-8A0A-F7A4-7F92B6583E14}"/>
                </a:ext>
              </a:extLst>
            </p:cNvPr>
            <p:cNvSpPr/>
            <p:nvPr/>
          </p:nvSpPr>
          <p:spPr>
            <a:xfrm>
              <a:off x="4982621"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Elipse 26">
              <a:extLst>
                <a:ext uri="{FF2B5EF4-FFF2-40B4-BE49-F238E27FC236}">
                  <a16:creationId xmlns:a16="http://schemas.microsoft.com/office/drawing/2014/main" id="{CBB624DE-02CD-72D6-7537-C5ED30935012}"/>
                </a:ext>
              </a:extLst>
            </p:cNvPr>
            <p:cNvSpPr/>
            <p:nvPr/>
          </p:nvSpPr>
          <p:spPr>
            <a:xfrm>
              <a:off x="5316956"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Elipse 27">
              <a:extLst>
                <a:ext uri="{FF2B5EF4-FFF2-40B4-BE49-F238E27FC236}">
                  <a16:creationId xmlns:a16="http://schemas.microsoft.com/office/drawing/2014/main" id="{51032A55-81A8-C81F-A9A4-17B9654E702F}"/>
                </a:ext>
              </a:extLst>
            </p:cNvPr>
            <p:cNvSpPr/>
            <p:nvPr/>
          </p:nvSpPr>
          <p:spPr>
            <a:xfrm>
              <a:off x="5651291" y="1812211"/>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3">
              <a:extLst>
                <a:ext uri="{FF2B5EF4-FFF2-40B4-BE49-F238E27FC236}">
                  <a16:creationId xmlns:a16="http://schemas.microsoft.com/office/drawing/2014/main" id="{007F6F9C-9116-8D50-03D6-F788FD850226}"/>
                </a:ext>
              </a:extLst>
            </p:cNvPr>
            <p:cNvCxnSpPr>
              <a:cxnSpLocks/>
            </p:cNvCxnSpPr>
            <p:nvPr/>
          </p:nvCxnSpPr>
          <p:spPr>
            <a:xfrm flipH="1">
              <a:off x="2210730" y="1221857"/>
              <a:ext cx="3977567" cy="2922479"/>
            </a:xfrm>
            <a:prstGeom prst="line">
              <a:avLst/>
            </a:prstGeom>
          </p:spPr>
          <p:style>
            <a:lnRef idx="3">
              <a:schemeClr val="accent1"/>
            </a:lnRef>
            <a:fillRef idx="0">
              <a:schemeClr val="accent1"/>
            </a:fillRef>
            <a:effectRef idx="2">
              <a:schemeClr val="accent1"/>
            </a:effectRef>
            <a:fontRef idx="minor">
              <a:schemeClr val="tx1"/>
            </a:fontRef>
          </p:style>
        </p:cxnSp>
      </p:grpSp>
      <p:sp>
        <p:nvSpPr>
          <p:cNvPr id="6" name="CuadroTexto 5">
            <a:extLst>
              <a:ext uri="{FF2B5EF4-FFF2-40B4-BE49-F238E27FC236}">
                <a16:creationId xmlns:a16="http://schemas.microsoft.com/office/drawing/2014/main" id="{AD86317C-E4E2-E020-742B-922FE7638805}"/>
              </a:ext>
            </a:extLst>
          </p:cNvPr>
          <p:cNvSpPr txBox="1"/>
          <p:nvPr/>
        </p:nvSpPr>
        <p:spPr>
          <a:xfrm>
            <a:off x="563440" y="1285841"/>
            <a:ext cx="9100682" cy="338554"/>
          </a:xfrm>
          <a:prstGeom prst="rect">
            <a:avLst/>
          </a:prstGeom>
          <a:noFill/>
        </p:spPr>
        <p:txBody>
          <a:bodyPr wrap="square" rtlCol="0">
            <a:spAutoFit/>
          </a:bodyPr>
          <a:lstStyle/>
          <a:p>
            <a:r>
              <a:rPr lang="es-MX" sz="1600" dirty="0"/>
              <a:t>¿Podríamos usar la función hipótesis del modelo de regresión lineal para la clasificación?</a:t>
            </a:r>
          </a:p>
        </p:txBody>
      </p:sp>
      <p:sp>
        <p:nvSpPr>
          <p:cNvPr id="30" name="Elipse 29">
            <a:extLst>
              <a:ext uri="{FF2B5EF4-FFF2-40B4-BE49-F238E27FC236}">
                <a16:creationId xmlns:a16="http://schemas.microsoft.com/office/drawing/2014/main" id="{B88735CB-ED2E-9AE7-5E5F-1974CA891A80}"/>
              </a:ext>
            </a:extLst>
          </p:cNvPr>
          <p:cNvSpPr/>
          <p:nvPr/>
        </p:nvSpPr>
        <p:spPr>
          <a:xfrm>
            <a:off x="3691904" y="4501334"/>
            <a:ext cx="154004" cy="146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2" name="Conector recto 31">
            <a:extLst>
              <a:ext uri="{FF2B5EF4-FFF2-40B4-BE49-F238E27FC236}">
                <a16:creationId xmlns:a16="http://schemas.microsoft.com/office/drawing/2014/main" id="{9384DFF1-53A0-E4FB-5044-4AD3B6B71081}"/>
              </a:ext>
            </a:extLst>
          </p:cNvPr>
          <p:cNvCxnSpPr>
            <a:cxnSpLocks/>
            <a:endCxn id="30" idx="0"/>
          </p:cNvCxnSpPr>
          <p:nvPr/>
        </p:nvCxnSpPr>
        <p:spPr>
          <a:xfrm>
            <a:off x="3768906" y="3297272"/>
            <a:ext cx="0" cy="1204062"/>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Conector recto 34">
            <a:extLst>
              <a:ext uri="{FF2B5EF4-FFF2-40B4-BE49-F238E27FC236}">
                <a16:creationId xmlns:a16="http://schemas.microsoft.com/office/drawing/2014/main" id="{D70032DF-1F17-48EE-A2A5-CDF6AF77DA16}"/>
              </a:ext>
            </a:extLst>
          </p:cNvPr>
          <p:cNvCxnSpPr/>
          <p:nvPr/>
        </p:nvCxnSpPr>
        <p:spPr>
          <a:xfrm flipH="1">
            <a:off x="1175245" y="3287730"/>
            <a:ext cx="2593661" cy="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82355DA0-437C-7C8F-2BAC-2FF17DEA852A}"/>
                  </a:ext>
                </a:extLst>
              </p:cNvPr>
              <p:cNvSpPr txBox="1"/>
              <p:nvPr/>
            </p:nvSpPr>
            <p:spPr>
              <a:xfrm>
                <a:off x="5849839" y="1701557"/>
                <a:ext cx="18617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𝟎</m:t>
                          </m:r>
                        </m:sub>
                      </m:sSub>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𝟏</m:t>
                          </m:r>
                        </m:sub>
                      </m:sSub>
                      <m:r>
                        <a:rPr lang="es-MX" b="1" i="1" smtClean="0">
                          <a:latin typeface="Cambria Math" panose="02040503050406030204" pitchFamily="18" charset="0"/>
                        </a:rPr>
                        <m:t>𝒙</m:t>
                      </m:r>
                    </m:oMath>
                  </m:oMathPara>
                </a14:m>
                <a:endParaRPr lang="es-MX" b="1" dirty="0"/>
              </a:p>
            </p:txBody>
          </p:sp>
        </mc:Choice>
        <mc:Fallback xmlns="">
          <p:sp>
            <p:nvSpPr>
              <p:cNvPr id="36" name="CuadroTexto 35">
                <a:extLst>
                  <a:ext uri="{FF2B5EF4-FFF2-40B4-BE49-F238E27FC236}">
                    <a16:creationId xmlns:a16="http://schemas.microsoft.com/office/drawing/2014/main" id="{82355DA0-437C-7C8F-2BAC-2FF17DEA852A}"/>
                  </a:ext>
                </a:extLst>
              </p:cNvPr>
              <p:cNvSpPr txBox="1">
                <a:spLocks noRot="1" noChangeAspect="1" noMove="1" noResize="1" noEditPoints="1" noAdjustHandles="1" noChangeArrowheads="1" noChangeShapeType="1" noTextEdit="1"/>
              </p:cNvSpPr>
              <p:nvPr/>
            </p:nvSpPr>
            <p:spPr>
              <a:xfrm>
                <a:off x="5849839" y="1701557"/>
                <a:ext cx="1861728" cy="276999"/>
              </a:xfrm>
              <a:prstGeom prst="rect">
                <a:avLst/>
              </a:prstGeom>
              <a:blipFill>
                <a:blip r:embed="rId3"/>
                <a:stretch>
                  <a:fillRect l="-2951" r="-1639" b="-1739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0FCE0FA8-3775-68E4-C668-54EB40EDA4FB}"/>
                  </a:ext>
                </a:extLst>
              </p:cNvPr>
              <p:cNvSpPr txBox="1"/>
              <p:nvPr/>
            </p:nvSpPr>
            <p:spPr>
              <a:xfrm>
                <a:off x="9245361" y="2846589"/>
                <a:ext cx="163313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rPr>
                        <m:t>𝒚</m:t>
                      </m:r>
                      <m:r>
                        <a:rPr lang="es-MX" b="1" i="1" smtClean="0">
                          <a:latin typeface="Cambria Math" panose="02040503050406030204" pitchFamily="18" charset="0"/>
                          <a:ea typeface="Cambria Math" panose="02040503050406030204" pitchFamily="18" charset="0"/>
                        </a:rPr>
                        <m:t>∈</m:t>
                      </m:r>
                      <m:d>
                        <m:dPr>
                          <m:begChr m:val="{"/>
                          <m:endChr m:val="}"/>
                          <m:ctrlPr>
                            <a:rPr lang="es-MX" b="1" i="1" smtClean="0">
                              <a:latin typeface="Cambria Math" panose="02040503050406030204" pitchFamily="18" charset="0"/>
                              <a:ea typeface="Cambria Math" panose="02040503050406030204" pitchFamily="18" charset="0"/>
                            </a:rPr>
                          </m:ctrlPr>
                        </m:dPr>
                        <m:e>
                          <m:r>
                            <a:rPr lang="es-MX" b="1" i="1" smtClean="0">
                              <a:latin typeface="Cambria Math" panose="02040503050406030204" pitchFamily="18" charset="0"/>
                              <a:ea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𝟏</m:t>
                          </m:r>
                        </m:e>
                      </m:d>
                    </m:oMath>
                  </m:oMathPara>
                </a14:m>
                <a:endParaRPr lang="es-MX" b="1" dirty="0"/>
              </a:p>
            </p:txBody>
          </p:sp>
        </mc:Choice>
        <mc:Fallback xmlns="">
          <p:sp>
            <p:nvSpPr>
              <p:cNvPr id="37" name="CuadroTexto 36">
                <a:extLst>
                  <a:ext uri="{FF2B5EF4-FFF2-40B4-BE49-F238E27FC236}">
                    <a16:creationId xmlns:a16="http://schemas.microsoft.com/office/drawing/2014/main" id="{0FCE0FA8-3775-68E4-C668-54EB40EDA4FB}"/>
                  </a:ext>
                </a:extLst>
              </p:cNvPr>
              <p:cNvSpPr txBox="1">
                <a:spLocks noRot="1" noChangeAspect="1" noMove="1" noResize="1" noEditPoints="1" noAdjustHandles="1" noChangeArrowheads="1" noChangeShapeType="1" noTextEdit="1"/>
              </p:cNvSpPr>
              <p:nvPr/>
            </p:nvSpPr>
            <p:spPr>
              <a:xfrm>
                <a:off x="9245361" y="2846589"/>
                <a:ext cx="1633136" cy="276999"/>
              </a:xfrm>
              <a:prstGeom prst="rect">
                <a:avLst/>
              </a:prstGeom>
              <a:blipFill>
                <a:blip r:embed="rId4"/>
                <a:stretch>
                  <a:fillRect b="-28889"/>
                </a:stretch>
              </a:blipFill>
            </p:spPr>
            <p:txBody>
              <a:bodyPr/>
              <a:lstStyle/>
              <a:p>
                <a:r>
                  <a:rPr lang="es-MX">
                    <a:noFill/>
                  </a:rPr>
                  <a:t> </a:t>
                </a:r>
              </a:p>
            </p:txBody>
          </p:sp>
        </mc:Fallback>
      </mc:AlternateContent>
      <p:sp>
        <p:nvSpPr>
          <p:cNvPr id="38" name="CuadroTexto 37">
            <a:extLst>
              <a:ext uri="{FF2B5EF4-FFF2-40B4-BE49-F238E27FC236}">
                <a16:creationId xmlns:a16="http://schemas.microsoft.com/office/drawing/2014/main" id="{9443FD49-1122-1359-E545-A92B0402E086}"/>
              </a:ext>
            </a:extLst>
          </p:cNvPr>
          <p:cNvSpPr txBox="1"/>
          <p:nvPr/>
        </p:nvSpPr>
        <p:spPr>
          <a:xfrm>
            <a:off x="655988" y="3076706"/>
            <a:ext cx="611804" cy="369332"/>
          </a:xfrm>
          <a:prstGeom prst="rect">
            <a:avLst/>
          </a:prstGeom>
          <a:noFill/>
        </p:spPr>
        <p:txBody>
          <a:bodyPr wrap="square" rtlCol="0">
            <a:spAutoFit/>
          </a:bodyPr>
          <a:lstStyle/>
          <a:p>
            <a:r>
              <a:rPr lang="es-MX" dirty="0">
                <a:solidFill>
                  <a:schemeClr val="accent6"/>
                </a:solidFill>
              </a:rPr>
              <a:t>0.6</a:t>
            </a:r>
          </a:p>
        </p:txBody>
      </p:sp>
      <p:sp>
        <p:nvSpPr>
          <p:cNvPr id="39" name="CuadroTexto 38">
            <a:extLst>
              <a:ext uri="{FF2B5EF4-FFF2-40B4-BE49-F238E27FC236}">
                <a16:creationId xmlns:a16="http://schemas.microsoft.com/office/drawing/2014/main" id="{6604ADDE-EF29-66E7-B6FD-1AF91830D9B4}"/>
              </a:ext>
            </a:extLst>
          </p:cNvPr>
          <p:cNvSpPr txBox="1"/>
          <p:nvPr/>
        </p:nvSpPr>
        <p:spPr>
          <a:xfrm>
            <a:off x="7910619" y="1683158"/>
            <a:ext cx="4302620" cy="1077218"/>
          </a:xfrm>
          <a:prstGeom prst="rect">
            <a:avLst/>
          </a:prstGeom>
          <a:noFill/>
        </p:spPr>
        <p:txBody>
          <a:bodyPr wrap="square" rtlCol="0">
            <a:spAutoFit/>
          </a:bodyPr>
          <a:lstStyle/>
          <a:p>
            <a:pPr algn="ctr"/>
            <a:r>
              <a:rPr lang="es-MX" sz="1600" dirty="0"/>
              <a:t>El valor que devuelve la función de hipótesis después del ajuste de parámetros óptimos es continuo y nosotros requerimos un valor discreto</a:t>
            </a:r>
          </a:p>
        </p:txBody>
      </p:sp>
      <p:sp>
        <p:nvSpPr>
          <p:cNvPr id="40" name="CuadroTexto 39">
            <a:extLst>
              <a:ext uri="{FF2B5EF4-FFF2-40B4-BE49-F238E27FC236}">
                <a16:creationId xmlns:a16="http://schemas.microsoft.com/office/drawing/2014/main" id="{976C0082-B99C-82B5-89D4-CFE4BF7CE721}"/>
              </a:ext>
            </a:extLst>
          </p:cNvPr>
          <p:cNvSpPr txBox="1"/>
          <p:nvPr/>
        </p:nvSpPr>
        <p:spPr>
          <a:xfrm>
            <a:off x="7889380" y="3195804"/>
            <a:ext cx="4302620" cy="584775"/>
          </a:xfrm>
          <a:prstGeom prst="rect">
            <a:avLst/>
          </a:prstGeom>
          <a:noFill/>
        </p:spPr>
        <p:txBody>
          <a:bodyPr wrap="square" rtlCol="0">
            <a:spAutoFit/>
          </a:bodyPr>
          <a:lstStyle/>
          <a:p>
            <a:pPr algn="ctr"/>
            <a:r>
              <a:rPr lang="es-MX" sz="1600" dirty="0"/>
              <a:t>¿Cómo cambiar ese valor continuo a uno discreto?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7ED66D90-3301-447A-0D78-7586791956B7}"/>
                  </a:ext>
                </a:extLst>
              </p:cNvPr>
              <p:cNvSpPr txBox="1"/>
              <p:nvPr/>
            </p:nvSpPr>
            <p:spPr>
              <a:xfrm>
                <a:off x="9109826" y="3899303"/>
                <a:ext cx="22048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𝟓</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𝒚</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𝟏</m:t>
                      </m:r>
                    </m:oMath>
                  </m:oMathPara>
                </a14:m>
                <a:endParaRPr lang="es-MX" b="1" dirty="0"/>
              </a:p>
            </p:txBody>
          </p:sp>
        </mc:Choice>
        <mc:Fallback xmlns="">
          <p:sp>
            <p:nvSpPr>
              <p:cNvPr id="41" name="CuadroTexto 40">
                <a:extLst>
                  <a:ext uri="{FF2B5EF4-FFF2-40B4-BE49-F238E27FC236}">
                    <a16:creationId xmlns:a16="http://schemas.microsoft.com/office/drawing/2014/main" id="{7ED66D90-3301-447A-0D78-7586791956B7}"/>
                  </a:ext>
                </a:extLst>
              </p:cNvPr>
              <p:cNvSpPr txBox="1">
                <a:spLocks noRot="1" noChangeAspect="1" noMove="1" noResize="1" noEditPoints="1" noAdjustHandles="1" noChangeArrowheads="1" noChangeShapeType="1" noTextEdit="1"/>
              </p:cNvSpPr>
              <p:nvPr/>
            </p:nvSpPr>
            <p:spPr>
              <a:xfrm>
                <a:off x="9109826" y="3899303"/>
                <a:ext cx="2204899" cy="276999"/>
              </a:xfrm>
              <a:prstGeom prst="rect">
                <a:avLst/>
              </a:prstGeom>
              <a:blipFill>
                <a:blip r:embed="rId5"/>
                <a:stretch>
                  <a:fillRect l="-2210" r="-2210" b="-2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EAAB274E-B28B-92A5-4A90-46DE6E9456CF}"/>
                  </a:ext>
                </a:extLst>
              </p:cNvPr>
              <p:cNvSpPr txBox="1"/>
              <p:nvPr/>
            </p:nvSpPr>
            <p:spPr>
              <a:xfrm>
                <a:off x="9129329" y="4276358"/>
                <a:ext cx="22048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smtClean="0">
                          <a:latin typeface="Cambria Math" panose="02040503050406030204" pitchFamily="18" charset="0"/>
                          <a:ea typeface="Cambria Math" panose="02040503050406030204" pitchFamily="18" charset="0"/>
                        </a:rPr>
                        <m:t>&lt;</m:t>
                      </m:r>
                      <m:r>
                        <a:rPr lang="es-MX" b="1" i="1" smtClean="0">
                          <a:latin typeface="Cambria Math" panose="02040503050406030204" pitchFamily="18" charset="0"/>
                          <a:ea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𝟓</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𝒚</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𝟎</m:t>
                      </m:r>
                    </m:oMath>
                  </m:oMathPara>
                </a14:m>
                <a:endParaRPr lang="es-MX" b="1" dirty="0"/>
              </a:p>
            </p:txBody>
          </p:sp>
        </mc:Choice>
        <mc:Fallback xmlns="">
          <p:sp>
            <p:nvSpPr>
              <p:cNvPr id="42" name="CuadroTexto 41">
                <a:extLst>
                  <a:ext uri="{FF2B5EF4-FFF2-40B4-BE49-F238E27FC236}">
                    <a16:creationId xmlns:a16="http://schemas.microsoft.com/office/drawing/2014/main" id="{EAAB274E-B28B-92A5-4A90-46DE6E9456CF}"/>
                  </a:ext>
                </a:extLst>
              </p:cNvPr>
              <p:cNvSpPr txBox="1">
                <a:spLocks noRot="1" noChangeAspect="1" noMove="1" noResize="1" noEditPoints="1" noAdjustHandles="1" noChangeArrowheads="1" noChangeShapeType="1" noTextEdit="1"/>
              </p:cNvSpPr>
              <p:nvPr/>
            </p:nvSpPr>
            <p:spPr>
              <a:xfrm>
                <a:off x="9129329" y="4276358"/>
                <a:ext cx="2204899" cy="276999"/>
              </a:xfrm>
              <a:prstGeom prst="rect">
                <a:avLst/>
              </a:prstGeom>
              <a:blipFill>
                <a:blip r:embed="rId6"/>
                <a:stretch>
                  <a:fillRect l="-2493" r="-2216" b="-28889"/>
                </a:stretch>
              </a:blipFill>
            </p:spPr>
            <p:txBody>
              <a:bodyPr/>
              <a:lstStyle/>
              <a:p>
                <a:r>
                  <a:rPr lang="es-MX">
                    <a:noFill/>
                  </a:rPr>
                  <a:t> </a:t>
                </a:r>
              </a:p>
            </p:txBody>
          </p:sp>
        </mc:Fallback>
      </mc:AlternateContent>
      <p:sp>
        <p:nvSpPr>
          <p:cNvPr id="43" name="CuadroTexto 42">
            <a:extLst>
              <a:ext uri="{FF2B5EF4-FFF2-40B4-BE49-F238E27FC236}">
                <a16:creationId xmlns:a16="http://schemas.microsoft.com/office/drawing/2014/main" id="{D639471C-69CD-1CD8-00C7-3B865940703C}"/>
              </a:ext>
            </a:extLst>
          </p:cNvPr>
          <p:cNvSpPr txBox="1"/>
          <p:nvPr/>
        </p:nvSpPr>
        <p:spPr>
          <a:xfrm>
            <a:off x="6941319" y="5085568"/>
            <a:ext cx="5150238" cy="830997"/>
          </a:xfrm>
          <a:prstGeom prst="rect">
            <a:avLst/>
          </a:prstGeom>
          <a:noFill/>
        </p:spPr>
        <p:txBody>
          <a:bodyPr wrap="square" rtlCol="0">
            <a:spAutoFit/>
          </a:bodyPr>
          <a:lstStyle/>
          <a:p>
            <a:pPr algn="ctr"/>
            <a:r>
              <a:rPr lang="es-MX" sz="1600" dirty="0"/>
              <a:t>Por lo tanto, ¿para que requerimos una función logística, si con el modelo de regresión lineal y el limite se puede realizar la clasificación?</a:t>
            </a:r>
          </a:p>
        </p:txBody>
      </p:sp>
    </p:spTree>
    <p:extLst>
      <p:ext uri="{BB962C8B-B14F-4D97-AF65-F5344CB8AC3E}">
        <p14:creationId xmlns:p14="http://schemas.microsoft.com/office/powerpoint/2010/main" val="1886926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9EA1E-3B85-E350-F8EA-6BA99AF2EB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EE2446-8D11-0442-E576-CFE072AEB9B6}"/>
              </a:ext>
            </a:extLst>
          </p:cNvPr>
          <p:cNvSpPr>
            <a:spLocks noGrp="1"/>
          </p:cNvSpPr>
          <p:nvPr>
            <p:ph type="title"/>
          </p:nvPr>
        </p:nvSpPr>
        <p:spPr>
          <a:xfrm>
            <a:off x="613931" y="54789"/>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Ejemplo: </a:t>
            </a:r>
            <a:r>
              <a:rPr lang="es-ES_tradnl" sz="3100" dirty="0"/>
              <a:t>Clasificación de correos electrónicos.</a:t>
            </a:r>
            <a:endParaRPr lang="es-ES_tradnl" dirty="0"/>
          </a:p>
        </p:txBody>
      </p:sp>
      <p:grpSp>
        <p:nvGrpSpPr>
          <p:cNvPr id="5" name="Grupo 4">
            <a:extLst>
              <a:ext uri="{FF2B5EF4-FFF2-40B4-BE49-F238E27FC236}">
                <a16:creationId xmlns:a16="http://schemas.microsoft.com/office/drawing/2014/main" id="{FBD6BF21-3B52-5456-2FFC-3C56FC8E8A1C}"/>
              </a:ext>
            </a:extLst>
          </p:cNvPr>
          <p:cNvGrpSpPr/>
          <p:nvPr/>
        </p:nvGrpSpPr>
        <p:grpSpPr>
          <a:xfrm>
            <a:off x="167823" y="2258070"/>
            <a:ext cx="7414505" cy="2836184"/>
            <a:chOff x="705333" y="1538111"/>
            <a:chExt cx="7414505" cy="2836184"/>
          </a:xfrm>
        </p:grpSpPr>
        <p:cxnSp>
          <p:nvCxnSpPr>
            <p:cNvPr id="7" name="Conector recto 6">
              <a:extLst>
                <a:ext uri="{FF2B5EF4-FFF2-40B4-BE49-F238E27FC236}">
                  <a16:creationId xmlns:a16="http://schemas.microsoft.com/office/drawing/2014/main" id="{A5E11AC2-FE45-D730-D374-66CD954DE0C9}"/>
                </a:ext>
              </a:extLst>
            </p:cNvPr>
            <p:cNvCxnSpPr>
              <a:cxnSpLocks/>
            </p:cNvCxnSpPr>
            <p:nvPr/>
          </p:nvCxnSpPr>
          <p:spPr>
            <a:xfrm flipV="1">
              <a:off x="1712756" y="1686676"/>
              <a:ext cx="0" cy="2156940"/>
            </a:xfrm>
            <a:prstGeom prst="line">
              <a:avLst/>
            </a:prstGeom>
          </p:spPr>
          <p:style>
            <a:lnRef idx="2">
              <a:schemeClr val="dk1"/>
            </a:lnRef>
            <a:fillRef idx="0">
              <a:schemeClr val="dk1"/>
            </a:fillRef>
            <a:effectRef idx="1">
              <a:schemeClr val="dk1"/>
            </a:effectRef>
            <a:fontRef idx="minor">
              <a:schemeClr val="tx1"/>
            </a:fontRef>
          </p:style>
        </p:cxnSp>
        <p:cxnSp>
          <p:nvCxnSpPr>
            <p:cNvPr id="8" name="Conector recto 7">
              <a:extLst>
                <a:ext uri="{FF2B5EF4-FFF2-40B4-BE49-F238E27FC236}">
                  <a16:creationId xmlns:a16="http://schemas.microsoft.com/office/drawing/2014/main" id="{407AEBA5-701E-EE6B-051E-700671090993}"/>
                </a:ext>
              </a:extLst>
            </p:cNvPr>
            <p:cNvCxnSpPr>
              <a:cxnSpLocks/>
            </p:cNvCxnSpPr>
            <p:nvPr/>
          </p:nvCxnSpPr>
          <p:spPr>
            <a:xfrm flipV="1">
              <a:off x="1712756" y="3823018"/>
              <a:ext cx="6407082" cy="20598"/>
            </a:xfrm>
            <a:prstGeom prst="line">
              <a:avLst/>
            </a:prstGeom>
          </p:spPr>
          <p:style>
            <a:lnRef idx="2">
              <a:schemeClr val="dk1"/>
            </a:lnRef>
            <a:fillRef idx="0">
              <a:schemeClr val="dk1"/>
            </a:fillRef>
            <a:effectRef idx="1">
              <a:schemeClr val="dk1"/>
            </a:effectRef>
            <a:fontRef idx="minor">
              <a:schemeClr val="tx1"/>
            </a:fontRef>
          </p:style>
        </p:cxnSp>
        <p:sp>
          <p:nvSpPr>
            <p:cNvPr id="9" name="CuadroTexto 8">
              <a:extLst>
                <a:ext uri="{FF2B5EF4-FFF2-40B4-BE49-F238E27FC236}">
                  <a16:creationId xmlns:a16="http://schemas.microsoft.com/office/drawing/2014/main" id="{6241485D-1CB7-69DC-D69F-459398929E0C}"/>
                </a:ext>
              </a:extLst>
            </p:cNvPr>
            <p:cNvSpPr txBox="1"/>
            <p:nvPr/>
          </p:nvSpPr>
          <p:spPr>
            <a:xfrm>
              <a:off x="1712756" y="4035741"/>
              <a:ext cx="4938842" cy="338554"/>
            </a:xfrm>
            <a:prstGeom prst="rect">
              <a:avLst/>
            </a:prstGeom>
            <a:noFill/>
          </p:spPr>
          <p:txBody>
            <a:bodyPr wrap="square" rtlCol="0">
              <a:spAutoFit/>
            </a:bodyPr>
            <a:lstStyle/>
            <a:p>
              <a:r>
                <a:rPr lang="es-MX" sz="1600" dirty="0"/>
                <a:t>Número de signos de interrogación y exclamación</a:t>
              </a:r>
            </a:p>
          </p:txBody>
        </p:sp>
        <p:sp>
          <p:nvSpPr>
            <p:cNvPr id="10" name="CuadroTexto 9">
              <a:extLst>
                <a:ext uri="{FF2B5EF4-FFF2-40B4-BE49-F238E27FC236}">
                  <a16:creationId xmlns:a16="http://schemas.microsoft.com/office/drawing/2014/main" id="{44229466-1EA8-F310-7519-F583B28E2D5D}"/>
                </a:ext>
              </a:extLst>
            </p:cNvPr>
            <p:cNvSpPr txBox="1"/>
            <p:nvPr/>
          </p:nvSpPr>
          <p:spPr>
            <a:xfrm>
              <a:off x="705333" y="1966533"/>
              <a:ext cx="461665" cy="1145792"/>
            </a:xfrm>
            <a:prstGeom prst="rect">
              <a:avLst/>
            </a:prstGeom>
            <a:noFill/>
          </p:spPr>
          <p:txBody>
            <a:bodyPr vert="vert270" wrap="square" rtlCol="0">
              <a:spAutoFit/>
            </a:bodyPr>
            <a:lstStyle/>
            <a:p>
              <a:r>
                <a:rPr lang="es-MX" dirty="0"/>
                <a:t>¿Spam?</a:t>
              </a:r>
            </a:p>
          </p:txBody>
        </p:sp>
        <p:sp>
          <p:nvSpPr>
            <p:cNvPr id="12" name="CuadroTexto 11">
              <a:extLst>
                <a:ext uri="{FF2B5EF4-FFF2-40B4-BE49-F238E27FC236}">
                  <a16:creationId xmlns:a16="http://schemas.microsoft.com/office/drawing/2014/main" id="{93790275-1CDE-BA54-BC42-0A3BCC79B1B0}"/>
                </a:ext>
              </a:extLst>
            </p:cNvPr>
            <p:cNvSpPr txBox="1"/>
            <p:nvPr/>
          </p:nvSpPr>
          <p:spPr>
            <a:xfrm>
              <a:off x="1326241" y="1696969"/>
              <a:ext cx="386514" cy="369332"/>
            </a:xfrm>
            <a:prstGeom prst="rect">
              <a:avLst/>
            </a:prstGeom>
            <a:noFill/>
          </p:spPr>
          <p:txBody>
            <a:bodyPr wrap="square" rtlCol="0">
              <a:spAutoFit/>
            </a:bodyPr>
            <a:lstStyle/>
            <a:p>
              <a:r>
                <a:rPr lang="es-MX" dirty="0"/>
                <a:t>1</a:t>
              </a:r>
            </a:p>
          </p:txBody>
        </p:sp>
        <p:sp>
          <p:nvSpPr>
            <p:cNvPr id="13" name="CuadroTexto 12">
              <a:extLst>
                <a:ext uri="{FF2B5EF4-FFF2-40B4-BE49-F238E27FC236}">
                  <a16:creationId xmlns:a16="http://schemas.microsoft.com/office/drawing/2014/main" id="{BFB59C19-B6C3-A95B-9C3A-05F6332E7E67}"/>
                </a:ext>
              </a:extLst>
            </p:cNvPr>
            <p:cNvSpPr txBox="1"/>
            <p:nvPr/>
          </p:nvSpPr>
          <p:spPr>
            <a:xfrm>
              <a:off x="1326241" y="3628607"/>
              <a:ext cx="386514" cy="369332"/>
            </a:xfrm>
            <a:prstGeom prst="rect">
              <a:avLst/>
            </a:prstGeom>
            <a:noFill/>
          </p:spPr>
          <p:txBody>
            <a:bodyPr wrap="square" rtlCol="0">
              <a:spAutoFit/>
            </a:bodyPr>
            <a:lstStyle/>
            <a:p>
              <a:r>
                <a:rPr lang="es-MX" dirty="0"/>
                <a:t>0</a:t>
              </a:r>
            </a:p>
          </p:txBody>
        </p:sp>
        <p:cxnSp>
          <p:nvCxnSpPr>
            <p:cNvPr id="15" name="Conector recto 14">
              <a:extLst>
                <a:ext uri="{FF2B5EF4-FFF2-40B4-BE49-F238E27FC236}">
                  <a16:creationId xmlns:a16="http://schemas.microsoft.com/office/drawing/2014/main" id="{B34D317F-041A-11AC-79C9-C0137ACD92E8}"/>
                </a:ext>
              </a:extLst>
            </p:cNvPr>
            <p:cNvCxnSpPr>
              <a:stCxn id="12" idx="3"/>
            </p:cNvCxnSpPr>
            <p:nvPr/>
          </p:nvCxnSpPr>
          <p:spPr>
            <a:xfrm>
              <a:off x="1712755" y="1881635"/>
              <a:ext cx="5766074" cy="0"/>
            </a:xfrm>
            <a:prstGeom prst="line">
              <a:avLst/>
            </a:prstGeom>
          </p:spPr>
          <p:style>
            <a:lnRef idx="1">
              <a:schemeClr val="dk1"/>
            </a:lnRef>
            <a:fillRef idx="0">
              <a:schemeClr val="dk1"/>
            </a:fillRef>
            <a:effectRef idx="0">
              <a:schemeClr val="dk1"/>
            </a:effectRef>
            <a:fontRef idx="minor">
              <a:schemeClr val="tx1"/>
            </a:fontRef>
          </p:style>
        </p:cxnSp>
        <p:sp>
          <p:nvSpPr>
            <p:cNvPr id="20" name="Elipse 19">
              <a:extLst>
                <a:ext uri="{FF2B5EF4-FFF2-40B4-BE49-F238E27FC236}">
                  <a16:creationId xmlns:a16="http://schemas.microsoft.com/office/drawing/2014/main" id="{79189115-9A85-978D-F87F-1CF0DA49F4C1}"/>
                </a:ext>
              </a:extLst>
            </p:cNvPr>
            <p:cNvSpPr/>
            <p:nvPr/>
          </p:nvSpPr>
          <p:spPr>
            <a:xfrm>
              <a:off x="1857674" y="376645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1" name="Elipse 20">
              <a:extLst>
                <a:ext uri="{FF2B5EF4-FFF2-40B4-BE49-F238E27FC236}">
                  <a16:creationId xmlns:a16="http://schemas.microsoft.com/office/drawing/2014/main" id="{2E547814-D171-C15B-9A3E-FA44411B9601}"/>
                </a:ext>
              </a:extLst>
            </p:cNvPr>
            <p:cNvSpPr/>
            <p:nvPr/>
          </p:nvSpPr>
          <p:spPr>
            <a:xfrm>
              <a:off x="2156595" y="376645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Elipse 21">
              <a:extLst>
                <a:ext uri="{FF2B5EF4-FFF2-40B4-BE49-F238E27FC236}">
                  <a16:creationId xmlns:a16="http://schemas.microsoft.com/office/drawing/2014/main" id="{687F51C2-AF13-B316-16CF-585FA37BAB3B}"/>
                </a:ext>
              </a:extLst>
            </p:cNvPr>
            <p:cNvSpPr/>
            <p:nvPr/>
          </p:nvSpPr>
          <p:spPr>
            <a:xfrm>
              <a:off x="2465677" y="3773914"/>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Elipse 22">
              <a:extLst>
                <a:ext uri="{FF2B5EF4-FFF2-40B4-BE49-F238E27FC236}">
                  <a16:creationId xmlns:a16="http://schemas.microsoft.com/office/drawing/2014/main" id="{BC1A6B63-E76E-6EA8-E420-ADDA95FFAE93}"/>
                </a:ext>
              </a:extLst>
            </p:cNvPr>
            <p:cNvSpPr/>
            <p:nvPr/>
          </p:nvSpPr>
          <p:spPr>
            <a:xfrm>
              <a:off x="2996678"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4" name="Elipse 23">
              <a:extLst>
                <a:ext uri="{FF2B5EF4-FFF2-40B4-BE49-F238E27FC236}">
                  <a16:creationId xmlns:a16="http://schemas.microsoft.com/office/drawing/2014/main" id="{622A9CAD-A8C6-3B2D-0A71-4848A740A371}"/>
                </a:ext>
              </a:extLst>
            </p:cNvPr>
            <p:cNvSpPr/>
            <p:nvPr/>
          </p:nvSpPr>
          <p:spPr>
            <a:xfrm>
              <a:off x="3722824" y="3777048"/>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5" name="Elipse 24">
              <a:extLst>
                <a:ext uri="{FF2B5EF4-FFF2-40B4-BE49-F238E27FC236}">
                  <a16:creationId xmlns:a16="http://schemas.microsoft.com/office/drawing/2014/main" id="{263D09DF-7003-7BC5-F45A-59547670CE4E}"/>
                </a:ext>
              </a:extLst>
            </p:cNvPr>
            <p:cNvSpPr/>
            <p:nvPr/>
          </p:nvSpPr>
          <p:spPr>
            <a:xfrm>
              <a:off x="4451949" y="1804473"/>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Elipse 25">
              <a:extLst>
                <a:ext uri="{FF2B5EF4-FFF2-40B4-BE49-F238E27FC236}">
                  <a16:creationId xmlns:a16="http://schemas.microsoft.com/office/drawing/2014/main" id="{035932A7-851A-DA29-9E0D-9DCAED94DE52}"/>
                </a:ext>
              </a:extLst>
            </p:cNvPr>
            <p:cNvSpPr/>
            <p:nvPr/>
          </p:nvSpPr>
          <p:spPr>
            <a:xfrm>
              <a:off x="4982621"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Elipse 26">
              <a:extLst>
                <a:ext uri="{FF2B5EF4-FFF2-40B4-BE49-F238E27FC236}">
                  <a16:creationId xmlns:a16="http://schemas.microsoft.com/office/drawing/2014/main" id="{01BEA06C-E3D4-37AD-0B98-74B948DE911C}"/>
                </a:ext>
              </a:extLst>
            </p:cNvPr>
            <p:cNvSpPr/>
            <p:nvPr/>
          </p:nvSpPr>
          <p:spPr>
            <a:xfrm>
              <a:off x="5316956" y="1804470"/>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Elipse 27">
              <a:extLst>
                <a:ext uri="{FF2B5EF4-FFF2-40B4-BE49-F238E27FC236}">
                  <a16:creationId xmlns:a16="http://schemas.microsoft.com/office/drawing/2014/main" id="{3C75B30F-3EA8-B12A-5FE7-B469B54FBB5A}"/>
                </a:ext>
              </a:extLst>
            </p:cNvPr>
            <p:cNvSpPr/>
            <p:nvPr/>
          </p:nvSpPr>
          <p:spPr>
            <a:xfrm>
              <a:off x="5651291" y="1812211"/>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3">
              <a:extLst>
                <a:ext uri="{FF2B5EF4-FFF2-40B4-BE49-F238E27FC236}">
                  <a16:creationId xmlns:a16="http://schemas.microsoft.com/office/drawing/2014/main" id="{0CCC9A47-E4C0-5DFC-CE2B-C4739CA2F86B}"/>
                </a:ext>
              </a:extLst>
            </p:cNvPr>
            <p:cNvCxnSpPr>
              <a:cxnSpLocks/>
            </p:cNvCxnSpPr>
            <p:nvPr/>
          </p:nvCxnSpPr>
          <p:spPr>
            <a:xfrm flipH="1">
              <a:off x="1934676" y="1538111"/>
              <a:ext cx="6185162" cy="2666907"/>
            </a:xfrm>
            <a:prstGeom prst="line">
              <a:avLst/>
            </a:prstGeom>
          </p:spPr>
          <p:style>
            <a:lnRef idx="3">
              <a:schemeClr val="accent1"/>
            </a:lnRef>
            <a:fillRef idx="0">
              <a:schemeClr val="accent1"/>
            </a:fillRef>
            <a:effectRef idx="2">
              <a:schemeClr val="accent1"/>
            </a:effectRef>
            <a:fontRef idx="minor">
              <a:schemeClr val="tx1"/>
            </a:fontRef>
          </p:style>
        </p:cxnSp>
      </p:grpSp>
      <p:sp>
        <p:nvSpPr>
          <p:cNvPr id="6" name="CuadroTexto 5">
            <a:extLst>
              <a:ext uri="{FF2B5EF4-FFF2-40B4-BE49-F238E27FC236}">
                <a16:creationId xmlns:a16="http://schemas.microsoft.com/office/drawing/2014/main" id="{07B3B068-1795-4B6E-B6C7-17B96FDF39A7}"/>
              </a:ext>
            </a:extLst>
          </p:cNvPr>
          <p:cNvSpPr txBox="1"/>
          <p:nvPr/>
        </p:nvSpPr>
        <p:spPr>
          <a:xfrm>
            <a:off x="8096994" y="2581642"/>
            <a:ext cx="3850755" cy="584775"/>
          </a:xfrm>
          <a:prstGeom prst="rect">
            <a:avLst/>
          </a:prstGeom>
          <a:noFill/>
        </p:spPr>
        <p:txBody>
          <a:bodyPr wrap="square" rtlCol="0">
            <a:spAutoFit/>
          </a:bodyPr>
          <a:lstStyle/>
          <a:p>
            <a:pPr algn="ctr"/>
            <a:r>
              <a:rPr lang="es-MX" sz="1600" dirty="0"/>
              <a:t>¿Qué resultados de clasificación </a:t>
            </a:r>
          </a:p>
          <a:p>
            <a:pPr algn="ctr"/>
            <a:r>
              <a:rPr lang="es-MX" sz="1600" dirty="0"/>
              <a:t>nos daría al usar un </a:t>
            </a:r>
            <a:r>
              <a:rPr lang="es-MX" sz="1600" dirty="0" err="1"/>
              <a:t>threshold</a:t>
            </a:r>
            <a:r>
              <a:rPr lang="es-MX" sz="1600" dirty="0"/>
              <a:t> de 0.5?</a:t>
            </a:r>
          </a:p>
        </p:txBody>
      </p:sp>
      <p:sp>
        <p:nvSpPr>
          <p:cNvPr id="30" name="Elipse 29">
            <a:extLst>
              <a:ext uri="{FF2B5EF4-FFF2-40B4-BE49-F238E27FC236}">
                <a16:creationId xmlns:a16="http://schemas.microsoft.com/office/drawing/2014/main" id="{64FA4BCA-0567-92D1-2F41-33E6B152A0D0}"/>
              </a:ext>
            </a:extLst>
          </p:cNvPr>
          <p:cNvSpPr/>
          <p:nvPr/>
        </p:nvSpPr>
        <p:spPr>
          <a:xfrm>
            <a:off x="4049672" y="4469547"/>
            <a:ext cx="154004" cy="146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2" name="Conector recto 31">
            <a:extLst>
              <a:ext uri="{FF2B5EF4-FFF2-40B4-BE49-F238E27FC236}">
                <a16:creationId xmlns:a16="http://schemas.microsoft.com/office/drawing/2014/main" id="{61B79234-9FA9-2B35-FA71-DF738FF8A36D}"/>
              </a:ext>
            </a:extLst>
          </p:cNvPr>
          <p:cNvCxnSpPr>
            <a:cxnSpLocks/>
          </p:cNvCxnSpPr>
          <p:nvPr/>
        </p:nvCxnSpPr>
        <p:spPr>
          <a:xfrm>
            <a:off x="4599115" y="3547329"/>
            <a:ext cx="0" cy="1023705"/>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Conector recto 34">
            <a:extLst>
              <a:ext uri="{FF2B5EF4-FFF2-40B4-BE49-F238E27FC236}">
                <a16:creationId xmlns:a16="http://schemas.microsoft.com/office/drawing/2014/main" id="{B7180463-678F-A9F5-9A33-1FE1880CD112}"/>
              </a:ext>
            </a:extLst>
          </p:cNvPr>
          <p:cNvCxnSpPr>
            <a:cxnSpLocks/>
          </p:cNvCxnSpPr>
          <p:nvPr/>
        </p:nvCxnSpPr>
        <p:spPr>
          <a:xfrm flipH="1">
            <a:off x="1175245" y="3532937"/>
            <a:ext cx="3423870" cy="5089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5BACFBB7-B03A-25AC-5D0F-A2339A7865EC}"/>
                  </a:ext>
                </a:extLst>
              </p:cNvPr>
              <p:cNvSpPr txBox="1"/>
              <p:nvPr/>
            </p:nvSpPr>
            <p:spPr>
              <a:xfrm>
                <a:off x="7334005" y="1962808"/>
                <a:ext cx="18617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solidFill>
                              <a:latin typeface="Cambria Math" panose="02040503050406030204" pitchFamily="18" charset="0"/>
                            </a:rPr>
                          </m:ctrlPr>
                        </m:sSubPr>
                        <m:e>
                          <m:r>
                            <a:rPr lang="es-MX" b="1" i="1" smtClean="0">
                              <a:solidFill>
                                <a:schemeClr val="accent1"/>
                              </a:solidFill>
                              <a:latin typeface="Cambria Math" panose="02040503050406030204" pitchFamily="18" charset="0"/>
                            </a:rPr>
                            <m:t>𝒉</m:t>
                          </m:r>
                        </m:e>
                        <m:sub>
                          <m:r>
                            <a:rPr lang="es-MX" b="1" i="1" smtClean="0">
                              <a:solidFill>
                                <a:schemeClr val="accent1"/>
                              </a:solidFill>
                              <a:latin typeface="Cambria Math" panose="02040503050406030204" pitchFamily="18" charset="0"/>
                              <a:ea typeface="Cambria Math" panose="02040503050406030204" pitchFamily="18" charset="0"/>
                            </a:rPr>
                            <m:t>𝜽</m:t>
                          </m:r>
                        </m:sub>
                      </m:sSub>
                      <m:d>
                        <m:dPr>
                          <m:ctrlPr>
                            <a:rPr lang="es-MX" b="1" i="1" smtClean="0">
                              <a:solidFill>
                                <a:schemeClr val="accent1"/>
                              </a:solidFill>
                              <a:latin typeface="Cambria Math" panose="02040503050406030204" pitchFamily="18" charset="0"/>
                            </a:rPr>
                          </m:ctrlPr>
                        </m:dPr>
                        <m:e>
                          <m:r>
                            <a:rPr lang="es-MX" b="1" i="1" smtClean="0">
                              <a:solidFill>
                                <a:schemeClr val="accent1"/>
                              </a:solidFill>
                              <a:latin typeface="Cambria Math" panose="02040503050406030204" pitchFamily="18" charset="0"/>
                            </a:rPr>
                            <m:t>𝒙</m:t>
                          </m:r>
                        </m:e>
                      </m:d>
                      <m:r>
                        <a:rPr lang="es-MX" b="1" i="1" smtClean="0">
                          <a:solidFill>
                            <a:schemeClr val="accent1"/>
                          </a:solidFill>
                          <a:latin typeface="Cambria Math" panose="02040503050406030204" pitchFamily="18" charset="0"/>
                        </a:rPr>
                        <m:t>=</m:t>
                      </m:r>
                      <m:sSub>
                        <m:sSubPr>
                          <m:ctrlPr>
                            <a:rPr lang="es-MX" b="1" i="1" smtClean="0">
                              <a:solidFill>
                                <a:schemeClr val="accent1"/>
                              </a:solidFill>
                              <a:latin typeface="Cambria Math" panose="02040503050406030204" pitchFamily="18" charset="0"/>
                            </a:rPr>
                          </m:ctrlPr>
                        </m:sSubPr>
                        <m:e>
                          <m:r>
                            <a:rPr lang="es-MX" b="1" i="1" smtClean="0">
                              <a:solidFill>
                                <a:schemeClr val="accent1"/>
                              </a:solidFill>
                              <a:latin typeface="Cambria Math" panose="02040503050406030204" pitchFamily="18" charset="0"/>
                              <a:ea typeface="Cambria Math" panose="02040503050406030204" pitchFamily="18" charset="0"/>
                            </a:rPr>
                            <m:t>𝜽</m:t>
                          </m:r>
                        </m:e>
                        <m:sub>
                          <m:r>
                            <a:rPr lang="es-MX" b="1" i="1" smtClean="0">
                              <a:solidFill>
                                <a:schemeClr val="accent1"/>
                              </a:solidFill>
                              <a:latin typeface="Cambria Math" panose="02040503050406030204" pitchFamily="18" charset="0"/>
                            </a:rPr>
                            <m:t>𝟎</m:t>
                          </m:r>
                        </m:sub>
                      </m:sSub>
                      <m:r>
                        <a:rPr lang="es-MX" b="1" i="1" smtClean="0">
                          <a:solidFill>
                            <a:schemeClr val="accent1"/>
                          </a:solidFill>
                          <a:latin typeface="Cambria Math" panose="02040503050406030204" pitchFamily="18" charset="0"/>
                        </a:rPr>
                        <m:t>+</m:t>
                      </m:r>
                      <m:sSub>
                        <m:sSubPr>
                          <m:ctrlPr>
                            <a:rPr lang="es-MX" b="1" i="1" smtClean="0">
                              <a:solidFill>
                                <a:schemeClr val="accent1"/>
                              </a:solidFill>
                              <a:latin typeface="Cambria Math" panose="02040503050406030204" pitchFamily="18" charset="0"/>
                            </a:rPr>
                          </m:ctrlPr>
                        </m:sSubPr>
                        <m:e>
                          <m:r>
                            <a:rPr lang="es-MX" b="1" i="1" smtClean="0">
                              <a:solidFill>
                                <a:schemeClr val="accent1"/>
                              </a:solidFill>
                              <a:latin typeface="Cambria Math" panose="02040503050406030204" pitchFamily="18" charset="0"/>
                              <a:ea typeface="Cambria Math" panose="02040503050406030204" pitchFamily="18" charset="0"/>
                            </a:rPr>
                            <m:t>𝜽</m:t>
                          </m:r>
                        </m:e>
                        <m:sub>
                          <m:r>
                            <a:rPr lang="es-MX" b="1" i="1" smtClean="0">
                              <a:solidFill>
                                <a:schemeClr val="accent1"/>
                              </a:solidFill>
                              <a:latin typeface="Cambria Math" panose="02040503050406030204" pitchFamily="18" charset="0"/>
                            </a:rPr>
                            <m:t>𝟏</m:t>
                          </m:r>
                        </m:sub>
                      </m:sSub>
                      <m:r>
                        <a:rPr lang="es-MX" b="1" i="1" smtClean="0">
                          <a:solidFill>
                            <a:schemeClr val="accent1"/>
                          </a:solidFill>
                          <a:latin typeface="Cambria Math" panose="02040503050406030204" pitchFamily="18" charset="0"/>
                        </a:rPr>
                        <m:t>𝒙</m:t>
                      </m:r>
                    </m:oMath>
                  </m:oMathPara>
                </a14:m>
                <a:endParaRPr lang="es-MX" b="1" dirty="0">
                  <a:solidFill>
                    <a:schemeClr val="accent1"/>
                  </a:solidFill>
                </a:endParaRPr>
              </a:p>
            </p:txBody>
          </p:sp>
        </mc:Choice>
        <mc:Fallback xmlns="">
          <p:sp>
            <p:nvSpPr>
              <p:cNvPr id="36" name="CuadroTexto 35">
                <a:extLst>
                  <a:ext uri="{FF2B5EF4-FFF2-40B4-BE49-F238E27FC236}">
                    <a16:creationId xmlns:a16="http://schemas.microsoft.com/office/drawing/2014/main" id="{5BACFBB7-B03A-25AC-5D0F-A2339A7865EC}"/>
                  </a:ext>
                </a:extLst>
              </p:cNvPr>
              <p:cNvSpPr txBox="1">
                <a:spLocks noRot="1" noChangeAspect="1" noMove="1" noResize="1" noEditPoints="1" noAdjustHandles="1" noChangeArrowheads="1" noChangeShapeType="1" noTextEdit="1"/>
              </p:cNvSpPr>
              <p:nvPr/>
            </p:nvSpPr>
            <p:spPr>
              <a:xfrm>
                <a:off x="7334005" y="1962808"/>
                <a:ext cx="1861728" cy="276999"/>
              </a:xfrm>
              <a:prstGeom prst="rect">
                <a:avLst/>
              </a:prstGeom>
              <a:blipFill>
                <a:blip r:embed="rId3"/>
                <a:stretch>
                  <a:fillRect l="-2623" r="-1639" b="-17778"/>
                </a:stretch>
              </a:blipFill>
            </p:spPr>
            <p:txBody>
              <a:bodyPr/>
              <a:lstStyle/>
              <a:p>
                <a:r>
                  <a:rPr lang="es-MX">
                    <a:noFill/>
                  </a:rPr>
                  <a:t> </a:t>
                </a:r>
              </a:p>
            </p:txBody>
          </p:sp>
        </mc:Fallback>
      </mc:AlternateContent>
      <p:sp>
        <p:nvSpPr>
          <p:cNvPr id="38" name="CuadroTexto 37">
            <a:extLst>
              <a:ext uri="{FF2B5EF4-FFF2-40B4-BE49-F238E27FC236}">
                <a16:creationId xmlns:a16="http://schemas.microsoft.com/office/drawing/2014/main" id="{2723107B-A8EF-32B5-9221-93047A782C3C}"/>
              </a:ext>
            </a:extLst>
          </p:cNvPr>
          <p:cNvSpPr txBox="1"/>
          <p:nvPr/>
        </p:nvSpPr>
        <p:spPr>
          <a:xfrm>
            <a:off x="664884" y="3362663"/>
            <a:ext cx="611804" cy="369332"/>
          </a:xfrm>
          <a:prstGeom prst="rect">
            <a:avLst/>
          </a:prstGeom>
          <a:noFill/>
        </p:spPr>
        <p:txBody>
          <a:bodyPr wrap="square" rtlCol="0">
            <a:spAutoFit/>
          </a:bodyPr>
          <a:lstStyle/>
          <a:p>
            <a:r>
              <a:rPr lang="es-MX" dirty="0">
                <a:solidFill>
                  <a:schemeClr val="accent6"/>
                </a:solidFill>
              </a:rPr>
              <a:t>0.5</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1EAC00EF-382B-4B00-6EB5-2A9550FACC96}"/>
                  </a:ext>
                </a:extLst>
              </p:cNvPr>
              <p:cNvSpPr txBox="1"/>
              <p:nvPr/>
            </p:nvSpPr>
            <p:spPr>
              <a:xfrm>
                <a:off x="9129328" y="3281383"/>
                <a:ext cx="22048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𝟓</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𝒚</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𝟏</m:t>
                      </m:r>
                    </m:oMath>
                  </m:oMathPara>
                </a14:m>
                <a:endParaRPr lang="es-MX" b="1" dirty="0"/>
              </a:p>
            </p:txBody>
          </p:sp>
        </mc:Choice>
        <mc:Fallback xmlns="">
          <p:sp>
            <p:nvSpPr>
              <p:cNvPr id="41" name="CuadroTexto 40">
                <a:extLst>
                  <a:ext uri="{FF2B5EF4-FFF2-40B4-BE49-F238E27FC236}">
                    <a16:creationId xmlns:a16="http://schemas.microsoft.com/office/drawing/2014/main" id="{1EAC00EF-382B-4B00-6EB5-2A9550FACC96}"/>
                  </a:ext>
                </a:extLst>
              </p:cNvPr>
              <p:cNvSpPr txBox="1">
                <a:spLocks noRot="1" noChangeAspect="1" noMove="1" noResize="1" noEditPoints="1" noAdjustHandles="1" noChangeArrowheads="1" noChangeShapeType="1" noTextEdit="1"/>
              </p:cNvSpPr>
              <p:nvPr/>
            </p:nvSpPr>
            <p:spPr>
              <a:xfrm>
                <a:off x="9129328" y="3281383"/>
                <a:ext cx="2204899" cy="276999"/>
              </a:xfrm>
              <a:prstGeom prst="rect">
                <a:avLst/>
              </a:prstGeom>
              <a:blipFill>
                <a:blip r:embed="rId4"/>
                <a:stretch>
                  <a:fillRect l="-2493" r="-2216" b="-260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FAA066F4-493C-8A78-A523-43344FC1BB5E}"/>
                  </a:ext>
                </a:extLst>
              </p:cNvPr>
              <p:cNvSpPr txBox="1"/>
              <p:nvPr/>
            </p:nvSpPr>
            <p:spPr>
              <a:xfrm>
                <a:off x="9129327" y="3673348"/>
                <a:ext cx="220489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smtClean="0">
                          <a:latin typeface="Cambria Math" panose="02040503050406030204" pitchFamily="18" charset="0"/>
                          <a:ea typeface="Cambria Math" panose="02040503050406030204" pitchFamily="18" charset="0"/>
                        </a:rPr>
                        <m:t>&lt;</m:t>
                      </m:r>
                      <m:r>
                        <a:rPr lang="es-MX" b="1" i="1" smtClean="0">
                          <a:latin typeface="Cambria Math" panose="02040503050406030204" pitchFamily="18" charset="0"/>
                          <a:ea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𝟓</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𝒚</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𝟎</m:t>
                      </m:r>
                    </m:oMath>
                  </m:oMathPara>
                </a14:m>
                <a:endParaRPr lang="es-MX" b="1" dirty="0"/>
              </a:p>
            </p:txBody>
          </p:sp>
        </mc:Choice>
        <mc:Fallback xmlns="">
          <p:sp>
            <p:nvSpPr>
              <p:cNvPr id="42" name="CuadroTexto 41">
                <a:extLst>
                  <a:ext uri="{FF2B5EF4-FFF2-40B4-BE49-F238E27FC236}">
                    <a16:creationId xmlns:a16="http://schemas.microsoft.com/office/drawing/2014/main" id="{FAA066F4-493C-8A78-A523-43344FC1BB5E}"/>
                  </a:ext>
                </a:extLst>
              </p:cNvPr>
              <p:cNvSpPr txBox="1">
                <a:spLocks noRot="1" noChangeAspect="1" noMove="1" noResize="1" noEditPoints="1" noAdjustHandles="1" noChangeArrowheads="1" noChangeShapeType="1" noTextEdit="1"/>
              </p:cNvSpPr>
              <p:nvPr/>
            </p:nvSpPr>
            <p:spPr>
              <a:xfrm>
                <a:off x="9129327" y="3673348"/>
                <a:ext cx="2204899" cy="276999"/>
              </a:xfrm>
              <a:prstGeom prst="rect">
                <a:avLst/>
              </a:prstGeom>
              <a:blipFill>
                <a:blip r:embed="rId5"/>
                <a:stretch>
                  <a:fillRect l="-2493" r="-2216" b="-28889"/>
                </a:stretch>
              </a:blipFill>
            </p:spPr>
            <p:txBody>
              <a:bodyPr/>
              <a:lstStyle/>
              <a:p>
                <a:r>
                  <a:rPr lang="es-MX">
                    <a:noFill/>
                  </a:rPr>
                  <a:t> </a:t>
                </a:r>
              </a:p>
            </p:txBody>
          </p:sp>
        </mc:Fallback>
      </mc:AlternateContent>
      <p:sp>
        <p:nvSpPr>
          <p:cNvPr id="3" name="Elipse 2">
            <a:extLst>
              <a:ext uri="{FF2B5EF4-FFF2-40B4-BE49-F238E27FC236}">
                <a16:creationId xmlns:a16="http://schemas.microsoft.com/office/drawing/2014/main" id="{D9264C7B-E3A1-9A00-31D7-89679E7A2D17}"/>
              </a:ext>
            </a:extLst>
          </p:cNvPr>
          <p:cNvSpPr/>
          <p:nvPr/>
        </p:nvSpPr>
        <p:spPr>
          <a:xfrm>
            <a:off x="6616209" y="2523877"/>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B6C65829-65F2-9F64-0240-E9AE0105577A}"/>
              </a:ext>
            </a:extLst>
          </p:cNvPr>
          <p:cNvSpPr/>
          <p:nvPr/>
        </p:nvSpPr>
        <p:spPr>
          <a:xfrm>
            <a:off x="6847215" y="2532169"/>
            <a:ext cx="154004" cy="15432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3" name="CuadroTexto 42">
            <a:extLst>
              <a:ext uri="{FF2B5EF4-FFF2-40B4-BE49-F238E27FC236}">
                <a16:creationId xmlns:a16="http://schemas.microsoft.com/office/drawing/2014/main" id="{FB9BFBA6-A227-087C-A96E-685918C776BB}"/>
              </a:ext>
            </a:extLst>
          </p:cNvPr>
          <p:cNvSpPr txBox="1"/>
          <p:nvPr/>
        </p:nvSpPr>
        <p:spPr>
          <a:xfrm>
            <a:off x="715840" y="1438241"/>
            <a:ext cx="9100682" cy="338554"/>
          </a:xfrm>
          <a:prstGeom prst="rect">
            <a:avLst/>
          </a:prstGeom>
          <a:noFill/>
        </p:spPr>
        <p:txBody>
          <a:bodyPr wrap="square" rtlCol="0">
            <a:spAutoFit/>
          </a:bodyPr>
          <a:lstStyle/>
          <a:p>
            <a:r>
              <a:rPr lang="es-MX" sz="1600" dirty="0"/>
              <a:t>Suponga el caso donde tenemos algunos correos electrónicos que contenían datos atípicos </a:t>
            </a:r>
          </a:p>
        </p:txBody>
      </p:sp>
      <p:sp>
        <p:nvSpPr>
          <p:cNvPr id="44" name="CuadroTexto 43">
            <a:extLst>
              <a:ext uri="{FF2B5EF4-FFF2-40B4-BE49-F238E27FC236}">
                <a16:creationId xmlns:a16="http://schemas.microsoft.com/office/drawing/2014/main" id="{E8F173FD-11DD-1C02-934A-27E34175BD9A}"/>
              </a:ext>
            </a:extLst>
          </p:cNvPr>
          <p:cNvSpPr txBox="1"/>
          <p:nvPr/>
        </p:nvSpPr>
        <p:spPr>
          <a:xfrm>
            <a:off x="594356" y="5332103"/>
            <a:ext cx="3850755" cy="830997"/>
          </a:xfrm>
          <a:prstGeom prst="rect">
            <a:avLst/>
          </a:prstGeom>
          <a:noFill/>
        </p:spPr>
        <p:txBody>
          <a:bodyPr wrap="square" rtlCol="0">
            <a:spAutoFit/>
          </a:bodyPr>
          <a:lstStyle/>
          <a:p>
            <a:pPr marL="285750" indent="-285750">
              <a:buFont typeface="Arial" panose="020B0604020202020204" pitchFamily="34" charset="0"/>
              <a:buChar char="•"/>
            </a:pPr>
            <a:r>
              <a:rPr lang="es-MX" sz="1600" dirty="0"/>
              <a:t>¿Cómo se clasificaría este email?</a:t>
            </a:r>
          </a:p>
          <a:p>
            <a:pPr marL="285750" indent="-285750">
              <a:buFont typeface="Arial" panose="020B0604020202020204" pitchFamily="34" charset="0"/>
              <a:buChar char="•"/>
            </a:pPr>
            <a:r>
              <a:rPr lang="es-MX" sz="1600" dirty="0"/>
              <a:t>¿Concuerda esta clasificación con la tendencia del conjunto de datos?</a:t>
            </a:r>
          </a:p>
        </p:txBody>
      </p:sp>
      <p:cxnSp>
        <p:nvCxnSpPr>
          <p:cNvPr id="46" name="Conector recto de flecha 45">
            <a:extLst>
              <a:ext uri="{FF2B5EF4-FFF2-40B4-BE49-F238E27FC236}">
                <a16:creationId xmlns:a16="http://schemas.microsoft.com/office/drawing/2014/main" id="{838C271B-CE6F-5F1D-54F9-608F6A3BD417}"/>
              </a:ext>
            </a:extLst>
          </p:cNvPr>
          <p:cNvCxnSpPr/>
          <p:nvPr/>
        </p:nvCxnSpPr>
        <p:spPr>
          <a:xfrm flipV="1">
            <a:off x="3554858" y="4648196"/>
            <a:ext cx="494814" cy="72518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7" name="Conector recto 46">
            <a:extLst>
              <a:ext uri="{FF2B5EF4-FFF2-40B4-BE49-F238E27FC236}">
                <a16:creationId xmlns:a16="http://schemas.microsoft.com/office/drawing/2014/main" id="{753D4B09-33AB-6A62-3059-B9F3F7CDC617}"/>
              </a:ext>
            </a:extLst>
          </p:cNvPr>
          <p:cNvCxnSpPr>
            <a:cxnSpLocks/>
            <a:endCxn id="30" idx="0"/>
          </p:cNvCxnSpPr>
          <p:nvPr/>
        </p:nvCxnSpPr>
        <p:spPr>
          <a:xfrm>
            <a:off x="4126674" y="3731995"/>
            <a:ext cx="0" cy="737552"/>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Conector recto 48">
            <a:extLst>
              <a:ext uri="{FF2B5EF4-FFF2-40B4-BE49-F238E27FC236}">
                <a16:creationId xmlns:a16="http://schemas.microsoft.com/office/drawing/2014/main" id="{23F091A2-EBE0-2369-EA8F-D22A02F6542C}"/>
              </a:ext>
            </a:extLst>
          </p:cNvPr>
          <p:cNvCxnSpPr>
            <a:cxnSpLocks/>
          </p:cNvCxnSpPr>
          <p:nvPr/>
        </p:nvCxnSpPr>
        <p:spPr>
          <a:xfrm flipH="1">
            <a:off x="1164970" y="3763163"/>
            <a:ext cx="2961704" cy="45606"/>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CuadroTexto 50">
            <a:extLst>
              <a:ext uri="{FF2B5EF4-FFF2-40B4-BE49-F238E27FC236}">
                <a16:creationId xmlns:a16="http://schemas.microsoft.com/office/drawing/2014/main" id="{F78022F6-F1C0-BB91-F4F5-38DCC33E0A89}"/>
              </a:ext>
            </a:extLst>
          </p:cNvPr>
          <p:cNvSpPr txBox="1"/>
          <p:nvPr/>
        </p:nvSpPr>
        <p:spPr>
          <a:xfrm>
            <a:off x="664884" y="3626029"/>
            <a:ext cx="611804" cy="369332"/>
          </a:xfrm>
          <a:prstGeom prst="rect">
            <a:avLst/>
          </a:prstGeom>
          <a:noFill/>
        </p:spPr>
        <p:txBody>
          <a:bodyPr wrap="square" rtlCol="0">
            <a:spAutoFit/>
          </a:bodyPr>
          <a:lstStyle/>
          <a:p>
            <a:r>
              <a:rPr lang="es-MX" dirty="0">
                <a:solidFill>
                  <a:schemeClr val="accent1"/>
                </a:solidFill>
              </a:rPr>
              <a:t>0.3</a:t>
            </a:r>
          </a:p>
        </p:txBody>
      </p:sp>
      <p:sp>
        <p:nvSpPr>
          <p:cNvPr id="53" name="CuadroTexto 52">
            <a:extLst>
              <a:ext uri="{FF2B5EF4-FFF2-40B4-BE49-F238E27FC236}">
                <a16:creationId xmlns:a16="http://schemas.microsoft.com/office/drawing/2014/main" id="{23166E55-9C54-37E2-B99E-5B62AB4176FD}"/>
              </a:ext>
            </a:extLst>
          </p:cNvPr>
          <p:cNvSpPr txBox="1"/>
          <p:nvPr/>
        </p:nvSpPr>
        <p:spPr>
          <a:xfrm>
            <a:off x="6318608" y="5863423"/>
            <a:ext cx="5423292"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marL="285750" indent="-285750">
              <a:buFont typeface="Arial" panose="020B0604020202020204" pitchFamily="34" charset="0"/>
              <a:buChar char="•"/>
            </a:pPr>
            <a:r>
              <a:rPr lang="es-MX" sz="1600" dirty="0"/>
              <a:t>¿El modelo de </a:t>
            </a:r>
            <a:r>
              <a:rPr lang="es-MX" sz="1600" b="1" dirty="0"/>
              <a:t>regresión lineal </a:t>
            </a:r>
            <a:r>
              <a:rPr lang="es-MX" sz="1600" dirty="0"/>
              <a:t>con aplicación de </a:t>
            </a:r>
            <a:r>
              <a:rPr lang="es-MX" sz="1600" dirty="0" err="1"/>
              <a:t>threshold</a:t>
            </a:r>
            <a:r>
              <a:rPr lang="es-MX" sz="1600" dirty="0"/>
              <a:t>, clasifica correctamente?</a:t>
            </a:r>
          </a:p>
        </p:txBody>
      </p:sp>
      <p:sp>
        <p:nvSpPr>
          <p:cNvPr id="56" name="Elipse 55">
            <a:extLst>
              <a:ext uri="{FF2B5EF4-FFF2-40B4-BE49-F238E27FC236}">
                <a16:creationId xmlns:a16="http://schemas.microsoft.com/office/drawing/2014/main" id="{B6985E27-8EA1-0DCB-1E14-A26B148BCB42}"/>
              </a:ext>
            </a:extLst>
          </p:cNvPr>
          <p:cNvSpPr/>
          <p:nvPr/>
        </p:nvSpPr>
        <p:spPr>
          <a:xfrm>
            <a:off x="7278799" y="4459801"/>
            <a:ext cx="154004" cy="1468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7" name="CuadroTexto 56">
            <a:extLst>
              <a:ext uri="{FF2B5EF4-FFF2-40B4-BE49-F238E27FC236}">
                <a16:creationId xmlns:a16="http://schemas.microsoft.com/office/drawing/2014/main" id="{05CDAFC2-6451-3886-84E3-3B8A4C70C7D3}"/>
              </a:ext>
            </a:extLst>
          </p:cNvPr>
          <p:cNvSpPr txBox="1"/>
          <p:nvPr/>
        </p:nvSpPr>
        <p:spPr>
          <a:xfrm>
            <a:off x="6824723" y="5003251"/>
            <a:ext cx="3850755" cy="584775"/>
          </a:xfrm>
          <a:prstGeom prst="rect">
            <a:avLst/>
          </a:prstGeom>
          <a:noFill/>
        </p:spPr>
        <p:txBody>
          <a:bodyPr wrap="square" rtlCol="0">
            <a:spAutoFit/>
          </a:bodyPr>
          <a:lstStyle/>
          <a:p>
            <a:pPr marL="285750" indent="-285750">
              <a:buFont typeface="Arial" panose="020B0604020202020204" pitchFamily="34" charset="0"/>
              <a:buChar char="•"/>
            </a:pPr>
            <a:r>
              <a:rPr lang="es-MX" sz="1600" dirty="0"/>
              <a:t>¿Qué pasaría con la clasificación de este email?</a:t>
            </a:r>
          </a:p>
        </p:txBody>
      </p:sp>
      <p:cxnSp>
        <p:nvCxnSpPr>
          <p:cNvPr id="59" name="Conector recto de flecha 58">
            <a:extLst>
              <a:ext uri="{FF2B5EF4-FFF2-40B4-BE49-F238E27FC236}">
                <a16:creationId xmlns:a16="http://schemas.microsoft.com/office/drawing/2014/main" id="{AF18FFD3-A5AD-E43B-DA83-E88AB4C3C651}"/>
              </a:ext>
            </a:extLst>
          </p:cNvPr>
          <p:cNvCxnSpPr/>
          <p:nvPr/>
        </p:nvCxnSpPr>
        <p:spPr>
          <a:xfrm flipH="1" flipV="1">
            <a:off x="7432803" y="4640735"/>
            <a:ext cx="664191" cy="37005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2603486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914F-3D1E-75C8-1BD0-FC1C15A2CE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87C238-3AE9-A5C5-B5EB-862C44F692F9}"/>
              </a:ext>
            </a:extLst>
          </p:cNvPr>
          <p:cNvSpPr>
            <a:spLocks noGrp="1"/>
          </p:cNvSpPr>
          <p:nvPr>
            <p:ph type="title"/>
          </p:nvPr>
        </p:nvSpPr>
        <p:spPr>
          <a:xfrm>
            <a:off x="613931" y="54789"/>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Ejemplo: </a:t>
            </a:r>
            <a:r>
              <a:rPr lang="es-ES_tradnl" sz="3100" dirty="0"/>
              <a:t>Clasificación de correos electrónicos.</a:t>
            </a:r>
            <a:endParaRPr lang="es-ES_tradnl" dirty="0"/>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C6229748-210A-E7FF-81D4-F825B3C824C9}"/>
                  </a:ext>
                </a:extLst>
              </p:cNvPr>
              <p:cNvSpPr txBox="1"/>
              <p:nvPr/>
            </p:nvSpPr>
            <p:spPr>
              <a:xfrm>
                <a:off x="989163" y="2562192"/>
                <a:ext cx="15685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𝟎</m:t>
                          </m:r>
                          <m:r>
                            <a:rPr lang="es-MX" b="1" i="1" smtClean="0">
                              <a:latin typeface="Cambria Math" panose="02040503050406030204" pitchFamily="18" charset="0"/>
                              <a:ea typeface="Cambria Math" panose="02040503050406030204" pitchFamily="18" charset="0"/>
                            </a:rPr>
                            <m:t>≤</m:t>
                          </m:r>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a:latin typeface="Cambria Math" panose="02040503050406030204" pitchFamily="18" charset="0"/>
                          <a:ea typeface="Cambria Math" panose="02040503050406030204" pitchFamily="18" charset="0"/>
                        </a:rPr>
                        <m:t>≥</m:t>
                      </m:r>
                      <m:r>
                        <a:rPr lang="es-MX" b="1" i="1" smtClean="0">
                          <a:latin typeface="Cambria Math" panose="02040503050406030204" pitchFamily="18" charset="0"/>
                          <a:ea typeface="Cambria Math" panose="02040503050406030204" pitchFamily="18" charset="0"/>
                        </a:rPr>
                        <m:t>𝟏</m:t>
                      </m:r>
                      <m:r>
                        <a:rPr lang="es-MX" b="1" i="1" smtClean="0">
                          <a:latin typeface="Cambria Math" panose="02040503050406030204" pitchFamily="18" charset="0"/>
                          <a:ea typeface="Cambria Math" panose="02040503050406030204" pitchFamily="18" charset="0"/>
                        </a:rPr>
                        <m:t>.</m:t>
                      </m:r>
                    </m:oMath>
                  </m:oMathPara>
                </a14:m>
                <a:endParaRPr lang="es-MX" b="1" dirty="0"/>
              </a:p>
            </p:txBody>
          </p:sp>
        </mc:Choice>
        <mc:Fallback xmlns="">
          <p:sp>
            <p:nvSpPr>
              <p:cNvPr id="41" name="CuadroTexto 40">
                <a:extLst>
                  <a:ext uri="{FF2B5EF4-FFF2-40B4-BE49-F238E27FC236}">
                    <a16:creationId xmlns:a16="http://schemas.microsoft.com/office/drawing/2014/main" id="{C6229748-210A-E7FF-81D4-F825B3C824C9}"/>
                  </a:ext>
                </a:extLst>
              </p:cNvPr>
              <p:cNvSpPr txBox="1">
                <a:spLocks noRot="1" noChangeAspect="1" noMove="1" noResize="1" noEditPoints="1" noAdjustHandles="1" noChangeArrowheads="1" noChangeShapeType="1" noTextEdit="1"/>
              </p:cNvSpPr>
              <p:nvPr/>
            </p:nvSpPr>
            <p:spPr>
              <a:xfrm>
                <a:off x="989163" y="2562192"/>
                <a:ext cx="1568506" cy="276999"/>
              </a:xfrm>
              <a:prstGeom prst="rect">
                <a:avLst/>
              </a:prstGeom>
              <a:blipFill>
                <a:blip r:embed="rId3"/>
                <a:stretch>
                  <a:fillRect l="-2713" b="-17391"/>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D23F78EF-E7CA-7E42-800D-59AC99590315}"/>
                  </a:ext>
                </a:extLst>
              </p:cNvPr>
              <p:cNvSpPr txBox="1"/>
              <p:nvPr/>
            </p:nvSpPr>
            <p:spPr>
              <a:xfrm>
                <a:off x="989163" y="3152001"/>
                <a:ext cx="22095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d>
                        <m:dPr>
                          <m:ctrlPr>
                            <a:rPr lang="es-MX" b="1" i="1" smtClean="0">
                              <a:latin typeface="Cambria Math" panose="02040503050406030204" pitchFamily="18" charset="0"/>
                            </a:rPr>
                          </m:ctrlPr>
                        </m:dPr>
                        <m:e>
                          <m:r>
                            <a:rPr lang="es-MX" b="1" i="1" smtClean="0">
                              <a:latin typeface="Cambria Math" panose="02040503050406030204" pitchFamily="18" charset="0"/>
                            </a:rPr>
                            <m:t>𝒙</m:t>
                          </m:r>
                        </m:e>
                      </m:d>
                      <m:r>
                        <a:rPr lang="es-MX" b="1" i="1" smtClean="0">
                          <a:latin typeface="Cambria Math" panose="02040503050406030204" pitchFamily="18" charset="0"/>
                        </a:rPr>
                        <m:t>=</m:t>
                      </m:r>
                      <m:r>
                        <a:rPr lang="es-MX" b="1" i="1" smtClean="0">
                          <a:latin typeface="Cambria Math" panose="02040503050406030204" pitchFamily="18" charset="0"/>
                        </a:rPr>
                        <m:t>𝒈</m:t>
                      </m:r>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𝟎</m:t>
                          </m:r>
                        </m:sub>
                      </m:sSub>
                      <m:r>
                        <a:rPr lang="es-MX" b="1" i="1" smtClean="0">
                          <a:latin typeface="Cambria Math" panose="02040503050406030204" pitchFamily="18" charset="0"/>
                        </a:rPr>
                        <m:t>+</m:t>
                      </m:r>
                      <m:sSub>
                        <m:sSubPr>
                          <m:ctrlPr>
                            <a:rPr lang="es-MX" b="1" i="1" smtClean="0">
                              <a:latin typeface="Cambria Math" panose="02040503050406030204" pitchFamily="18" charset="0"/>
                            </a:rPr>
                          </m:ctrlPr>
                        </m:sSubPr>
                        <m:e>
                          <m:r>
                            <a:rPr lang="es-MX" b="1" i="1" smtClean="0">
                              <a:latin typeface="Cambria Math" panose="02040503050406030204" pitchFamily="18" charset="0"/>
                              <a:ea typeface="Cambria Math" panose="02040503050406030204" pitchFamily="18" charset="0"/>
                            </a:rPr>
                            <m:t>𝜽</m:t>
                          </m:r>
                        </m:e>
                        <m:sub>
                          <m:r>
                            <a:rPr lang="es-MX" b="1" i="1" smtClean="0">
                              <a:latin typeface="Cambria Math" panose="02040503050406030204" pitchFamily="18" charset="0"/>
                            </a:rPr>
                            <m:t>𝟏</m:t>
                          </m:r>
                        </m:sub>
                      </m:sSub>
                      <m:r>
                        <a:rPr lang="es-MX" b="1" i="1" smtClean="0">
                          <a:latin typeface="Cambria Math" panose="02040503050406030204" pitchFamily="18" charset="0"/>
                        </a:rPr>
                        <m:t>𝒙</m:t>
                      </m:r>
                      <m:r>
                        <a:rPr lang="es-MX" b="1" i="1" smtClean="0">
                          <a:latin typeface="Cambria Math" panose="02040503050406030204" pitchFamily="18" charset="0"/>
                        </a:rPr>
                        <m:t>)</m:t>
                      </m:r>
                    </m:oMath>
                  </m:oMathPara>
                </a14:m>
                <a:endParaRPr lang="es-MX" b="1" dirty="0"/>
              </a:p>
            </p:txBody>
          </p:sp>
        </mc:Choice>
        <mc:Fallback xmlns="">
          <p:sp>
            <p:nvSpPr>
              <p:cNvPr id="42" name="CuadroTexto 41">
                <a:extLst>
                  <a:ext uri="{FF2B5EF4-FFF2-40B4-BE49-F238E27FC236}">
                    <a16:creationId xmlns:a16="http://schemas.microsoft.com/office/drawing/2014/main" id="{D23F78EF-E7CA-7E42-800D-59AC99590315}"/>
                  </a:ext>
                </a:extLst>
              </p:cNvPr>
              <p:cNvSpPr txBox="1">
                <a:spLocks noRot="1" noChangeAspect="1" noMove="1" noResize="1" noEditPoints="1" noAdjustHandles="1" noChangeArrowheads="1" noChangeShapeType="1" noTextEdit="1"/>
              </p:cNvSpPr>
              <p:nvPr/>
            </p:nvSpPr>
            <p:spPr>
              <a:xfrm>
                <a:off x="989163" y="3152001"/>
                <a:ext cx="2209579" cy="276999"/>
              </a:xfrm>
              <a:prstGeom prst="rect">
                <a:avLst/>
              </a:prstGeom>
              <a:blipFill>
                <a:blip r:embed="rId4"/>
                <a:stretch>
                  <a:fillRect l="-2204" r="-3306" b="-34783"/>
                </a:stretch>
              </a:blipFill>
            </p:spPr>
            <p:txBody>
              <a:bodyPr/>
              <a:lstStyle/>
              <a:p>
                <a:r>
                  <a:rPr lang="es-MX">
                    <a:noFill/>
                  </a:rPr>
                  <a:t> </a:t>
                </a:r>
              </a:p>
            </p:txBody>
          </p:sp>
        </mc:Fallback>
      </mc:AlternateContent>
      <p:sp>
        <p:nvSpPr>
          <p:cNvPr id="43" name="CuadroTexto 42">
            <a:extLst>
              <a:ext uri="{FF2B5EF4-FFF2-40B4-BE49-F238E27FC236}">
                <a16:creationId xmlns:a16="http://schemas.microsoft.com/office/drawing/2014/main" id="{81C22C6E-F920-177A-41A6-A2F05A9DE7D0}"/>
              </a:ext>
            </a:extLst>
          </p:cNvPr>
          <p:cNvSpPr txBox="1"/>
          <p:nvPr/>
        </p:nvSpPr>
        <p:spPr>
          <a:xfrm>
            <a:off x="2850891" y="3884010"/>
            <a:ext cx="2101253" cy="584775"/>
          </a:xfrm>
          <a:prstGeom prst="rect">
            <a:avLst/>
          </a:prstGeom>
          <a:noFill/>
        </p:spPr>
        <p:txBody>
          <a:bodyPr wrap="square" rtlCol="0">
            <a:spAutoFit/>
          </a:bodyPr>
          <a:lstStyle/>
          <a:p>
            <a:r>
              <a:rPr lang="es-MX" sz="1600" b="1" dirty="0"/>
              <a:t>Función Sigmoide (logística)</a:t>
            </a:r>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1774BC35-AAEF-C6C5-BDBC-0BAD30F0E50D}"/>
                  </a:ext>
                </a:extLst>
              </p:cNvPr>
              <p:cNvSpPr txBox="1"/>
              <p:nvPr/>
            </p:nvSpPr>
            <p:spPr>
              <a:xfrm>
                <a:off x="989163" y="1963553"/>
                <a:ext cx="18617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tx1"/>
                              </a:solidFill>
                              <a:latin typeface="Cambria Math" panose="02040503050406030204" pitchFamily="18" charset="0"/>
                            </a:rPr>
                          </m:ctrlPr>
                        </m:sSubPr>
                        <m:e>
                          <m:r>
                            <a:rPr lang="es-MX" b="1" i="1" smtClean="0">
                              <a:solidFill>
                                <a:schemeClr val="tx1"/>
                              </a:solidFill>
                              <a:latin typeface="Cambria Math" panose="02040503050406030204" pitchFamily="18" charset="0"/>
                            </a:rPr>
                            <m:t>𝒉</m:t>
                          </m:r>
                        </m:e>
                        <m:sub>
                          <m:r>
                            <a:rPr lang="es-MX" b="1" i="1" smtClean="0">
                              <a:solidFill>
                                <a:schemeClr val="tx1"/>
                              </a:solidFill>
                              <a:latin typeface="Cambria Math" panose="02040503050406030204" pitchFamily="18" charset="0"/>
                              <a:ea typeface="Cambria Math" panose="02040503050406030204" pitchFamily="18" charset="0"/>
                            </a:rPr>
                            <m:t>𝜽</m:t>
                          </m:r>
                        </m:sub>
                      </m:sSub>
                      <m:d>
                        <m:dPr>
                          <m:ctrlPr>
                            <a:rPr lang="es-MX" b="1" i="1" smtClean="0">
                              <a:solidFill>
                                <a:schemeClr val="tx1"/>
                              </a:solidFill>
                              <a:latin typeface="Cambria Math" panose="02040503050406030204" pitchFamily="18" charset="0"/>
                            </a:rPr>
                          </m:ctrlPr>
                        </m:dPr>
                        <m:e>
                          <m:r>
                            <a:rPr lang="es-MX" b="1" i="1" smtClean="0">
                              <a:solidFill>
                                <a:schemeClr val="tx1"/>
                              </a:solidFill>
                              <a:latin typeface="Cambria Math" panose="02040503050406030204" pitchFamily="18" charset="0"/>
                            </a:rPr>
                            <m:t>𝒙</m:t>
                          </m:r>
                        </m:e>
                      </m:d>
                      <m:r>
                        <a:rPr lang="es-MX" b="1" i="1" smtClean="0">
                          <a:solidFill>
                            <a:schemeClr val="tx1"/>
                          </a:solidFill>
                          <a:latin typeface="Cambria Math" panose="02040503050406030204" pitchFamily="18" charset="0"/>
                        </a:rPr>
                        <m:t>=</m:t>
                      </m:r>
                      <m:sSub>
                        <m:sSubPr>
                          <m:ctrlPr>
                            <a:rPr lang="es-MX" b="1" i="1" smtClean="0">
                              <a:solidFill>
                                <a:schemeClr val="tx1"/>
                              </a:solidFill>
                              <a:latin typeface="Cambria Math" panose="02040503050406030204" pitchFamily="18" charset="0"/>
                            </a:rPr>
                          </m:ctrlPr>
                        </m:sSubPr>
                        <m:e>
                          <m:r>
                            <a:rPr lang="es-MX" b="1" i="1" smtClean="0">
                              <a:solidFill>
                                <a:schemeClr val="tx1"/>
                              </a:solidFill>
                              <a:latin typeface="Cambria Math" panose="02040503050406030204" pitchFamily="18" charset="0"/>
                              <a:ea typeface="Cambria Math" panose="02040503050406030204" pitchFamily="18" charset="0"/>
                            </a:rPr>
                            <m:t>𝜽</m:t>
                          </m:r>
                        </m:e>
                        <m:sub>
                          <m:r>
                            <a:rPr lang="es-MX" b="1" i="1" smtClean="0">
                              <a:solidFill>
                                <a:schemeClr val="tx1"/>
                              </a:solidFill>
                              <a:latin typeface="Cambria Math" panose="02040503050406030204" pitchFamily="18" charset="0"/>
                            </a:rPr>
                            <m:t>𝟎</m:t>
                          </m:r>
                        </m:sub>
                      </m:sSub>
                      <m:r>
                        <a:rPr lang="es-MX" b="1" i="1" smtClean="0">
                          <a:solidFill>
                            <a:schemeClr val="tx1"/>
                          </a:solidFill>
                          <a:latin typeface="Cambria Math" panose="02040503050406030204" pitchFamily="18" charset="0"/>
                        </a:rPr>
                        <m:t>+</m:t>
                      </m:r>
                      <m:sSub>
                        <m:sSubPr>
                          <m:ctrlPr>
                            <a:rPr lang="es-MX" b="1" i="1" smtClean="0">
                              <a:solidFill>
                                <a:schemeClr val="tx1"/>
                              </a:solidFill>
                              <a:latin typeface="Cambria Math" panose="02040503050406030204" pitchFamily="18" charset="0"/>
                            </a:rPr>
                          </m:ctrlPr>
                        </m:sSubPr>
                        <m:e>
                          <m:r>
                            <a:rPr lang="es-MX" b="1" i="1" smtClean="0">
                              <a:solidFill>
                                <a:schemeClr val="tx1"/>
                              </a:solidFill>
                              <a:latin typeface="Cambria Math" panose="02040503050406030204" pitchFamily="18" charset="0"/>
                              <a:ea typeface="Cambria Math" panose="02040503050406030204" pitchFamily="18" charset="0"/>
                            </a:rPr>
                            <m:t>𝜽</m:t>
                          </m:r>
                        </m:e>
                        <m:sub>
                          <m:r>
                            <a:rPr lang="es-MX" b="1" i="1" smtClean="0">
                              <a:solidFill>
                                <a:schemeClr val="tx1"/>
                              </a:solidFill>
                              <a:latin typeface="Cambria Math" panose="02040503050406030204" pitchFamily="18" charset="0"/>
                            </a:rPr>
                            <m:t>𝟏</m:t>
                          </m:r>
                        </m:sub>
                      </m:sSub>
                      <m:r>
                        <a:rPr lang="es-MX" b="1" i="1" smtClean="0">
                          <a:solidFill>
                            <a:schemeClr val="tx1"/>
                          </a:solidFill>
                          <a:latin typeface="Cambria Math" panose="02040503050406030204" pitchFamily="18" charset="0"/>
                        </a:rPr>
                        <m:t>𝒙</m:t>
                      </m:r>
                    </m:oMath>
                  </m:oMathPara>
                </a14:m>
                <a:endParaRPr lang="es-MX" b="1" dirty="0">
                  <a:solidFill>
                    <a:schemeClr val="tx1"/>
                  </a:solidFill>
                </a:endParaRPr>
              </a:p>
            </p:txBody>
          </p:sp>
        </mc:Choice>
        <mc:Fallback xmlns="">
          <p:sp>
            <p:nvSpPr>
              <p:cNvPr id="33" name="CuadroTexto 32">
                <a:extLst>
                  <a:ext uri="{FF2B5EF4-FFF2-40B4-BE49-F238E27FC236}">
                    <a16:creationId xmlns:a16="http://schemas.microsoft.com/office/drawing/2014/main" id="{1774BC35-AAEF-C6C5-BDBC-0BAD30F0E50D}"/>
                  </a:ext>
                </a:extLst>
              </p:cNvPr>
              <p:cNvSpPr txBox="1">
                <a:spLocks noRot="1" noChangeAspect="1" noMove="1" noResize="1" noEditPoints="1" noAdjustHandles="1" noChangeArrowheads="1" noChangeShapeType="1" noTextEdit="1"/>
              </p:cNvSpPr>
              <p:nvPr/>
            </p:nvSpPr>
            <p:spPr>
              <a:xfrm>
                <a:off x="989163" y="1963553"/>
                <a:ext cx="1861728" cy="276999"/>
              </a:xfrm>
              <a:prstGeom prst="rect">
                <a:avLst/>
              </a:prstGeom>
              <a:blipFill>
                <a:blip r:embed="rId5"/>
                <a:stretch>
                  <a:fillRect l="-2614" r="-1307" b="-17391"/>
                </a:stretch>
              </a:blipFill>
            </p:spPr>
            <p:txBody>
              <a:bodyPr/>
              <a:lstStyle/>
              <a:p>
                <a:r>
                  <a:rPr lang="es-MX">
                    <a:noFill/>
                  </a:rPr>
                  <a:t> </a:t>
                </a:r>
              </a:p>
            </p:txBody>
          </p:sp>
        </mc:Fallback>
      </mc:AlternateContent>
      <p:pic>
        <p:nvPicPr>
          <p:cNvPr id="45" name="Imagen 44">
            <a:extLst>
              <a:ext uri="{FF2B5EF4-FFF2-40B4-BE49-F238E27FC236}">
                <a16:creationId xmlns:a16="http://schemas.microsoft.com/office/drawing/2014/main" id="{27CE754D-1B5B-828E-79B3-E4BCA52234DA}"/>
              </a:ext>
            </a:extLst>
          </p:cNvPr>
          <p:cNvPicPr>
            <a:picLocks noChangeAspect="1"/>
          </p:cNvPicPr>
          <p:nvPr/>
        </p:nvPicPr>
        <p:blipFill>
          <a:blip r:embed="rId6"/>
          <a:stretch>
            <a:fillRect/>
          </a:stretch>
        </p:blipFill>
        <p:spPr>
          <a:xfrm>
            <a:off x="5122776" y="1027922"/>
            <a:ext cx="5904888" cy="2425259"/>
          </a:xfrm>
          <a:prstGeom prst="rect">
            <a:avLst/>
          </a:prstGeom>
        </p:spPr>
      </p:pic>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2CC7E5AC-F88B-ABF6-F9BD-C8003DD5E1A1}"/>
                  </a:ext>
                </a:extLst>
              </p:cNvPr>
              <p:cNvSpPr txBox="1"/>
              <p:nvPr/>
            </p:nvSpPr>
            <p:spPr>
              <a:xfrm>
                <a:off x="989163" y="3815433"/>
                <a:ext cx="1570109"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rPr>
                        <m:t>𝒈</m:t>
                      </m:r>
                      <m:d>
                        <m:dPr>
                          <m:ctrlPr>
                            <a:rPr lang="es-MX" b="1" i="1" smtClean="0">
                              <a:latin typeface="Cambria Math" panose="02040503050406030204" pitchFamily="18" charset="0"/>
                            </a:rPr>
                          </m:ctrlPr>
                        </m:dPr>
                        <m:e>
                          <m:r>
                            <a:rPr lang="es-MX" b="1" i="1" smtClean="0">
                              <a:latin typeface="Cambria Math" panose="02040503050406030204" pitchFamily="18" charset="0"/>
                            </a:rPr>
                            <m:t>𝒛</m:t>
                          </m:r>
                        </m:e>
                      </m:d>
                      <m:r>
                        <a:rPr lang="es-MX" b="1" i="1" smtClean="0">
                          <a:latin typeface="Cambria Math" panose="02040503050406030204" pitchFamily="18" charset="0"/>
                        </a:rPr>
                        <m:t>=</m:t>
                      </m:r>
                      <m:f>
                        <m:fPr>
                          <m:ctrlPr>
                            <a:rPr lang="es-MX" b="1" i="1" smtClean="0">
                              <a:latin typeface="Cambria Math" panose="02040503050406030204" pitchFamily="18" charset="0"/>
                            </a:rPr>
                          </m:ctrlPr>
                        </m:fPr>
                        <m:num>
                          <m:r>
                            <a:rPr lang="es-MX" b="1" i="1" smtClean="0">
                              <a:latin typeface="Cambria Math" panose="02040503050406030204" pitchFamily="18" charset="0"/>
                            </a:rPr>
                            <m:t>𝟏</m:t>
                          </m:r>
                        </m:num>
                        <m:den>
                          <m:r>
                            <a:rPr lang="es-MX" b="1" i="1" smtClean="0">
                              <a:latin typeface="Cambria Math" panose="02040503050406030204" pitchFamily="18" charset="0"/>
                            </a:rPr>
                            <m:t>𝟏</m:t>
                          </m:r>
                          <m:r>
                            <a:rPr lang="es-MX" b="1" i="1" smtClean="0">
                              <a:latin typeface="Cambria Math" panose="02040503050406030204" pitchFamily="18" charset="0"/>
                            </a:rPr>
                            <m:t>+</m:t>
                          </m:r>
                          <m:sSup>
                            <m:sSupPr>
                              <m:ctrlPr>
                                <a:rPr lang="es-MX" b="1" i="1" smtClean="0">
                                  <a:latin typeface="Cambria Math" panose="02040503050406030204" pitchFamily="18" charset="0"/>
                                </a:rPr>
                              </m:ctrlPr>
                            </m:sSupPr>
                            <m:e>
                              <m:r>
                                <a:rPr lang="es-MX" b="1" i="1" smtClean="0">
                                  <a:latin typeface="Cambria Math" panose="02040503050406030204" pitchFamily="18" charset="0"/>
                                </a:rPr>
                                <m:t>𝒆</m:t>
                              </m:r>
                            </m:e>
                            <m:sup>
                              <m:r>
                                <a:rPr lang="es-MX" b="1" i="1" smtClean="0">
                                  <a:latin typeface="Cambria Math" panose="02040503050406030204" pitchFamily="18" charset="0"/>
                                </a:rPr>
                                <m:t>−</m:t>
                              </m:r>
                              <m:r>
                                <a:rPr lang="es-MX" b="1" i="1" smtClean="0">
                                  <a:latin typeface="Cambria Math" panose="02040503050406030204" pitchFamily="18" charset="0"/>
                                </a:rPr>
                                <m:t>𝒛</m:t>
                              </m:r>
                            </m:sup>
                          </m:sSup>
                        </m:den>
                      </m:f>
                    </m:oMath>
                  </m:oMathPara>
                </a14:m>
                <a:endParaRPr lang="es-MX" b="1" dirty="0"/>
              </a:p>
            </p:txBody>
          </p:sp>
        </mc:Choice>
        <mc:Fallback xmlns="">
          <p:sp>
            <p:nvSpPr>
              <p:cNvPr id="48" name="CuadroTexto 47">
                <a:extLst>
                  <a:ext uri="{FF2B5EF4-FFF2-40B4-BE49-F238E27FC236}">
                    <a16:creationId xmlns:a16="http://schemas.microsoft.com/office/drawing/2014/main" id="{2CC7E5AC-F88B-ABF6-F9BD-C8003DD5E1A1}"/>
                  </a:ext>
                </a:extLst>
              </p:cNvPr>
              <p:cNvSpPr txBox="1">
                <a:spLocks noRot="1" noChangeAspect="1" noMove="1" noResize="1" noEditPoints="1" noAdjustHandles="1" noChangeArrowheads="1" noChangeShapeType="1" noTextEdit="1"/>
              </p:cNvSpPr>
              <p:nvPr/>
            </p:nvSpPr>
            <p:spPr>
              <a:xfrm>
                <a:off x="989163" y="3815433"/>
                <a:ext cx="1570109" cy="525016"/>
              </a:xfrm>
              <a:prstGeom prst="rect">
                <a:avLst/>
              </a:prstGeom>
              <a:blipFill>
                <a:blip r:embed="rId7"/>
                <a:stretch>
                  <a:fillRect/>
                </a:stretch>
              </a:blipFill>
            </p:spPr>
            <p:txBody>
              <a:bodyPr/>
              <a:lstStyle/>
              <a:p>
                <a:r>
                  <a:rPr lang="es-MX">
                    <a:noFill/>
                  </a:rPr>
                  <a:t> </a:t>
                </a:r>
              </a:p>
            </p:txBody>
          </p:sp>
        </mc:Fallback>
      </mc:AlternateContent>
      <p:sp>
        <p:nvSpPr>
          <p:cNvPr id="50" name="CuadroTexto 49">
            <a:extLst>
              <a:ext uri="{FF2B5EF4-FFF2-40B4-BE49-F238E27FC236}">
                <a16:creationId xmlns:a16="http://schemas.microsoft.com/office/drawing/2014/main" id="{1CB9CB26-EE41-447E-5CCB-E339063504BA}"/>
              </a:ext>
            </a:extLst>
          </p:cNvPr>
          <p:cNvSpPr txBox="1"/>
          <p:nvPr/>
        </p:nvSpPr>
        <p:spPr>
          <a:xfrm>
            <a:off x="864674" y="1562001"/>
            <a:ext cx="2945326" cy="338554"/>
          </a:xfrm>
          <a:prstGeom prst="rect">
            <a:avLst/>
          </a:prstGeom>
          <a:noFill/>
        </p:spPr>
        <p:txBody>
          <a:bodyPr wrap="square" rtlCol="0">
            <a:spAutoFit/>
          </a:bodyPr>
          <a:lstStyle/>
          <a:p>
            <a:r>
              <a:rPr lang="es-MX" sz="1600" dirty="0"/>
              <a:t>Construcción del modelo</a:t>
            </a:r>
          </a:p>
        </p:txBody>
      </p: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AF5EF9FB-81D6-8B52-0E3E-FD7460DF4553}"/>
                  </a:ext>
                </a:extLst>
              </p:cNvPr>
              <p:cNvSpPr txBox="1"/>
              <p:nvPr/>
            </p:nvSpPr>
            <p:spPr>
              <a:xfrm>
                <a:off x="989163" y="5118208"/>
                <a:ext cx="2625334" cy="5884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1" i="1" smtClean="0">
                              <a:latin typeface="Cambria Math" panose="02040503050406030204" pitchFamily="18" charset="0"/>
                            </a:rPr>
                          </m:ctrlPr>
                        </m:sSubPr>
                        <m:e>
                          <m:r>
                            <a:rPr lang="es-MX" sz="2000" b="1" i="1" smtClean="0">
                              <a:latin typeface="Cambria Math" panose="02040503050406030204" pitchFamily="18" charset="0"/>
                            </a:rPr>
                            <m:t>𝒉</m:t>
                          </m:r>
                        </m:e>
                        <m:sub>
                          <m:r>
                            <a:rPr lang="es-MX" sz="2000" b="1" i="1" smtClean="0">
                              <a:latin typeface="Cambria Math" panose="02040503050406030204" pitchFamily="18" charset="0"/>
                              <a:ea typeface="Cambria Math" panose="02040503050406030204" pitchFamily="18" charset="0"/>
                            </a:rPr>
                            <m:t>𝜽</m:t>
                          </m:r>
                        </m:sub>
                      </m:sSub>
                      <m:d>
                        <m:dPr>
                          <m:ctrlPr>
                            <a:rPr lang="es-MX" sz="2000" b="1" i="1" smtClean="0">
                              <a:latin typeface="Cambria Math" panose="02040503050406030204" pitchFamily="18" charset="0"/>
                            </a:rPr>
                          </m:ctrlPr>
                        </m:dPr>
                        <m:e>
                          <m:r>
                            <a:rPr lang="es-MX" sz="2000" b="1" i="1" smtClean="0">
                              <a:latin typeface="Cambria Math" panose="02040503050406030204" pitchFamily="18" charset="0"/>
                            </a:rPr>
                            <m:t>𝒙</m:t>
                          </m:r>
                        </m:e>
                      </m:d>
                      <m:r>
                        <a:rPr lang="es-MX" sz="2000" b="1" i="1" smtClean="0">
                          <a:latin typeface="Cambria Math" panose="02040503050406030204" pitchFamily="18" charset="0"/>
                        </a:rPr>
                        <m:t>=</m:t>
                      </m:r>
                      <m:f>
                        <m:fPr>
                          <m:ctrlPr>
                            <a:rPr lang="es-MX" sz="2000" b="1" i="1" smtClean="0">
                              <a:latin typeface="Cambria Math" panose="02040503050406030204" pitchFamily="18" charset="0"/>
                            </a:rPr>
                          </m:ctrlPr>
                        </m:fPr>
                        <m:num>
                          <m:r>
                            <a:rPr lang="es-MX" sz="2000" b="1" i="1" smtClean="0">
                              <a:latin typeface="Cambria Math" panose="02040503050406030204" pitchFamily="18" charset="0"/>
                            </a:rPr>
                            <m:t>𝟏</m:t>
                          </m:r>
                        </m:num>
                        <m:den>
                          <m:r>
                            <a:rPr lang="es-MX" sz="2000" b="1" i="1" smtClean="0">
                              <a:latin typeface="Cambria Math" panose="02040503050406030204" pitchFamily="18" charset="0"/>
                            </a:rPr>
                            <m:t>𝟏</m:t>
                          </m:r>
                          <m:r>
                            <a:rPr lang="es-MX" sz="2000" b="1" i="1" smtClean="0">
                              <a:latin typeface="Cambria Math" panose="02040503050406030204" pitchFamily="18" charset="0"/>
                            </a:rPr>
                            <m:t>+</m:t>
                          </m:r>
                          <m:sSup>
                            <m:sSupPr>
                              <m:ctrlPr>
                                <a:rPr lang="es-MX" sz="2000" b="1" i="1" smtClean="0">
                                  <a:latin typeface="Cambria Math" panose="02040503050406030204" pitchFamily="18" charset="0"/>
                                </a:rPr>
                              </m:ctrlPr>
                            </m:sSupPr>
                            <m:e>
                              <m:r>
                                <a:rPr lang="es-MX" sz="2000" b="1" i="1" smtClean="0">
                                  <a:latin typeface="Cambria Math" panose="02040503050406030204" pitchFamily="18" charset="0"/>
                                </a:rPr>
                                <m:t>𝒆</m:t>
                              </m:r>
                            </m:e>
                            <m:sup>
                              <m:r>
                                <a:rPr lang="es-MX" sz="2000" b="1" i="1" smtClean="0">
                                  <a:latin typeface="Cambria Math" panose="02040503050406030204" pitchFamily="18" charset="0"/>
                                </a:rPr>
                                <m:t>−(</m:t>
                              </m:r>
                              <m:sSub>
                                <m:sSubPr>
                                  <m:ctrlPr>
                                    <a:rPr lang="es-MX" sz="2000" b="1" i="1" smtClean="0">
                                      <a:latin typeface="Cambria Math" panose="02040503050406030204" pitchFamily="18" charset="0"/>
                                    </a:rPr>
                                  </m:ctrlPr>
                                </m:sSubPr>
                                <m:e>
                                  <m:r>
                                    <a:rPr lang="es-MX" sz="2000" b="1" i="1" smtClean="0">
                                      <a:latin typeface="Cambria Math" panose="02040503050406030204" pitchFamily="18" charset="0"/>
                                      <a:ea typeface="Cambria Math" panose="02040503050406030204" pitchFamily="18" charset="0"/>
                                    </a:rPr>
                                    <m:t>𝜽</m:t>
                                  </m:r>
                                </m:e>
                                <m:sub>
                                  <m:r>
                                    <a:rPr lang="es-MX" sz="2000" b="1" i="1" smtClean="0">
                                      <a:latin typeface="Cambria Math" panose="02040503050406030204" pitchFamily="18" charset="0"/>
                                    </a:rPr>
                                    <m:t>𝟎</m:t>
                                  </m:r>
                                </m:sub>
                              </m:sSub>
                              <m:r>
                                <a:rPr lang="es-MX" sz="2000" b="1" i="1" smtClean="0">
                                  <a:latin typeface="Cambria Math" panose="02040503050406030204" pitchFamily="18" charset="0"/>
                                </a:rPr>
                                <m:t>+</m:t>
                              </m:r>
                              <m:sSub>
                                <m:sSubPr>
                                  <m:ctrlPr>
                                    <a:rPr lang="es-MX" sz="2000" b="1" i="1" smtClean="0">
                                      <a:latin typeface="Cambria Math" panose="02040503050406030204" pitchFamily="18" charset="0"/>
                                    </a:rPr>
                                  </m:ctrlPr>
                                </m:sSubPr>
                                <m:e>
                                  <m:r>
                                    <a:rPr lang="es-MX" sz="2000" b="1" i="1" smtClean="0">
                                      <a:latin typeface="Cambria Math" panose="02040503050406030204" pitchFamily="18" charset="0"/>
                                      <a:ea typeface="Cambria Math" panose="02040503050406030204" pitchFamily="18" charset="0"/>
                                    </a:rPr>
                                    <m:t>𝜽</m:t>
                                  </m:r>
                                </m:e>
                                <m:sub>
                                  <m:r>
                                    <a:rPr lang="es-MX" sz="2000" b="1" i="1" smtClean="0">
                                      <a:latin typeface="Cambria Math" panose="02040503050406030204" pitchFamily="18" charset="0"/>
                                    </a:rPr>
                                    <m:t>𝟏</m:t>
                                  </m:r>
                                </m:sub>
                              </m:sSub>
                              <m:r>
                                <a:rPr lang="es-MX" sz="2000" b="1" i="1" smtClean="0">
                                  <a:latin typeface="Cambria Math" panose="02040503050406030204" pitchFamily="18" charset="0"/>
                                </a:rPr>
                                <m:t>𝒙</m:t>
                              </m:r>
                              <m:r>
                                <a:rPr lang="es-MX" sz="2000" b="1" i="1" smtClean="0">
                                  <a:latin typeface="Cambria Math" panose="02040503050406030204" pitchFamily="18" charset="0"/>
                                </a:rPr>
                                <m:t>)</m:t>
                              </m:r>
                            </m:sup>
                          </m:sSup>
                        </m:den>
                      </m:f>
                    </m:oMath>
                  </m:oMathPara>
                </a14:m>
                <a:endParaRPr lang="es-MX" sz="2000" b="1" dirty="0"/>
              </a:p>
            </p:txBody>
          </p:sp>
        </mc:Choice>
        <mc:Fallback xmlns="">
          <p:sp>
            <p:nvSpPr>
              <p:cNvPr id="52" name="CuadroTexto 51">
                <a:extLst>
                  <a:ext uri="{FF2B5EF4-FFF2-40B4-BE49-F238E27FC236}">
                    <a16:creationId xmlns:a16="http://schemas.microsoft.com/office/drawing/2014/main" id="{AF5EF9FB-81D6-8B52-0E3E-FD7460DF4553}"/>
                  </a:ext>
                </a:extLst>
              </p:cNvPr>
              <p:cNvSpPr txBox="1">
                <a:spLocks noRot="1" noChangeAspect="1" noMove="1" noResize="1" noEditPoints="1" noAdjustHandles="1" noChangeArrowheads="1" noChangeShapeType="1" noTextEdit="1"/>
              </p:cNvSpPr>
              <p:nvPr/>
            </p:nvSpPr>
            <p:spPr>
              <a:xfrm>
                <a:off x="989163" y="5118208"/>
                <a:ext cx="2625334" cy="588494"/>
              </a:xfrm>
              <a:prstGeom prst="rect">
                <a:avLst/>
              </a:prstGeom>
              <a:blipFill>
                <a:blip r:embed="rId8"/>
                <a:stretch>
                  <a:fillRect/>
                </a:stretch>
              </a:blipFill>
            </p:spPr>
            <p:txBody>
              <a:bodyPr/>
              <a:lstStyle/>
              <a:p>
                <a:r>
                  <a:rPr lang="es-MX">
                    <a:noFill/>
                  </a:rPr>
                  <a:t> </a:t>
                </a:r>
              </a:p>
            </p:txBody>
          </p:sp>
        </mc:Fallback>
      </mc:AlternateContent>
      <p:pic>
        <p:nvPicPr>
          <p:cNvPr id="55" name="Imagen 54">
            <a:extLst>
              <a:ext uri="{FF2B5EF4-FFF2-40B4-BE49-F238E27FC236}">
                <a16:creationId xmlns:a16="http://schemas.microsoft.com/office/drawing/2014/main" id="{7CF8C4FE-D1C9-FC04-5DE6-1DC52279A465}"/>
              </a:ext>
            </a:extLst>
          </p:cNvPr>
          <p:cNvPicPr>
            <a:picLocks noChangeAspect="1"/>
          </p:cNvPicPr>
          <p:nvPr/>
        </p:nvPicPr>
        <p:blipFill>
          <a:blip r:embed="rId9"/>
          <a:stretch>
            <a:fillRect/>
          </a:stretch>
        </p:blipFill>
        <p:spPr>
          <a:xfrm>
            <a:off x="6096000" y="3708435"/>
            <a:ext cx="4102311" cy="2819545"/>
          </a:xfrm>
          <a:prstGeom prst="rect">
            <a:avLst/>
          </a:prstGeom>
        </p:spPr>
      </p:pic>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36513FF1-37C0-729D-B791-766D5DABC45D}"/>
                  </a:ext>
                </a:extLst>
              </p:cNvPr>
              <p:cNvSpPr txBox="1"/>
              <p:nvPr/>
            </p:nvSpPr>
            <p:spPr>
              <a:xfrm>
                <a:off x="7359898" y="3523769"/>
                <a:ext cx="15745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chemeClr val="accent1"/>
                              </a:solidFill>
                              <a:latin typeface="Cambria Math" panose="02040503050406030204" pitchFamily="18" charset="0"/>
                            </a:rPr>
                          </m:ctrlPr>
                        </m:sSubPr>
                        <m:e>
                          <m:r>
                            <a:rPr lang="es-MX" b="1" i="1" smtClean="0">
                              <a:solidFill>
                                <a:schemeClr val="accent1"/>
                              </a:solidFill>
                              <a:latin typeface="Cambria Math" panose="02040503050406030204" pitchFamily="18" charset="0"/>
                            </a:rPr>
                            <m:t>𝒈</m:t>
                          </m:r>
                          <m:d>
                            <m:dPr>
                              <m:ctrlPr>
                                <a:rPr lang="es-MX" b="1" i="1" smtClean="0">
                                  <a:solidFill>
                                    <a:schemeClr val="accent1"/>
                                  </a:solidFill>
                                  <a:latin typeface="Cambria Math" panose="02040503050406030204" pitchFamily="18" charset="0"/>
                                </a:rPr>
                              </m:ctrlPr>
                            </m:dPr>
                            <m:e>
                              <m:r>
                                <a:rPr lang="es-MX" b="1" i="1" smtClean="0">
                                  <a:solidFill>
                                    <a:schemeClr val="accent1"/>
                                  </a:solidFill>
                                  <a:latin typeface="Cambria Math" panose="02040503050406030204" pitchFamily="18" charset="0"/>
                                </a:rPr>
                                <m:t>𝒛</m:t>
                              </m:r>
                            </m:e>
                          </m:d>
                          <m:r>
                            <a:rPr lang="es-MX" b="1" i="1" smtClean="0">
                              <a:solidFill>
                                <a:schemeClr val="accent1"/>
                              </a:solidFill>
                              <a:latin typeface="Cambria Math" panose="02040503050406030204" pitchFamily="18" charset="0"/>
                            </a:rPr>
                            <m:t>=</m:t>
                          </m:r>
                          <m:r>
                            <a:rPr lang="es-MX" b="1" i="1" smtClean="0">
                              <a:solidFill>
                                <a:schemeClr val="accent1"/>
                              </a:solidFill>
                              <a:latin typeface="Cambria Math" panose="02040503050406030204" pitchFamily="18" charset="0"/>
                            </a:rPr>
                            <m:t>𝒉</m:t>
                          </m:r>
                        </m:e>
                        <m:sub>
                          <m:r>
                            <a:rPr lang="es-MX" b="1" i="1" smtClean="0">
                              <a:solidFill>
                                <a:schemeClr val="accent1"/>
                              </a:solidFill>
                              <a:latin typeface="Cambria Math" panose="02040503050406030204" pitchFamily="18" charset="0"/>
                              <a:ea typeface="Cambria Math" panose="02040503050406030204" pitchFamily="18" charset="0"/>
                            </a:rPr>
                            <m:t>𝜽</m:t>
                          </m:r>
                        </m:sub>
                      </m:sSub>
                      <m:d>
                        <m:dPr>
                          <m:ctrlPr>
                            <a:rPr lang="es-MX" b="1" i="1" smtClean="0">
                              <a:solidFill>
                                <a:schemeClr val="accent1"/>
                              </a:solidFill>
                              <a:latin typeface="Cambria Math" panose="02040503050406030204" pitchFamily="18" charset="0"/>
                            </a:rPr>
                          </m:ctrlPr>
                        </m:dPr>
                        <m:e>
                          <m:r>
                            <a:rPr lang="es-MX" b="1" i="1" smtClean="0">
                              <a:solidFill>
                                <a:schemeClr val="accent1"/>
                              </a:solidFill>
                              <a:latin typeface="Cambria Math" panose="02040503050406030204" pitchFamily="18" charset="0"/>
                            </a:rPr>
                            <m:t>𝒙</m:t>
                          </m:r>
                        </m:e>
                      </m:d>
                    </m:oMath>
                  </m:oMathPara>
                </a14:m>
                <a:endParaRPr lang="es-MX" dirty="0">
                  <a:solidFill>
                    <a:schemeClr val="accent1"/>
                  </a:solidFill>
                </a:endParaRPr>
              </a:p>
            </p:txBody>
          </p:sp>
        </mc:Choice>
        <mc:Fallback xmlns="">
          <p:sp>
            <p:nvSpPr>
              <p:cNvPr id="60" name="CuadroTexto 59">
                <a:extLst>
                  <a:ext uri="{FF2B5EF4-FFF2-40B4-BE49-F238E27FC236}">
                    <a16:creationId xmlns:a16="http://schemas.microsoft.com/office/drawing/2014/main" id="{36513FF1-37C0-729D-B791-766D5DABC45D}"/>
                  </a:ext>
                </a:extLst>
              </p:cNvPr>
              <p:cNvSpPr txBox="1">
                <a:spLocks noRot="1" noChangeAspect="1" noMove="1" noResize="1" noEditPoints="1" noAdjustHandles="1" noChangeArrowheads="1" noChangeShapeType="1" noTextEdit="1"/>
              </p:cNvSpPr>
              <p:nvPr/>
            </p:nvSpPr>
            <p:spPr>
              <a:xfrm>
                <a:off x="7359898" y="3523769"/>
                <a:ext cx="1574514" cy="369332"/>
              </a:xfrm>
              <a:prstGeom prst="rect">
                <a:avLst/>
              </a:prstGeom>
              <a:blipFill>
                <a:blip r:embed="rId10"/>
                <a:stretch>
                  <a:fillRect b="-819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F227AFB0-51FC-3514-2107-D5B609966413}"/>
                  </a:ext>
                </a:extLst>
              </p:cNvPr>
              <p:cNvSpPr txBox="1"/>
              <p:nvPr/>
            </p:nvSpPr>
            <p:spPr>
              <a:xfrm>
                <a:off x="9901305" y="5998129"/>
                <a:ext cx="59401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1" i="1" smtClean="0">
                          <a:solidFill>
                            <a:schemeClr val="accent1"/>
                          </a:solidFill>
                          <a:latin typeface="Cambria Math" panose="02040503050406030204" pitchFamily="18" charset="0"/>
                        </a:rPr>
                        <m:t>𝒛</m:t>
                      </m:r>
                    </m:oMath>
                  </m:oMathPara>
                </a14:m>
                <a:endParaRPr lang="es-MX" dirty="0">
                  <a:solidFill>
                    <a:schemeClr val="accent1"/>
                  </a:solidFill>
                </a:endParaRPr>
              </a:p>
            </p:txBody>
          </p:sp>
        </mc:Choice>
        <mc:Fallback xmlns="">
          <p:sp>
            <p:nvSpPr>
              <p:cNvPr id="61" name="CuadroTexto 60">
                <a:extLst>
                  <a:ext uri="{FF2B5EF4-FFF2-40B4-BE49-F238E27FC236}">
                    <a16:creationId xmlns:a16="http://schemas.microsoft.com/office/drawing/2014/main" id="{F227AFB0-51FC-3514-2107-D5B609966413}"/>
                  </a:ext>
                </a:extLst>
              </p:cNvPr>
              <p:cNvSpPr txBox="1">
                <a:spLocks noRot="1" noChangeAspect="1" noMove="1" noResize="1" noEditPoints="1" noAdjustHandles="1" noChangeArrowheads="1" noChangeShapeType="1" noTextEdit="1"/>
              </p:cNvSpPr>
              <p:nvPr/>
            </p:nvSpPr>
            <p:spPr>
              <a:xfrm>
                <a:off x="9901305" y="5998129"/>
                <a:ext cx="594012" cy="369332"/>
              </a:xfrm>
              <a:prstGeom prst="rect">
                <a:avLst/>
              </a:prstGeom>
              <a:blipFill>
                <a:blip r:embed="rId11"/>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25697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BA008-37CE-5D68-DA04-ED26A0A532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FABE8B-AD65-EA31-804B-176D768A9985}"/>
              </a:ext>
            </a:extLst>
          </p:cNvPr>
          <p:cNvSpPr>
            <a:spLocks noGrp="1"/>
          </p:cNvSpPr>
          <p:nvPr>
            <p:ph type="title"/>
          </p:nvPr>
        </p:nvSpPr>
        <p:spPr>
          <a:xfrm>
            <a:off x="613931" y="54789"/>
            <a:ext cx="10964138" cy="1179576"/>
          </a:xfrm>
        </p:spPr>
        <p:txBody>
          <a:bodyPr>
            <a:normAutofit fontScale="90000"/>
          </a:bodyPr>
          <a:lstStyle/>
          <a:p>
            <a:r>
              <a:rPr lang="es-ES_tradnl" dirty="0"/>
              <a:t>									</a:t>
            </a:r>
            <a:r>
              <a:rPr lang="es-ES_tradnl" sz="2200" dirty="0"/>
              <a:t>Regresión Logística</a:t>
            </a:r>
            <a:br>
              <a:rPr lang="es-ES_tradnl" dirty="0"/>
            </a:br>
            <a:r>
              <a:rPr lang="es-ES_tradnl" dirty="0"/>
              <a:t>Interpretación de la función hipótesis</a:t>
            </a:r>
            <a:r>
              <a:rPr lang="es-ES_tradnl" sz="3100" dirty="0"/>
              <a:t>.</a:t>
            </a:r>
            <a:endParaRPr lang="es-ES_tradnl" dirty="0"/>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5BC622F7-42DF-94D5-A412-72728E2A85BD}"/>
                  </a:ext>
                </a:extLst>
              </p:cNvPr>
              <p:cNvSpPr txBox="1"/>
              <p:nvPr/>
            </p:nvSpPr>
            <p:spPr>
              <a:xfrm>
                <a:off x="1031430" y="3032812"/>
                <a:ext cx="362439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400" b="1" i="1" smtClean="0">
                          <a:latin typeface="Cambria Math" panose="02040503050406030204" pitchFamily="18" charset="0"/>
                        </a:rPr>
                        <m:t>𝑷</m:t>
                      </m:r>
                      <m:r>
                        <a:rPr lang="es-MX" sz="2400" b="1" i="1" smtClean="0">
                          <a:latin typeface="Cambria Math" panose="02040503050406030204" pitchFamily="18" charset="0"/>
                        </a:rPr>
                        <m:t>(</m:t>
                      </m:r>
                      <m:d>
                        <m:dPr>
                          <m:ctrlPr>
                            <a:rPr lang="es-MX" sz="2400" b="1" i="1" smtClean="0">
                              <a:latin typeface="Cambria Math" panose="02040503050406030204" pitchFamily="18" charset="0"/>
                            </a:rPr>
                          </m:ctrlPr>
                        </m:dPr>
                        <m:e>
                          <m:r>
                            <a:rPr lang="es-MX" sz="2400" b="1" i="1" smtClean="0">
                              <a:latin typeface="Cambria Math" panose="02040503050406030204" pitchFamily="18" charset="0"/>
                            </a:rPr>
                            <m:t>𝒚</m:t>
                          </m:r>
                          <m:r>
                            <a:rPr lang="es-MX" sz="2400" b="1" i="1" smtClean="0">
                              <a:latin typeface="Cambria Math" panose="02040503050406030204" pitchFamily="18" charset="0"/>
                            </a:rPr>
                            <m:t>=</m:t>
                          </m:r>
                          <m:r>
                            <a:rPr lang="es-MX" sz="2400" b="1" i="1" smtClean="0">
                              <a:latin typeface="Cambria Math" panose="02040503050406030204" pitchFamily="18" charset="0"/>
                            </a:rPr>
                            <m:t>𝟎</m:t>
                          </m:r>
                        </m:e>
                      </m:d>
                      <m:r>
                        <a:rPr lang="es-MX" sz="2400" b="1" i="1" smtClean="0">
                          <a:latin typeface="Cambria Math" panose="02040503050406030204" pitchFamily="18" charset="0"/>
                        </a:rPr>
                        <m:t>+</m:t>
                      </m:r>
                      <m:r>
                        <a:rPr lang="es-MX" sz="2400" b="1" i="1" smtClean="0">
                          <a:latin typeface="Cambria Math" panose="02040503050406030204" pitchFamily="18" charset="0"/>
                        </a:rPr>
                        <m:t>𝑷</m:t>
                      </m:r>
                      <m:d>
                        <m:dPr>
                          <m:ctrlPr>
                            <a:rPr lang="es-MX" sz="2400" b="1" i="1" smtClean="0">
                              <a:latin typeface="Cambria Math" panose="02040503050406030204" pitchFamily="18" charset="0"/>
                            </a:rPr>
                          </m:ctrlPr>
                        </m:dPr>
                        <m:e>
                          <m:r>
                            <a:rPr lang="es-MX" sz="2400" b="1" i="1" smtClean="0">
                              <a:latin typeface="Cambria Math" panose="02040503050406030204" pitchFamily="18" charset="0"/>
                            </a:rPr>
                            <m:t>𝒚</m:t>
                          </m:r>
                          <m:r>
                            <a:rPr lang="es-MX" sz="2400" b="1" i="1" smtClean="0">
                              <a:latin typeface="Cambria Math" panose="02040503050406030204" pitchFamily="18" charset="0"/>
                            </a:rPr>
                            <m:t>=</m:t>
                          </m:r>
                          <m:r>
                            <a:rPr lang="es-MX" sz="2400" b="1" i="1" smtClean="0">
                              <a:latin typeface="Cambria Math" panose="02040503050406030204" pitchFamily="18" charset="0"/>
                            </a:rPr>
                            <m:t>𝟏</m:t>
                          </m:r>
                        </m:e>
                      </m:d>
                      <m:r>
                        <a:rPr lang="es-MX" sz="2400" b="1" i="1" smtClean="0">
                          <a:latin typeface="Cambria Math" panose="02040503050406030204" pitchFamily="18" charset="0"/>
                        </a:rPr>
                        <m:t>=</m:t>
                      </m:r>
                      <m:r>
                        <a:rPr lang="es-MX" sz="2400" b="1" i="1" smtClean="0">
                          <a:latin typeface="Cambria Math" panose="02040503050406030204" pitchFamily="18" charset="0"/>
                        </a:rPr>
                        <m:t>𝟏</m:t>
                      </m:r>
                    </m:oMath>
                  </m:oMathPara>
                </a14:m>
                <a:endParaRPr lang="es-MX" sz="2400" b="1" dirty="0"/>
              </a:p>
            </p:txBody>
          </p:sp>
        </mc:Choice>
        <mc:Fallback xmlns="">
          <p:sp>
            <p:nvSpPr>
              <p:cNvPr id="41" name="CuadroTexto 40">
                <a:extLst>
                  <a:ext uri="{FF2B5EF4-FFF2-40B4-BE49-F238E27FC236}">
                    <a16:creationId xmlns:a16="http://schemas.microsoft.com/office/drawing/2014/main" id="{5BC622F7-42DF-94D5-A412-72728E2A85BD}"/>
                  </a:ext>
                </a:extLst>
              </p:cNvPr>
              <p:cNvSpPr txBox="1">
                <a:spLocks noRot="1" noChangeAspect="1" noMove="1" noResize="1" noEditPoints="1" noAdjustHandles="1" noChangeArrowheads="1" noChangeShapeType="1" noTextEdit="1"/>
              </p:cNvSpPr>
              <p:nvPr/>
            </p:nvSpPr>
            <p:spPr>
              <a:xfrm>
                <a:off x="1031430" y="3032812"/>
                <a:ext cx="3624390" cy="369332"/>
              </a:xfrm>
              <a:prstGeom prst="rect">
                <a:avLst/>
              </a:prstGeom>
              <a:blipFill>
                <a:blip r:embed="rId3"/>
                <a:stretch>
                  <a:fillRect l="-1345" r="-1513" b="-35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59C2F2B8-8890-775B-8A56-3696125D0DE7}"/>
                  </a:ext>
                </a:extLst>
              </p:cNvPr>
              <p:cNvSpPr txBox="1"/>
              <p:nvPr/>
            </p:nvSpPr>
            <p:spPr>
              <a:xfrm>
                <a:off x="1031430" y="1400960"/>
                <a:ext cx="5234062" cy="706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rPr>
                            <m:t>𝒉</m:t>
                          </m:r>
                        </m:e>
                        <m:sub>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sub>
                      </m:sSub>
                      <m:d>
                        <m:dPr>
                          <m:ctrlPr>
                            <a:rPr lang="es-MX" sz="2400" b="1" i="1" smtClean="0">
                              <a:solidFill>
                                <a:schemeClr val="accent6">
                                  <a:lumMod val="75000"/>
                                </a:schemeClr>
                              </a:solidFill>
                              <a:latin typeface="Cambria Math" panose="02040503050406030204" pitchFamily="18" charset="0"/>
                            </a:rPr>
                          </m:ctrlPr>
                        </m:dPr>
                        <m:e>
                          <m:r>
                            <a:rPr lang="es-MX" sz="2400" b="1" i="1" smtClean="0">
                              <a:solidFill>
                                <a:schemeClr val="accent6">
                                  <a:lumMod val="75000"/>
                                </a:schemeClr>
                              </a:solidFill>
                              <a:latin typeface="Cambria Math" panose="02040503050406030204" pitchFamily="18" charset="0"/>
                            </a:rPr>
                            <m:t>𝒙</m:t>
                          </m:r>
                        </m:e>
                      </m:d>
                      <m:r>
                        <a:rPr lang="es-MX" sz="2400" b="1" i="1" smtClean="0">
                          <a:solidFill>
                            <a:schemeClr val="accent6">
                              <a:lumMod val="75000"/>
                            </a:schemeClr>
                          </a:solidFill>
                          <a:latin typeface="Cambria Math" panose="02040503050406030204" pitchFamily="18" charset="0"/>
                        </a:rPr>
                        <m:t>=</m:t>
                      </m:r>
                      <m:r>
                        <a:rPr lang="es-MX" sz="2400" b="1" i="1" smtClean="0">
                          <a:solidFill>
                            <a:schemeClr val="accent6">
                              <a:lumMod val="75000"/>
                            </a:schemeClr>
                          </a:solidFill>
                          <a:latin typeface="Cambria Math" panose="02040503050406030204" pitchFamily="18" charset="0"/>
                        </a:rPr>
                        <m:t>𝒈</m:t>
                      </m:r>
                      <m:d>
                        <m:dPr>
                          <m:ctrlPr>
                            <a:rPr lang="es-MX" sz="2400" b="1" i="1" smtClean="0">
                              <a:solidFill>
                                <a:schemeClr val="accent6">
                                  <a:lumMod val="75000"/>
                                </a:schemeClr>
                              </a:solidFill>
                              <a:latin typeface="Cambria Math" panose="02040503050406030204" pitchFamily="18" charset="0"/>
                            </a:rPr>
                          </m:ctrlPr>
                        </m:dPr>
                        <m:e>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smtClean="0">
                                  <a:solidFill>
                                    <a:schemeClr val="accent6">
                                      <a:lumMod val="75000"/>
                                    </a:schemeClr>
                                  </a:solidFill>
                                  <a:latin typeface="Cambria Math" panose="02040503050406030204" pitchFamily="18" charset="0"/>
                                </a:rPr>
                                <m:t>𝟎</m:t>
                              </m:r>
                            </m:sub>
                          </m:sSub>
                          <m:r>
                            <a:rPr lang="es-MX" sz="2400" b="1" i="1" smtClean="0">
                              <a:solidFill>
                                <a:schemeClr val="accent6">
                                  <a:lumMod val="75000"/>
                                </a:schemeClr>
                              </a:solidFill>
                              <a:latin typeface="Cambria Math" panose="02040503050406030204" pitchFamily="18" charset="0"/>
                            </a:rPr>
                            <m:t>+</m:t>
                          </m:r>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smtClean="0">
                                  <a:solidFill>
                                    <a:schemeClr val="accent6">
                                      <a:lumMod val="75000"/>
                                    </a:schemeClr>
                                  </a:solidFill>
                                  <a:latin typeface="Cambria Math" panose="02040503050406030204" pitchFamily="18" charset="0"/>
                                </a:rPr>
                                <m:t>𝟏</m:t>
                              </m:r>
                            </m:sub>
                          </m:sSub>
                          <m:r>
                            <a:rPr lang="es-MX" sz="2400" b="1" i="1" smtClean="0">
                              <a:solidFill>
                                <a:schemeClr val="accent6">
                                  <a:lumMod val="75000"/>
                                </a:schemeClr>
                              </a:solidFill>
                              <a:latin typeface="Cambria Math" panose="02040503050406030204" pitchFamily="18" charset="0"/>
                            </a:rPr>
                            <m:t>𝒙</m:t>
                          </m:r>
                        </m:e>
                      </m:d>
                      <m:r>
                        <a:rPr lang="es-MX" sz="2400" b="1" i="1" smtClean="0">
                          <a:solidFill>
                            <a:schemeClr val="accent6">
                              <a:lumMod val="75000"/>
                            </a:schemeClr>
                          </a:solidFill>
                          <a:latin typeface="Cambria Math" panose="02040503050406030204" pitchFamily="18" charset="0"/>
                        </a:rPr>
                        <m:t>=</m:t>
                      </m:r>
                      <m:f>
                        <m:fPr>
                          <m:ctrlPr>
                            <a:rPr lang="es-MX" sz="2400" b="1" i="1">
                              <a:solidFill>
                                <a:schemeClr val="accent6">
                                  <a:lumMod val="75000"/>
                                </a:schemeClr>
                              </a:solidFill>
                              <a:latin typeface="Cambria Math" panose="02040503050406030204" pitchFamily="18" charset="0"/>
                            </a:rPr>
                          </m:ctrlPr>
                        </m:fPr>
                        <m:num>
                          <m:r>
                            <a:rPr lang="es-MX" sz="2400" b="1" i="1">
                              <a:solidFill>
                                <a:schemeClr val="accent6">
                                  <a:lumMod val="75000"/>
                                </a:schemeClr>
                              </a:solidFill>
                              <a:latin typeface="Cambria Math" panose="02040503050406030204" pitchFamily="18" charset="0"/>
                            </a:rPr>
                            <m:t>𝟏</m:t>
                          </m:r>
                        </m:num>
                        <m:den>
                          <m:r>
                            <a:rPr lang="es-MX" sz="2400" b="1" i="1">
                              <a:solidFill>
                                <a:schemeClr val="accent6">
                                  <a:lumMod val="75000"/>
                                </a:schemeClr>
                              </a:solidFill>
                              <a:latin typeface="Cambria Math" panose="02040503050406030204" pitchFamily="18" charset="0"/>
                            </a:rPr>
                            <m:t>𝟏</m:t>
                          </m:r>
                          <m:r>
                            <a:rPr lang="es-MX" sz="2400" b="1" i="1">
                              <a:solidFill>
                                <a:schemeClr val="accent6">
                                  <a:lumMod val="75000"/>
                                </a:schemeClr>
                              </a:solidFill>
                              <a:latin typeface="Cambria Math" panose="02040503050406030204" pitchFamily="18" charset="0"/>
                            </a:rPr>
                            <m:t>+</m:t>
                          </m:r>
                          <m:sSup>
                            <m:sSupPr>
                              <m:ctrlPr>
                                <a:rPr lang="es-MX" sz="2400" b="1" i="1">
                                  <a:solidFill>
                                    <a:schemeClr val="accent6">
                                      <a:lumMod val="75000"/>
                                    </a:schemeClr>
                                  </a:solidFill>
                                  <a:latin typeface="Cambria Math" panose="02040503050406030204" pitchFamily="18" charset="0"/>
                                </a:rPr>
                              </m:ctrlPr>
                            </m:sSupPr>
                            <m:e>
                              <m:r>
                                <a:rPr lang="es-MX" sz="2400" b="1" i="1">
                                  <a:solidFill>
                                    <a:schemeClr val="accent6">
                                      <a:lumMod val="75000"/>
                                    </a:schemeClr>
                                  </a:solidFill>
                                  <a:latin typeface="Cambria Math" panose="02040503050406030204" pitchFamily="18" charset="0"/>
                                </a:rPr>
                                <m:t>𝒆</m:t>
                              </m:r>
                            </m:e>
                            <m:sup>
                              <m:r>
                                <a:rPr lang="es-MX" sz="2400" b="1" i="1">
                                  <a:solidFill>
                                    <a:schemeClr val="accent6">
                                      <a:lumMod val="75000"/>
                                    </a:schemeClr>
                                  </a:solidFill>
                                  <a:latin typeface="Cambria Math" panose="02040503050406030204" pitchFamily="18" charset="0"/>
                                </a:rPr>
                                <m:t>−(</m:t>
                              </m:r>
                              <m:sSub>
                                <m:sSubPr>
                                  <m:ctrlPr>
                                    <a:rPr lang="es-MX" sz="2400" b="1" i="1">
                                      <a:solidFill>
                                        <a:schemeClr val="accent6">
                                          <a:lumMod val="75000"/>
                                        </a:schemeClr>
                                      </a:solidFill>
                                      <a:latin typeface="Cambria Math" panose="02040503050406030204" pitchFamily="18" charset="0"/>
                                    </a:rPr>
                                  </m:ctrlPr>
                                </m:sSubPr>
                                <m:e>
                                  <m:r>
                                    <a:rPr lang="es-MX" sz="2400" b="1" i="1">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a:solidFill>
                                        <a:schemeClr val="accent6">
                                          <a:lumMod val="75000"/>
                                        </a:schemeClr>
                                      </a:solidFill>
                                      <a:latin typeface="Cambria Math" panose="02040503050406030204" pitchFamily="18" charset="0"/>
                                    </a:rPr>
                                    <m:t>𝟎</m:t>
                                  </m:r>
                                </m:sub>
                              </m:sSub>
                              <m:r>
                                <a:rPr lang="es-MX" sz="2400" b="1" i="1">
                                  <a:solidFill>
                                    <a:schemeClr val="accent6">
                                      <a:lumMod val="75000"/>
                                    </a:schemeClr>
                                  </a:solidFill>
                                  <a:latin typeface="Cambria Math" panose="02040503050406030204" pitchFamily="18" charset="0"/>
                                </a:rPr>
                                <m:t>+</m:t>
                              </m:r>
                              <m:sSub>
                                <m:sSubPr>
                                  <m:ctrlPr>
                                    <a:rPr lang="es-MX" sz="2400" b="1" i="1">
                                      <a:solidFill>
                                        <a:schemeClr val="accent6">
                                          <a:lumMod val="75000"/>
                                        </a:schemeClr>
                                      </a:solidFill>
                                      <a:latin typeface="Cambria Math" panose="02040503050406030204" pitchFamily="18" charset="0"/>
                                    </a:rPr>
                                  </m:ctrlPr>
                                </m:sSubPr>
                                <m:e>
                                  <m:r>
                                    <a:rPr lang="es-MX" sz="2400" b="1" i="1">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a:solidFill>
                                        <a:schemeClr val="accent6">
                                          <a:lumMod val="75000"/>
                                        </a:schemeClr>
                                      </a:solidFill>
                                      <a:latin typeface="Cambria Math" panose="02040503050406030204" pitchFamily="18" charset="0"/>
                                    </a:rPr>
                                    <m:t>𝟏</m:t>
                                  </m:r>
                                </m:sub>
                              </m:sSub>
                              <m:r>
                                <a:rPr lang="es-MX" sz="2400" b="1" i="1">
                                  <a:solidFill>
                                    <a:schemeClr val="accent6">
                                      <a:lumMod val="75000"/>
                                    </a:schemeClr>
                                  </a:solidFill>
                                  <a:latin typeface="Cambria Math" panose="02040503050406030204" pitchFamily="18" charset="0"/>
                                </a:rPr>
                                <m:t>𝒙</m:t>
                              </m:r>
                              <m:r>
                                <a:rPr lang="es-MX" sz="2400" b="1" i="1">
                                  <a:solidFill>
                                    <a:schemeClr val="accent6">
                                      <a:lumMod val="75000"/>
                                    </a:schemeClr>
                                  </a:solidFill>
                                  <a:latin typeface="Cambria Math" panose="02040503050406030204" pitchFamily="18" charset="0"/>
                                </a:rPr>
                                <m:t>)</m:t>
                              </m:r>
                            </m:sup>
                          </m:sSup>
                        </m:den>
                      </m:f>
                    </m:oMath>
                  </m:oMathPara>
                </a14:m>
                <a:endParaRPr lang="es-MX" sz="2400" b="1" dirty="0"/>
              </a:p>
            </p:txBody>
          </p:sp>
        </mc:Choice>
        <mc:Fallback xmlns="">
          <p:sp>
            <p:nvSpPr>
              <p:cNvPr id="42" name="CuadroTexto 41">
                <a:extLst>
                  <a:ext uri="{FF2B5EF4-FFF2-40B4-BE49-F238E27FC236}">
                    <a16:creationId xmlns:a16="http://schemas.microsoft.com/office/drawing/2014/main" id="{59C2F2B8-8890-775B-8A56-3696125D0DE7}"/>
                  </a:ext>
                </a:extLst>
              </p:cNvPr>
              <p:cNvSpPr txBox="1">
                <a:spLocks noRot="1" noChangeAspect="1" noMove="1" noResize="1" noEditPoints="1" noAdjustHandles="1" noChangeArrowheads="1" noChangeShapeType="1" noTextEdit="1"/>
              </p:cNvSpPr>
              <p:nvPr/>
            </p:nvSpPr>
            <p:spPr>
              <a:xfrm>
                <a:off x="1031430" y="1400960"/>
                <a:ext cx="5234062" cy="706219"/>
              </a:xfrm>
              <a:prstGeom prst="rect">
                <a:avLst/>
              </a:prstGeom>
              <a:blipFill>
                <a:blip r:embed="rId4"/>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1A0F5911-C33C-76E0-2AA8-62DD7AE7726D}"/>
                  </a:ext>
                </a:extLst>
              </p:cNvPr>
              <p:cNvSpPr txBox="1"/>
              <p:nvPr/>
            </p:nvSpPr>
            <p:spPr>
              <a:xfrm>
                <a:off x="1031430" y="2496885"/>
                <a:ext cx="877099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b="1" i="1" smtClean="0">
                              <a:solidFill>
                                <a:schemeClr val="tx1"/>
                              </a:solidFill>
                              <a:latin typeface="Cambria Math" panose="02040503050406030204" pitchFamily="18" charset="0"/>
                            </a:rPr>
                          </m:ctrlPr>
                        </m:sSubPr>
                        <m:e>
                          <m:r>
                            <a:rPr lang="es-MX" sz="2400" b="1" i="1" smtClean="0">
                              <a:solidFill>
                                <a:schemeClr val="tx1"/>
                              </a:solidFill>
                              <a:latin typeface="Cambria Math" panose="02040503050406030204" pitchFamily="18" charset="0"/>
                            </a:rPr>
                            <m:t>𝒉</m:t>
                          </m:r>
                        </m:e>
                        <m:sub>
                          <m:r>
                            <a:rPr lang="es-MX" sz="2400" b="1" i="1" smtClean="0">
                              <a:solidFill>
                                <a:schemeClr val="tx1"/>
                              </a:solidFill>
                              <a:latin typeface="Cambria Math" panose="02040503050406030204" pitchFamily="18" charset="0"/>
                              <a:ea typeface="Cambria Math" panose="02040503050406030204" pitchFamily="18" charset="0"/>
                            </a:rPr>
                            <m:t>𝜽</m:t>
                          </m:r>
                        </m:sub>
                      </m:sSub>
                      <m:d>
                        <m:dPr>
                          <m:ctrlPr>
                            <a:rPr lang="es-MX" sz="2400" b="1" i="1" smtClean="0">
                              <a:solidFill>
                                <a:schemeClr val="tx1"/>
                              </a:solidFill>
                              <a:latin typeface="Cambria Math" panose="02040503050406030204" pitchFamily="18" charset="0"/>
                            </a:rPr>
                          </m:ctrlPr>
                        </m:dPr>
                        <m:e>
                          <m:r>
                            <a:rPr lang="es-MX" sz="2400" b="1" i="1" smtClean="0">
                              <a:solidFill>
                                <a:schemeClr val="tx1"/>
                              </a:solidFill>
                              <a:latin typeface="Cambria Math" panose="02040503050406030204" pitchFamily="18" charset="0"/>
                            </a:rPr>
                            <m:t>𝒙</m:t>
                          </m:r>
                        </m:e>
                      </m:d>
                      <m:r>
                        <a:rPr lang="es-MX" sz="2400" b="1" i="1" smtClean="0">
                          <a:solidFill>
                            <a:schemeClr val="tx1"/>
                          </a:solidFill>
                          <a:latin typeface="Cambria Math" panose="02040503050406030204" pitchFamily="18" charset="0"/>
                        </a:rPr>
                        <m:t>=</m:t>
                      </m:r>
                      <m:r>
                        <a:rPr lang="es-MX" sz="2400" b="1" i="1" smtClean="0">
                          <a:solidFill>
                            <a:schemeClr val="tx1"/>
                          </a:solidFill>
                          <a:latin typeface="Cambria Math" panose="02040503050406030204" pitchFamily="18" charset="0"/>
                        </a:rPr>
                        <m:t>𝒑𝒓𝒐𝒃𝒂𝒃𝒊𝒍𝒊𝒅𝒂𝒅</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𝒅𝒆</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𝒒𝒖𝒆</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𝒚</m:t>
                      </m:r>
                      <m:r>
                        <a:rPr lang="es-MX" sz="2400" b="1" i="1" smtClean="0">
                          <a:solidFill>
                            <a:schemeClr val="tx1"/>
                          </a:solidFill>
                          <a:latin typeface="Cambria Math" panose="02040503050406030204" pitchFamily="18" charset="0"/>
                        </a:rPr>
                        <m:t>=</m:t>
                      </m:r>
                      <m:r>
                        <a:rPr lang="es-MX" sz="2400" b="1" i="1" smtClean="0">
                          <a:solidFill>
                            <a:schemeClr val="tx1"/>
                          </a:solidFill>
                          <a:latin typeface="Cambria Math" panose="02040503050406030204" pitchFamily="18" charset="0"/>
                        </a:rPr>
                        <m:t>𝟏</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𝒑𝒂𝒓𝒂</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𝒄𝒂𝒅𝒂</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𝒆𝒏𝒕𝒓𝒂𝒅𝒂</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𝒅𝒆</m:t>
                      </m:r>
                      <m:r>
                        <a:rPr lang="es-MX" sz="2400" b="1" i="1" smtClean="0">
                          <a:solidFill>
                            <a:schemeClr val="tx1"/>
                          </a:solidFill>
                          <a:latin typeface="Cambria Math" panose="02040503050406030204" pitchFamily="18" charset="0"/>
                        </a:rPr>
                        <m:t> </m:t>
                      </m:r>
                      <m:r>
                        <a:rPr lang="es-MX" sz="2400" b="1" i="1" smtClean="0">
                          <a:solidFill>
                            <a:schemeClr val="tx1"/>
                          </a:solidFill>
                          <a:latin typeface="Cambria Math" panose="02040503050406030204" pitchFamily="18" charset="0"/>
                        </a:rPr>
                        <m:t>𝒙</m:t>
                      </m:r>
                    </m:oMath>
                  </m:oMathPara>
                </a14:m>
                <a:endParaRPr lang="es-MX" sz="2400" b="1" dirty="0">
                  <a:solidFill>
                    <a:schemeClr val="tx1"/>
                  </a:solidFill>
                </a:endParaRPr>
              </a:p>
            </p:txBody>
          </p:sp>
        </mc:Choice>
        <mc:Fallback xmlns="">
          <p:sp>
            <p:nvSpPr>
              <p:cNvPr id="33" name="CuadroTexto 32">
                <a:extLst>
                  <a:ext uri="{FF2B5EF4-FFF2-40B4-BE49-F238E27FC236}">
                    <a16:creationId xmlns:a16="http://schemas.microsoft.com/office/drawing/2014/main" id="{1A0F5911-C33C-76E0-2AA8-62DD7AE7726D}"/>
                  </a:ext>
                </a:extLst>
              </p:cNvPr>
              <p:cNvSpPr txBox="1">
                <a:spLocks noRot="1" noChangeAspect="1" noMove="1" noResize="1" noEditPoints="1" noAdjustHandles="1" noChangeArrowheads="1" noChangeShapeType="1" noTextEdit="1"/>
              </p:cNvSpPr>
              <p:nvPr/>
            </p:nvSpPr>
            <p:spPr>
              <a:xfrm>
                <a:off x="1031430" y="2496885"/>
                <a:ext cx="8770991" cy="369332"/>
              </a:xfrm>
              <a:prstGeom prst="rect">
                <a:avLst/>
              </a:prstGeom>
              <a:blipFill>
                <a:blip r:embed="rId5"/>
                <a:stretch>
                  <a:fillRect l="-347" t="-3333" b="-3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ABF0823-0278-6935-A823-1967BB522589}"/>
                  </a:ext>
                </a:extLst>
              </p:cNvPr>
              <p:cNvSpPr txBox="1"/>
              <p:nvPr/>
            </p:nvSpPr>
            <p:spPr>
              <a:xfrm>
                <a:off x="1041593" y="5095433"/>
                <a:ext cx="29552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400" b="1" i="1" smtClean="0">
                          <a:solidFill>
                            <a:srgbClr val="FFC000"/>
                          </a:solidFill>
                          <a:latin typeface="Cambria Math" panose="02040503050406030204" pitchFamily="18" charset="0"/>
                        </a:rPr>
                        <m:t>𝒚</m:t>
                      </m:r>
                      <m:r>
                        <a:rPr lang="es-MX" sz="2400" b="1" i="1" smtClean="0">
                          <a:solidFill>
                            <a:srgbClr val="FFC000"/>
                          </a:solidFill>
                          <a:latin typeface="Cambria Math" panose="02040503050406030204" pitchFamily="18" charset="0"/>
                        </a:rPr>
                        <m:t>=</m:t>
                      </m:r>
                      <m:r>
                        <a:rPr lang="es-MX" sz="2400" b="1" i="1" smtClean="0">
                          <a:solidFill>
                            <a:srgbClr val="FFC000"/>
                          </a:solidFill>
                          <a:latin typeface="Cambria Math" panose="02040503050406030204" pitchFamily="18" charset="0"/>
                        </a:rPr>
                        <m:t>𝟏</m:t>
                      </m:r>
                      <m:r>
                        <a:rPr lang="es-MX" sz="2400" b="1" i="1" smtClean="0">
                          <a:solidFill>
                            <a:srgbClr val="FFC000"/>
                          </a:solidFill>
                          <a:latin typeface="Cambria Math" panose="02040503050406030204" pitchFamily="18" charset="0"/>
                        </a:rPr>
                        <m:t>, </m:t>
                      </m:r>
                      <m:r>
                        <a:rPr lang="es-MX" sz="2400" b="1" i="1" smtClean="0">
                          <a:solidFill>
                            <a:srgbClr val="FFC000"/>
                          </a:solidFill>
                          <a:latin typeface="Cambria Math" panose="02040503050406030204" pitchFamily="18" charset="0"/>
                        </a:rPr>
                        <m:t>𝒔𝒊</m:t>
                      </m:r>
                      <m:r>
                        <a:rPr lang="es-MX" sz="2400" b="1" i="1" smtClean="0">
                          <a:solidFill>
                            <a:srgbClr val="FFC000"/>
                          </a:solidFill>
                          <a:latin typeface="Cambria Math" panose="02040503050406030204" pitchFamily="18" charset="0"/>
                        </a:rPr>
                        <m:t> </m:t>
                      </m:r>
                      <m:sSub>
                        <m:sSubPr>
                          <m:ctrlPr>
                            <a:rPr lang="es-MX" sz="2400" b="1" i="1" smtClean="0">
                              <a:solidFill>
                                <a:srgbClr val="FFC000"/>
                              </a:solidFill>
                              <a:latin typeface="Cambria Math" panose="02040503050406030204" pitchFamily="18" charset="0"/>
                            </a:rPr>
                          </m:ctrlPr>
                        </m:sSubPr>
                        <m:e>
                          <m:r>
                            <a:rPr lang="es-MX" sz="2400" b="1" i="1" smtClean="0">
                              <a:solidFill>
                                <a:srgbClr val="FFC000"/>
                              </a:solidFill>
                              <a:latin typeface="Cambria Math" panose="02040503050406030204" pitchFamily="18" charset="0"/>
                            </a:rPr>
                            <m:t>𝒉</m:t>
                          </m:r>
                        </m:e>
                        <m:sub>
                          <m:r>
                            <a:rPr lang="es-MX" sz="2400" b="1" i="1" smtClean="0">
                              <a:solidFill>
                                <a:srgbClr val="FFC000"/>
                              </a:solidFill>
                              <a:latin typeface="Cambria Math" panose="02040503050406030204" pitchFamily="18" charset="0"/>
                              <a:ea typeface="Cambria Math" panose="02040503050406030204" pitchFamily="18" charset="0"/>
                            </a:rPr>
                            <m:t>𝜽</m:t>
                          </m:r>
                        </m:sub>
                      </m:sSub>
                      <m:d>
                        <m:dPr>
                          <m:ctrlPr>
                            <a:rPr lang="es-MX" sz="2400" b="1" i="1" smtClean="0">
                              <a:solidFill>
                                <a:srgbClr val="FFC000"/>
                              </a:solidFill>
                              <a:latin typeface="Cambria Math" panose="02040503050406030204" pitchFamily="18" charset="0"/>
                            </a:rPr>
                          </m:ctrlPr>
                        </m:dPr>
                        <m:e>
                          <m:r>
                            <a:rPr lang="es-MX" sz="2400" b="1" i="1" smtClean="0">
                              <a:solidFill>
                                <a:srgbClr val="FFC000"/>
                              </a:solidFill>
                              <a:latin typeface="Cambria Math" panose="02040503050406030204" pitchFamily="18" charset="0"/>
                            </a:rPr>
                            <m:t>𝒙</m:t>
                          </m:r>
                        </m:e>
                      </m:d>
                      <m:r>
                        <a:rPr lang="es-MX" sz="2400" b="1" i="1" smtClean="0">
                          <a:solidFill>
                            <a:srgbClr val="FFC000"/>
                          </a:solidFill>
                          <a:latin typeface="Cambria Math" panose="02040503050406030204" pitchFamily="18" charset="0"/>
                          <a:ea typeface="Cambria Math" panose="02040503050406030204" pitchFamily="18" charset="0"/>
                        </a:rPr>
                        <m:t>≥</m:t>
                      </m:r>
                      <m:r>
                        <a:rPr lang="es-MX" sz="2400" b="1" i="1" smtClean="0">
                          <a:solidFill>
                            <a:srgbClr val="FFC000"/>
                          </a:solidFill>
                          <a:latin typeface="Cambria Math" panose="02040503050406030204" pitchFamily="18" charset="0"/>
                          <a:ea typeface="Cambria Math" panose="02040503050406030204" pitchFamily="18" charset="0"/>
                        </a:rPr>
                        <m:t>𝟎</m:t>
                      </m:r>
                      <m:r>
                        <a:rPr lang="es-MX" sz="2400" b="1" i="1" smtClean="0">
                          <a:solidFill>
                            <a:srgbClr val="FFC000"/>
                          </a:solidFill>
                          <a:latin typeface="Cambria Math" panose="02040503050406030204" pitchFamily="18" charset="0"/>
                          <a:ea typeface="Cambria Math" panose="02040503050406030204" pitchFamily="18" charset="0"/>
                        </a:rPr>
                        <m:t>.</m:t>
                      </m:r>
                      <m:r>
                        <a:rPr lang="es-MX" sz="2400" b="1" i="1" smtClean="0">
                          <a:solidFill>
                            <a:srgbClr val="FFC000"/>
                          </a:solidFill>
                          <a:latin typeface="Cambria Math" panose="02040503050406030204" pitchFamily="18" charset="0"/>
                          <a:ea typeface="Cambria Math" panose="02040503050406030204" pitchFamily="18" charset="0"/>
                        </a:rPr>
                        <m:t>𝟓</m:t>
                      </m:r>
                    </m:oMath>
                  </m:oMathPara>
                </a14:m>
                <a:endParaRPr lang="es-MX" sz="2400" b="1" dirty="0">
                  <a:solidFill>
                    <a:srgbClr val="FFC000"/>
                  </a:solidFill>
                </a:endParaRPr>
              </a:p>
            </p:txBody>
          </p:sp>
        </mc:Choice>
        <mc:Fallback xmlns="">
          <p:sp>
            <p:nvSpPr>
              <p:cNvPr id="3" name="CuadroTexto 2">
                <a:extLst>
                  <a:ext uri="{FF2B5EF4-FFF2-40B4-BE49-F238E27FC236}">
                    <a16:creationId xmlns:a16="http://schemas.microsoft.com/office/drawing/2014/main" id="{1ABF0823-0278-6935-A823-1967BB522589}"/>
                  </a:ext>
                </a:extLst>
              </p:cNvPr>
              <p:cNvSpPr txBox="1">
                <a:spLocks noRot="1" noChangeAspect="1" noMove="1" noResize="1" noEditPoints="1" noAdjustHandles="1" noChangeArrowheads="1" noChangeShapeType="1" noTextEdit="1"/>
              </p:cNvSpPr>
              <p:nvPr/>
            </p:nvSpPr>
            <p:spPr>
              <a:xfrm>
                <a:off x="1041593" y="5095433"/>
                <a:ext cx="2955296" cy="369332"/>
              </a:xfrm>
              <a:prstGeom prst="rect">
                <a:avLst/>
              </a:prstGeom>
              <a:blipFill>
                <a:blip r:embed="rId6"/>
                <a:stretch>
                  <a:fillRect l="-2268" r="-1856" b="-2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AD4F3A0-C919-4BA7-176D-FE6B3C418855}"/>
                  </a:ext>
                </a:extLst>
              </p:cNvPr>
              <p:cNvSpPr txBox="1"/>
              <p:nvPr/>
            </p:nvSpPr>
            <p:spPr>
              <a:xfrm>
                <a:off x="1031430" y="5480727"/>
                <a:ext cx="29552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400" b="1" i="1" smtClean="0">
                          <a:solidFill>
                            <a:srgbClr val="FFC000"/>
                          </a:solidFill>
                          <a:latin typeface="Cambria Math" panose="02040503050406030204" pitchFamily="18" charset="0"/>
                        </a:rPr>
                        <m:t>𝒚</m:t>
                      </m:r>
                      <m:r>
                        <a:rPr lang="es-MX" sz="2400" b="1" i="1" smtClean="0">
                          <a:solidFill>
                            <a:srgbClr val="FFC000"/>
                          </a:solidFill>
                          <a:latin typeface="Cambria Math" panose="02040503050406030204" pitchFamily="18" charset="0"/>
                        </a:rPr>
                        <m:t>=</m:t>
                      </m:r>
                      <m:r>
                        <a:rPr lang="es-MX" sz="2400" b="1" i="1" smtClean="0">
                          <a:solidFill>
                            <a:srgbClr val="FFC000"/>
                          </a:solidFill>
                          <a:latin typeface="Cambria Math" panose="02040503050406030204" pitchFamily="18" charset="0"/>
                        </a:rPr>
                        <m:t>𝟎</m:t>
                      </m:r>
                      <m:r>
                        <a:rPr lang="es-MX" sz="2400" b="1" i="1" smtClean="0">
                          <a:solidFill>
                            <a:srgbClr val="FFC000"/>
                          </a:solidFill>
                          <a:latin typeface="Cambria Math" panose="02040503050406030204" pitchFamily="18" charset="0"/>
                        </a:rPr>
                        <m:t>, </m:t>
                      </m:r>
                      <m:r>
                        <a:rPr lang="es-MX" sz="2400" b="1" i="1" smtClean="0">
                          <a:solidFill>
                            <a:srgbClr val="FFC000"/>
                          </a:solidFill>
                          <a:latin typeface="Cambria Math" panose="02040503050406030204" pitchFamily="18" charset="0"/>
                        </a:rPr>
                        <m:t>𝒔𝒊</m:t>
                      </m:r>
                      <m:r>
                        <a:rPr lang="es-MX" sz="2400" b="1" i="1" smtClean="0">
                          <a:solidFill>
                            <a:srgbClr val="FFC000"/>
                          </a:solidFill>
                          <a:latin typeface="Cambria Math" panose="02040503050406030204" pitchFamily="18" charset="0"/>
                        </a:rPr>
                        <m:t> </m:t>
                      </m:r>
                      <m:sSub>
                        <m:sSubPr>
                          <m:ctrlPr>
                            <a:rPr lang="es-MX" sz="2400" b="1" i="1" smtClean="0">
                              <a:solidFill>
                                <a:srgbClr val="FFC000"/>
                              </a:solidFill>
                              <a:latin typeface="Cambria Math" panose="02040503050406030204" pitchFamily="18" charset="0"/>
                            </a:rPr>
                          </m:ctrlPr>
                        </m:sSubPr>
                        <m:e>
                          <m:r>
                            <a:rPr lang="es-MX" sz="2400" b="1" i="1" smtClean="0">
                              <a:solidFill>
                                <a:srgbClr val="FFC000"/>
                              </a:solidFill>
                              <a:latin typeface="Cambria Math" panose="02040503050406030204" pitchFamily="18" charset="0"/>
                            </a:rPr>
                            <m:t>𝒉</m:t>
                          </m:r>
                        </m:e>
                        <m:sub>
                          <m:r>
                            <a:rPr lang="es-MX" sz="2400" b="1" i="1" smtClean="0">
                              <a:solidFill>
                                <a:srgbClr val="FFC000"/>
                              </a:solidFill>
                              <a:latin typeface="Cambria Math" panose="02040503050406030204" pitchFamily="18" charset="0"/>
                              <a:ea typeface="Cambria Math" panose="02040503050406030204" pitchFamily="18" charset="0"/>
                            </a:rPr>
                            <m:t>𝜽</m:t>
                          </m:r>
                        </m:sub>
                      </m:sSub>
                      <m:d>
                        <m:dPr>
                          <m:ctrlPr>
                            <a:rPr lang="es-MX" sz="2400" b="1" i="1" smtClean="0">
                              <a:solidFill>
                                <a:srgbClr val="FFC000"/>
                              </a:solidFill>
                              <a:latin typeface="Cambria Math" panose="02040503050406030204" pitchFamily="18" charset="0"/>
                            </a:rPr>
                          </m:ctrlPr>
                        </m:dPr>
                        <m:e>
                          <m:r>
                            <a:rPr lang="es-MX" sz="2400" b="1" i="1" smtClean="0">
                              <a:solidFill>
                                <a:srgbClr val="FFC000"/>
                              </a:solidFill>
                              <a:latin typeface="Cambria Math" panose="02040503050406030204" pitchFamily="18" charset="0"/>
                            </a:rPr>
                            <m:t>𝒙</m:t>
                          </m:r>
                        </m:e>
                      </m:d>
                      <m:r>
                        <a:rPr lang="es-MX" sz="2400" b="1" i="1">
                          <a:solidFill>
                            <a:srgbClr val="FFC000"/>
                          </a:solidFill>
                          <a:latin typeface="Cambria Math" panose="02040503050406030204" pitchFamily="18" charset="0"/>
                          <a:ea typeface="Cambria Math" panose="02040503050406030204" pitchFamily="18" charset="0"/>
                        </a:rPr>
                        <m:t>&lt;</m:t>
                      </m:r>
                      <m:r>
                        <a:rPr lang="es-MX" sz="2400" b="1" i="1" smtClean="0">
                          <a:solidFill>
                            <a:srgbClr val="FFC000"/>
                          </a:solidFill>
                          <a:latin typeface="Cambria Math" panose="02040503050406030204" pitchFamily="18" charset="0"/>
                          <a:ea typeface="Cambria Math" panose="02040503050406030204" pitchFamily="18" charset="0"/>
                        </a:rPr>
                        <m:t>𝟎</m:t>
                      </m:r>
                      <m:r>
                        <a:rPr lang="es-MX" sz="2400" b="1" i="1" smtClean="0">
                          <a:solidFill>
                            <a:srgbClr val="FFC000"/>
                          </a:solidFill>
                          <a:latin typeface="Cambria Math" panose="02040503050406030204" pitchFamily="18" charset="0"/>
                          <a:ea typeface="Cambria Math" panose="02040503050406030204" pitchFamily="18" charset="0"/>
                        </a:rPr>
                        <m:t>.</m:t>
                      </m:r>
                      <m:r>
                        <a:rPr lang="es-MX" sz="2400" b="1" i="1" smtClean="0">
                          <a:solidFill>
                            <a:srgbClr val="FFC000"/>
                          </a:solidFill>
                          <a:latin typeface="Cambria Math" panose="02040503050406030204" pitchFamily="18" charset="0"/>
                          <a:ea typeface="Cambria Math" panose="02040503050406030204" pitchFamily="18" charset="0"/>
                        </a:rPr>
                        <m:t>𝟓</m:t>
                      </m:r>
                    </m:oMath>
                  </m:oMathPara>
                </a14:m>
                <a:endParaRPr lang="es-MX" sz="2400" b="1" dirty="0">
                  <a:solidFill>
                    <a:srgbClr val="FFC000"/>
                  </a:solidFill>
                </a:endParaRPr>
              </a:p>
            </p:txBody>
          </p:sp>
        </mc:Choice>
        <mc:Fallback xmlns="">
          <p:sp>
            <p:nvSpPr>
              <p:cNvPr id="4" name="CuadroTexto 3">
                <a:extLst>
                  <a:ext uri="{FF2B5EF4-FFF2-40B4-BE49-F238E27FC236}">
                    <a16:creationId xmlns:a16="http://schemas.microsoft.com/office/drawing/2014/main" id="{2AD4F3A0-C919-4BA7-176D-FE6B3C418855}"/>
                  </a:ext>
                </a:extLst>
              </p:cNvPr>
              <p:cNvSpPr txBox="1">
                <a:spLocks noRot="1" noChangeAspect="1" noMove="1" noResize="1" noEditPoints="1" noAdjustHandles="1" noChangeArrowheads="1" noChangeShapeType="1" noTextEdit="1"/>
              </p:cNvSpPr>
              <p:nvPr/>
            </p:nvSpPr>
            <p:spPr>
              <a:xfrm>
                <a:off x="1031430" y="5480727"/>
                <a:ext cx="2955296" cy="369332"/>
              </a:xfrm>
              <a:prstGeom prst="rect">
                <a:avLst/>
              </a:prstGeom>
              <a:blipFill>
                <a:blip r:embed="rId7"/>
                <a:stretch>
                  <a:fillRect l="-2062" r="-2062" b="-26230"/>
                </a:stretch>
              </a:blipFill>
            </p:spPr>
            <p:txBody>
              <a:bodyPr/>
              <a:lstStyle/>
              <a:p>
                <a:r>
                  <a:rPr lang="es-MX">
                    <a:noFill/>
                  </a:rPr>
                  <a:t> </a:t>
                </a:r>
              </a:p>
            </p:txBody>
          </p:sp>
        </mc:Fallback>
      </mc:AlternateContent>
      <p:sp>
        <p:nvSpPr>
          <p:cNvPr id="5" name="CuadroTexto 4">
            <a:extLst>
              <a:ext uri="{FF2B5EF4-FFF2-40B4-BE49-F238E27FC236}">
                <a16:creationId xmlns:a16="http://schemas.microsoft.com/office/drawing/2014/main" id="{9582B6D3-AE5D-6131-35E1-A74DEC85FE13}"/>
              </a:ext>
            </a:extLst>
          </p:cNvPr>
          <p:cNvSpPr txBox="1"/>
          <p:nvPr/>
        </p:nvSpPr>
        <p:spPr>
          <a:xfrm>
            <a:off x="815772" y="3686231"/>
            <a:ext cx="9280485" cy="400110"/>
          </a:xfrm>
          <a:prstGeom prst="rect">
            <a:avLst/>
          </a:prstGeom>
          <a:noFill/>
        </p:spPr>
        <p:txBody>
          <a:bodyPr wrap="square" rtlCol="0">
            <a:spAutoFit/>
          </a:bodyPr>
          <a:lstStyle/>
          <a:p>
            <a:pPr algn="ctr"/>
            <a:r>
              <a:rPr lang="es-MX" sz="2000" dirty="0">
                <a:solidFill>
                  <a:schemeClr val="accent1"/>
                </a:solidFill>
              </a:rPr>
              <a:t>¿Cuál sería la probabilidad de que el correo pertenezca a la clase negativa?</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FFAAD4B-2026-AA7F-D81A-8FA97918C35F}"/>
                  </a:ext>
                </a:extLst>
              </p:cNvPr>
              <p:cNvSpPr txBox="1"/>
              <p:nvPr/>
            </p:nvSpPr>
            <p:spPr>
              <a:xfrm>
                <a:off x="1039189" y="4185762"/>
                <a:ext cx="52263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sz="2400" b="1" i="1" smtClean="0">
                          <a:solidFill>
                            <a:schemeClr val="accent1"/>
                          </a:solidFill>
                          <a:latin typeface="Cambria Math" panose="02040503050406030204" pitchFamily="18" charset="0"/>
                        </a:rPr>
                        <m:t>𝑷</m:t>
                      </m:r>
                      <m:d>
                        <m:dPr>
                          <m:ctrlPr>
                            <a:rPr lang="es-MX" sz="2400" b="1" i="1" smtClean="0">
                              <a:solidFill>
                                <a:schemeClr val="accent1"/>
                              </a:solidFill>
                              <a:latin typeface="Cambria Math" panose="02040503050406030204" pitchFamily="18" charset="0"/>
                            </a:rPr>
                          </m:ctrlPr>
                        </m:dPr>
                        <m:e>
                          <m:r>
                            <a:rPr lang="es-MX" sz="2400" b="1" i="1" smtClean="0">
                              <a:solidFill>
                                <a:schemeClr val="accent1"/>
                              </a:solidFill>
                              <a:latin typeface="Cambria Math" panose="02040503050406030204" pitchFamily="18" charset="0"/>
                            </a:rPr>
                            <m:t>𝒚</m:t>
                          </m:r>
                          <m:r>
                            <a:rPr lang="es-MX" sz="2400" b="1" i="1" smtClean="0">
                              <a:solidFill>
                                <a:schemeClr val="accent1"/>
                              </a:solidFill>
                              <a:latin typeface="Cambria Math" panose="02040503050406030204" pitchFamily="18" charset="0"/>
                            </a:rPr>
                            <m:t>=</m:t>
                          </m:r>
                          <m:r>
                            <a:rPr lang="es-MX" sz="2400" b="1" i="1" smtClean="0">
                              <a:solidFill>
                                <a:schemeClr val="accent1"/>
                              </a:solidFill>
                              <a:latin typeface="Cambria Math" panose="02040503050406030204" pitchFamily="18" charset="0"/>
                            </a:rPr>
                            <m:t>𝟎</m:t>
                          </m:r>
                        </m:e>
                      </m:d>
                      <m:r>
                        <a:rPr lang="es-MX" sz="2400" b="1" i="1" smtClean="0">
                          <a:solidFill>
                            <a:schemeClr val="accent1"/>
                          </a:solidFill>
                          <a:latin typeface="Cambria Math" panose="02040503050406030204" pitchFamily="18" charset="0"/>
                        </a:rPr>
                        <m:t>=</m:t>
                      </m:r>
                      <m:r>
                        <a:rPr lang="es-MX" sz="2400" b="1" i="1" smtClean="0">
                          <a:solidFill>
                            <a:schemeClr val="accent1"/>
                          </a:solidFill>
                          <a:latin typeface="Cambria Math" panose="02040503050406030204" pitchFamily="18" charset="0"/>
                        </a:rPr>
                        <m:t>𝟏</m:t>
                      </m:r>
                      <m:r>
                        <a:rPr lang="es-MX" sz="2400" b="1" i="1" smtClean="0">
                          <a:solidFill>
                            <a:schemeClr val="accent1"/>
                          </a:solidFill>
                          <a:latin typeface="Cambria Math" panose="02040503050406030204" pitchFamily="18" charset="0"/>
                        </a:rPr>
                        <m:t>−</m:t>
                      </m:r>
                      <m:r>
                        <a:rPr lang="es-MX" sz="2400" b="1" i="1" smtClean="0">
                          <a:solidFill>
                            <a:schemeClr val="accent1"/>
                          </a:solidFill>
                          <a:latin typeface="Cambria Math" panose="02040503050406030204" pitchFamily="18" charset="0"/>
                        </a:rPr>
                        <m:t>𝑷</m:t>
                      </m:r>
                      <m:d>
                        <m:dPr>
                          <m:ctrlPr>
                            <a:rPr lang="es-MX" sz="2400" b="1" i="1" smtClean="0">
                              <a:solidFill>
                                <a:schemeClr val="accent1"/>
                              </a:solidFill>
                              <a:latin typeface="Cambria Math" panose="02040503050406030204" pitchFamily="18" charset="0"/>
                            </a:rPr>
                          </m:ctrlPr>
                        </m:dPr>
                        <m:e>
                          <m:r>
                            <a:rPr lang="es-MX" sz="2400" b="1" i="1" smtClean="0">
                              <a:solidFill>
                                <a:schemeClr val="accent1"/>
                              </a:solidFill>
                              <a:latin typeface="Cambria Math" panose="02040503050406030204" pitchFamily="18" charset="0"/>
                            </a:rPr>
                            <m:t>𝒚</m:t>
                          </m:r>
                          <m:r>
                            <a:rPr lang="es-MX" sz="2400" b="1" i="1" smtClean="0">
                              <a:solidFill>
                                <a:schemeClr val="accent1"/>
                              </a:solidFill>
                              <a:latin typeface="Cambria Math" panose="02040503050406030204" pitchFamily="18" charset="0"/>
                            </a:rPr>
                            <m:t>=</m:t>
                          </m:r>
                          <m:r>
                            <a:rPr lang="es-MX" sz="2400" b="1" i="1" smtClean="0">
                              <a:solidFill>
                                <a:schemeClr val="accent1"/>
                              </a:solidFill>
                              <a:latin typeface="Cambria Math" panose="02040503050406030204" pitchFamily="18" charset="0"/>
                            </a:rPr>
                            <m:t>𝟏</m:t>
                          </m:r>
                        </m:e>
                      </m:d>
                      <m:r>
                        <a:rPr lang="es-MX" sz="2400" b="1" i="1" smtClean="0">
                          <a:solidFill>
                            <a:schemeClr val="accent1"/>
                          </a:solidFill>
                          <a:latin typeface="Cambria Math" panose="02040503050406030204" pitchFamily="18" charset="0"/>
                        </a:rPr>
                        <m:t>=</m:t>
                      </m:r>
                      <m:r>
                        <a:rPr lang="es-MX" sz="2400" b="1" i="1" smtClean="0">
                          <a:solidFill>
                            <a:schemeClr val="accent1"/>
                          </a:solidFill>
                          <a:latin typeface="Cambria Math" panose="02040503050406030204" pitchFamily="18" charset="0"/>
                        </a:rPr>
                        <m:t>𝟏</m:t>
                      </m:r>
                      <m:r>
                        <a:rPr lang="es-MX" sz="2400" b="1" i="1" smtClean="0">
                          <a:solidFill>
                            <a:schemeClr val="accent1"/>
                          </a:solidFill>
                          <a:latin typeface="Cambria Math" panose="02040503050406030204" pitchFamily="18" charset="0"/>
                        </a:rPr>
                        <m:t>−</m:t>
                      </m:r>
                      <m:sSub>
                        <m:sSubPr>
                          <m:ctrlPr>
                            <a:rPr lang="es-MX" sz="2400" b="1" i="1" smtClean="0">
                              <a:solidFill>
                                <a:schemeClr val="accent1"/>
                              </a:solidFill>
                              <a:latin typeface="Cambria Math" panose="02040503050406030204" pitchFamily="18" charset="0"/>
                            </a:rPr>
                          </m:ctrlPr>
                        </m:sSubPr>
                        <m:e>
                          <m:r>
                            <a:rPr lang="es-MX" sz="2400" b="1" i="1">
                              <a:solidFill>
                                <a:schemeClr val="accent1"/>
                              </a:solidFill>
                              <a:latin typeface="Cambria Math" panose="02040503050406030204" pitchFamily="18" charset="0"/>
                            </a:rPr>
                            <m:t>𝒉</m:t>
                          </m:r>
                        </m:e>
                        <m:sub>
                          <m:r>
                            <a:rPr lang="es-MX" sz="2400" b="1" i="1">
                              <a:solidFill>
                                <a:schemeClr val="accent1"/>
                              </a:solidFill>
                              <a:latin typeface="Cambria Math" panose="02040503050406030204" pitchFamily="18" charset="0"/>
                              <a:ea typeface="Cambria Math" panose="02040503050406030204" pitchFamily="18" charset="0"/>
                            </a:rPr>
                            <m:t>𝜽</m:t>
                          </m:r>
                        </m:sub>
                      </m:sSub>
                      <m:d>
                        <m:dPr>
                          <m:ctrlPr>
                            <a:rPr lang="es-MX" sz="2400" b="1" i="1">
                              <a:solidFill>
                                <a:schemeClr val="accent1"/>
                              </a:solidFill>
                              <a:latin typeface="Cambria Math" panose="02040503050406030204" pitchFamily="18" charset="0"/>
                            </a:rPr>
                          </m:ctrlPr>
                        </m:dPr>
                        <m:e>
                          <m:r>
                            <a:rPr lang="es-MX" sz="2400" b="1" i="1">
                              <a:solidFill>
                                <a:schemeClr val="accent1"/>
                              </a:solidFill>
                              <a:latin typeface="Cambria Math" panose="02040503050406030204" pitchFamily="18" charset="0"/>
                            </a:rPr>
                            <m:t>𝒙</m:t>
                          </m:r>
                        </m:e>
                      </m:d>
                    </m:oMath>
                  </m:oMathPara>
                </a14:m>
                <a:endParaRPr lang="es-MX" sz="2400" b="1" dirty="0">
                  <a:solidFill>
                    <a:schemeClr val="accent1"/>
                  </a:solidFill>
                </a:endParaRPr>
              </a:p>
            </p:txBody>
          </p:sp>
        </mc:Choice>
        <mc:Fallback xmlns="">
          <p:sp>
            <p:nvSpPr>
              <p:cNvPr id="6" name="CuadroTexto 5">
                <a:extLst>
                  <a:ext uri="{FF2B5EF4-FFF2-40B4-BE49-F238E27FC236}">
                    <a16:creationId xmlns:a16="http://schemas.microsoft.com/office/drawing/2014/main" id="{2FFAAD4B-2026-AA7F-D81A-8FA97918C35F}"/>
                  </a:ext>
                </a:extLst>
              </p:cNvPr>
              <p:cNvSpPr txBox="1">
                <a:spLocks noRot="1" noChangeAspect="1" noMove="1" noResize="1" noEditPoints="1" noAdjustHandles="1" noChangeArrowheads="1" noChangeShapeType="1" noTextEdit="1"/>
              </p:cNvSpPr>
              <p:nvPr/>
            </p:nvSpPr>
            <p:spPr>
              <a:xfrm>
                <a:off x="1039189" y="4185762"/>
                <a:ext cx="5226303" cy="369332"/>
              </a:xfrm>
              <a:prstGeom prst="rect">
                <a:avLst/>
              </a:prstGeom>
              <a:blipFill>
                <a:blip r:embed="rId8"/>
                <a:stretch>
                  <a:fillRect l="-816" b="-26667"/>
                </a:stretch>
              </a:blipFill>
            </p:spPr>
            <p:txBody>
              <a:bodyPr/>
              <a:lstStyle/>
              <a:p>
                <a:r>
                  <a:rPr lang="es-MX">
                    <a:noFill/>
                  </a:rPr>
                  <a:t> </a:t>
                </a:r>
              </a:p>
            </p:txBody>
          </p:sp>
        </mc:Fallback>
      </mc:AlternateContent>
      <p:sp>
        <p:nvSpPr>
          <p:cNvPr id="8" name="Cerrar llave 7">
            <a:extLst>
              <a:ext uri="{FF2B5EF4-FFF2-40B4-BE49-F238E27FC236}">
                <a16:creationId xmlns:a16="http://schemas.microsoft.com/office/drawing/2014/main" id="{F76468A3-B0C1-7F4E-F79D-FC6042EF87AE}"/>
              </a:ext>
            </a:extLst>
          </p:cNvPr>
          <p:cNvSpPr/>
          <p:nvPr/>
        </p:nvSpPr>
        <p:spPr>
          <a:xfrm>
            <a:off x="4142112" y="4891143"/>
            <a:ext cx="426110" cy="1150002"/>
          </a:xfrm>
          <a:prstGeom prst="rightBrace">
            <a:avLst/>
          </a:prstGeom>
          <a:ln>
            <a:solidFill>
              <a:srgbClr val="FFC000"/>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s-MX" sz="2400"/>
          </a:p>
        </p:txBody>
      </p:sp>
      <p:sp>
        <p:nvSpPr>
          <p:cNvPr id="9" name="CuadroTexto 8">
            <a:extLst>
              <a:ext uri="{FF2B5EF4-FFF2-40B4-BE49-F238E27FC236}">
                <a16:creationId xmlns:a16="http://schemas.microsoft.com/office/drawing/2014/main" id="{4A0498A1-1864-1E0C-3182-02E07E7F1642}"/>
              </a:ext>
            </a:extLst>
          </p:cNvPr>
          <p:cNvSpPr txBox="1"/>
          <p:nvPr/>
        </p:nvSpPr>
        <p:spPr>
          <a:xfrm>
            <a:off x="4568222" y="5203728"/>
            <a:ext cx="2073753" cy="461665"/>
          </a:xfrm>
          <a:prstGeom prst="rect">
            <a:avLst/>
          </a:prstGeom>
          <a:noFill/>
        </p:spPr>
        <p:txBody>
          <a:bodyPr wrap="square" rtlCol="0">
            <a:spAutoFit/>
          </a:bodyPr>
          <a:lstStyle/>
          <a:p>
            <a:r>
              <a:rPr lang="es-MX" sz="2400" dirty="0" err="1">
                <a:solidFill>
                  <a:srgbClr val="FFC000"/>
                </a:solidFill>
              </a:rPr>
              <a:t>threshold</a:t>
            </a:r>
            <a:endParaRPr lang="es-MX" sz="2400" dirty="0">
              <a:solidFill>
                <a:srgbClr val="FFC000"/>
              </a:solidFill>
            </a:endParaRPr>
          </a:p>
        </p:txBody>
      </p:sp>
    </p:spTree>
    <p:extLst>
      <p:ext uri="{BB962C8B-B14F-4D97-AF65-F5344CB8AC3E}">
        <p14:creationId xmlns:p14="http://schemas.microsoft.com/office/powerpoint/2010/main" val="931210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B079D-8524-37E1-D1AE-E4B1192F5D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3017F0-B3BD-E9FF-BF9D-8B1AA39E82BE}"/>
              </a:ext>
            </a:extLst>
          </p:cNvPr>
          <p:cNvSpPr>
            <a:spLocks noGrp="1"/>
          </p:cNvSpPr>
          <p:nvPr>
            <p:ph type="title"/>
          </p:nvPr>
        </p:nvSpPr>
        <p:spPr>
          <a:xfrm>
            <a:off x="613931" y="54788"/>
            <a:ext cx="10964138" cy="1864565"/>
          </a:xfrm>
        </p:spPr>
        <p:txBody>
          <a:bodyPr>
            <a:normAutofit fontScale="90000"/>
          </a:bodyPr>
          <a:lstStyle/>
          <a:p>
            <a:r>
              <a:rPr lang="es-ES_tradnl" dirty="0"/>
              <a:t>									</a:t>
            </a:r>
            <a:r>
              <a:rPr lang="es-ES_tradnl" sz="2200" dirty="0"/>
              <a:t>Regresión Logística</a:t>
            </a:r>
            <a:br>
              <a:rPr lang="es-ES_tradnl" dirty="0"/>
            </a:br>
            <a:r>
              <a:rPr lang="es-ES_tradnl" dirty="0"/>
              <a:t>Interpretación del resultado de la función hipótesis</a:t>
            </a:r>
            <a:r>
              <a:rPr lang="es-ES_tradnl" sz="3100" dirty="0"/>
              <a:t>.</a:t>
            </a:r>
            <a:endParaRPr lang="es-ES_tradnl" dirty="0"/>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38EC19A7-859F-787A-3112-5E6082FE76E8}"/>
                  </a:ext>
                </a:extLst>
              </p:cNvPr>
              <p:cNvSpPr txBox="1"/>
              <p:nvPr/>
            </p:nvSpPr>
            <p:spPr>
              <a:xfrm>
                <a:off x="829589" y="2217815"/>
                <a:ext cx="29408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rPr>
                            <m:t>𝒉</m:t>
                          </m:r>
                        </m:e>
                        <m:sub>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sub>
                      </m:sSub>
                      <m:d>
                        <m:dPr>
                          <m:ctrlPr>
                            <a:rPr lang="es-MX" sz="2400" b="1" i="1" smtClean="0">
                              <a:solidFill>
                                <a:schemeClr val="accent6">
                                  <a:lumMod val="75000"/>
                                </a:schemeClr>
                              </a:solidFill>
                              <a:latin typeface="Cambria Math" panose="02040503050406030204" pitchFamily="18" charset="0"/>
                            </a:rPr>
                          </m:ctrlPr>
                        </m:dPr>
                        <m:e>
                          <m:r>
                            <a:rPr lang="es-MX" sz="2400" b="1" i="1" smtClean="0">
                              <a:solidFill>
                                <a:schemeClr val="accent6">
                                  <a:lumMod val="75000"/>
                                </a:schemeClr>
                              </a:solidFill>
                              <a:latin typeface="Cambria Math" panose="02040503050406030204" pitchFamily="18" charset="0"/>
                            </a:rPr>
                            <m:t>𝒙</m:t>
                          </m:r>
                        </m:e>
                      </m:d>
                      <m:r>
                        <a:rPr lang="es-MX" sz="2400" b="1" i="1" smtClean="0">
                          <a:solidFill>
                            <a:schemeClr val="accent6">
                              <a:lumMod val="75000"/>
                            </a:schemeClr>
                          </a:solidFill>
                          <a:latin typeface="Cambria Math" panose="02040503050406030204" pitchFamily="18" charset="0"/>
                        </a:rPr>
                        <m:t>=</m:t>
                      </m:r>
                      <m:r>
                        <a:rPr lang="es-MX" sz="2400" b="1" i="1" smtClean="0">
                          <a:solidFill>
                            <a:schemeClr val="accent6">
                              <a:lumMod val="75000"/>
                            </a:schemeClr>
                          </a:solidFill>
                          <a:latin typeface="Cambria Math" panose="02040503050406030204" pitchFamily="18" charset="0"/>
                        </a:rPr>
                        <m:t>𝒈</m:t>
                      </m:r>
                      <m:d>
                        <m:dPr>
                          <m:ctrlPr>
                            <a:rPr lang="es-MX" sz="2400" b="1" i="1" smtClean="0">
                              <a:solidFill>
                                <a:schemeClr val="accent6">
                                  <a:lumMod val="75000"/>
                                </a:schemeClr>
                              </a:solidFill>
                              <a:latin typeface="Cambria Math" panose="02040503050406030204" pitchFamily="18" charset="0"/>
                            </a:rPr>
                          </m:ctrlPr>
                        </m:dPr>
                        <m:e>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smtClean="0">
                                  <a:solidFill>
                                    <a:schemeClr val="accent6">
                                      <a:lumMod val="75000"/>
                                    </a:schemeClr>
                                  </a:solidFill>
                                  <a:latin typeface="Cambria Math" panose="02040503050406030204" pitchFamily="18" charset="0"/>
                                </a:rPr>
                                <m:t>𝟎</m:t>
                              </m:r>
                            </m:sub>
                          </m:sSub>
                          <m:r>
                            <a:rPr lang="es-MX" sz="2400" b="1" i="1" smtClean="0">
                              <a:solidFill>
                                <a:schemeClr val="accent6">
                                  <a:lumMod val="75000"/>
                                </a:schemeClr>
                              </a:solidFill>
                              <a:latin typeface="Cambria Math" panose="02040503050406030204" pitchFamily="18" charset="0"/>
                            </a:rPr>
                            <m:t>+</m:t>
                          </m:r>
                          <m:sSub>
                            <m:sSubPr>
                              <m:ctrlPr>
                                <a:rPr lang="es-MX" sz="2400" b="1" i="1" smtClean="0">
                                  <a:solidFill>
                                    <a:schemeClr val="accent6">
                                      <a:lumMod val="75000"/>
                                    </a:schemeClr>
                                  </a:solidFill>
                                  <a:latin typeface="Cambria Math" panose="02040503050406030204" pitchFamily="18" charset="0"/>
                                </a:rPr>
                              </m:ctrlPr>
                            </m:sSubPr>
                            <m:e>
                              <m:r>
                                <a:rPr lang="es-MX" sz="2400" b="1" i="1" smtClean="0">
                                  <a:solidFill>
                                    <a:schemeClr val="accent6">
                                      <a:lumMod val="75000"/>
                                    </a:schemeClr>
                                  </a:solidFill>
                                  <a:latin typeface="Cambria Math" panose="02040503050406030204" pitchFamily="18" charset="0"/>
                                  <a:ea typeface="Cambria Math" panose="02040503050406030204" pitchFamily="18" charset="0"/>
                                </a:rPr>
                                <m:t>𝜽</m:t>
                              </m:r>
                            </m:e>
                            <m:sub>
                              <m:r>
                                <a:rPr lang="es-MX" sz="2400" b="1" i="1" smtClean="0">
                                  <a:solidFill>
                                    <a:schemeClr val="accent6">
                                      <a:lumMod val="75000"/>
                                    </a:schemeClr>
                                  </a:solidFill>
                                  <a:latin typeface="Cambria Math" panose="02040503050406030204" pitchFamily="18" charset="0"/>
                                </a:rPr>
                                <m:t>𝟏</m:t>
                              </m:r>
                            </m:sub>
                          </m:sSub>
                          <m:r>
                            <a:rPr lang="es-MX" sz="2400" b="1" i="1" smtClean="0">
                              <a:solidFill>
                                <a:schemeClr val="accent6">
                                  <a:lumMod val="75000"/>
                                </a:schemeClr>
                              </a:solidFill>
                              <a:latin typeface="Cambria Math" panose="02040503050406030204" pitchFamily="18" charset="0"/>
                            </a:rPr>
                            <m:t>𝒙</m:t>
                          </m:r>
                        </m:e>
                      </m:d>
                    </m:oMath>
                  </m:oMathPara>
                </a14:m>
                <a:endParaRPr lang="es-MX" sz="2400" b="1" dirty="0"/>
              </a:p>
            </p:txBody>
          </p:sp>
        </mc:Choice>
        <mc:Fallback xmlns="">
          <p:sp>
            <p:nvSpPr>
              <p:cNvPr id="42" name="CuadroTexto 41">
                <a:extLst>
                  <a:ext uri="{FF2B5EF4-FFF2-40B4-BE49-F238E27FC236}">
                    <a16:creationId xmlns:a16="http://schemas.microsoft.com/office/drawing/2014/main" id="{38EC19A7-859F-787A-3112-5E6082FE76E8}"/>
                  </a:ext>
                </a:extLst>
              </p:cNvPr>
              <p:cNvSpPr txBox="1">
                <a:spLocks noRot="1" noChangeAspect="1" noMove="1" noResize="1" noEditPoints="1" noAdjustHandles="1" noChangeArrowheads="1" noChangeShapeType="1" noTextEdit="1"/>
              </p:cNvSpPr>
              <p:nvPr/>
            </p:nvSpPr>
            <p:spPr>
              <a:xfrm>
                <a:off x="829589" y="2217815"/>
                <a:ext cx="2940869" cy="369332"/>
              </a:xfrm>
              <a:prstGeom prst="rect">
                <a:avLst/>
              </a:prstGeom>
              <a:blipFill>
                <a:blip r:embed="rId3"/>
                <a:stretch>
                  <a:fillRect l="-2070" b="-26667"/>
                </a:stretch>
              </a:blipFill>
            </p:spPr>
            <p:txBody>
              <a:bodyPr/>
              <a:lstStyle/>
              <a:p>
                <a:r>
                  <a:rPr lang="es-MX">
                    <a:noFill/>
                  </a:rPr>
                  <a:t> </a:t>
                </a:r>
              </a:p>
            </p:txBody>
          </p:sp>
        </mc:Fallback>
      </mc:AlternateContent>
      <p:pic>
        <p:nvPicPr>
          <p:cNvPr id="7" name="Imagen 6">
            <a:extLst>
              <a:ext uri="{FF2B5EF4-FFF2-40B4-BE49-F238E27FC236}">
                <a16:creationId xmlns:a16="http://schemas.microsoft.com/office/drawing/2014/main" id="{25F394B2-D7C3-1077-DEA6-29436462C92F}"/>
              </a:ext>
            </a:extLst>
          </p:cNvPr>
          <p:cNvPicPr>
            <a:picLocks noChangeAspect="1"/>
          </p:cNvPicPr>
          <p:nvPr/>
        </p:nvPicPr>
        <p:blipFill>
          <a:blip r:embed="rId4"/>
          <a:stretch>
            <a:fillRect/>
          </a:stretch>
        </p:blipFill>
        <p:spPr>
          <a:xfrm>
            <a:off x="6096000" y="2506359"/>
            <a:ext cx="4102311" cy="2819545"/>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34E155C-BE74-F240-9648-0A4741AC8315}"/>
                  </a:ext>
                </a:extLst>
              </p:cNvPr>
              <p:cNvSpPr txBox="1"/>
              <p:nvPr/>
            </p:nvSpPr>
            <p:spPr>
              <a:xfrm>
                <a:off x="7359898" y="2321693"/>
                <a:ext cx="157451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2000" b="1" i="1" smtClean="0">
                              <a:solidFill>
                                <a:schemeClr val="accent6">
                                  <a:lumMod val="75000"/>
                                </a:schemeClr>
                              </a:solidFill>
                              <a:latin typeface="Cambria Math" panose="02040503050406030204" pitchFamily="18" charset="0"/>
                            </a:rPr>
                          </m:ctrlPr>
                        </m:sSubPr>
                        <m:e>
                          <m:r>
                            <a:rPr lang="es-MX" sz="2000" b="1" i="1" smtClean="0">
                              <a:solidFill>
                                <a:schemeClr val="accent6">
                                  <a:lumMod val="75000"/>
                                </a:schemeClr>
                              </a:solidFill>
                              <a:latin typeface="Cambria Math" panose="02040503050406030204" pitchFamily="18" charset="0"/>
                            </a:rPr>
                            <m:t>𝒈</m:t>
                          </m:r>
                          <m:d>
                            <m:dPr>
                              <m:ctrlPr>
                                <a:rPr lang="es-MX" sz="2000" b="1" i="1" smtClean="0">
                                  <a:solidFill>
                                    <a:schemeClr val="accent6">
                                      <a:lumMod val="75000"/>
                                    </a:schemeClr>
                                  </a:solidFill>
                                  <a:latin typeface="Cambria Math" panose="02040503050406030204" pitchFamily="18" charset="0"/>
                                </a:rPr>
                              </m:ctrlPr>
                            </m:dPr>
                            <m:e>
                              <m:r>
                                <a:rPr lang="es-MX" sz="2000" b="1" i="1" smtClean="0">
                                  <a:solidFill>
                                    <a:schemeClr val="accent6">
                                      <a:lumMod val="75000"/>
                                    </a:schemeClr>
                                  </a:solidFill>
                                  <a:latin typeface="Cambria Math" panose="02040503050406030204" pitchFamily="18" charset="0"/>
                                </a:rPr>
                                <m:t>𝒛</m:t>
                              </m:r>
                            </m:e>
                          </m:d>
                          <m:r>
                            <a:rPr lang="es-MX" sz="2000" b="1" i="1" smtClean="0">
                              <a:solidFill>
                                <a:schemeClr val="accent6">
                                  <a:lumMod val="75000"/>
                                </a:schemeClr>
                              </a:solidFill>
                              <a:latin typeface="Cambria Math" panose="02040503050406030204" pitchFamily="18" charset="0"/>
                            </a:rPr>
                            <m:t>=</m:t>
                          </m:r>
                          <m:r>
                            <a:rPr lang="es-MX" sz="2000" b="1" i="1" smtClean="0">
                              <a:solidFill>
                                <a:schemeClr val="accent6">
                                  <a:lumMod val="75000"/>
                                </a:schemeClr>
                              </a:solidFill>
                              <a:latin typeface="Cambria Math" panose="02040503050406030204" pitchFamily="18" charset="0"/>
                            </a:rPr>
                            <m:t>𝒉</m:t>
                          </m:r>
                        </m:e>
                        <m:sub>
                          <m:r>
                            <a:rPr lang="es-MX" sz="2000" b="1" i="1" smtClean="0">
                              <a:solidFill>
                                <a:schemeClr val="accent6">
                                  <a:lumMod val="75000"/>
                                </a:schemeClr>
                              </a:solidFill>
                              <a:latin typeface="Cambria Math" panose="02040503050406030204" pitchFamily="18" charset="0"/>
                              <a:ea typeface="Cambria Math" panose="02040503050406030204" pitchFamily="18" charset="0"/>
                            </a:rPr>
                            <m:t>𝜽</m:t>
                          </m:r>
                        </m:sub>
                      </m:sSub>
                      <m:d>
                        <m:dPr>
                          <m:ctrlPr>
                            <a:rPr lang="es-MX" sz="2000" b="1" i="1" smtClean="0">
                              <a:solidFill>
                                <a:schemeClr val="accent6">
                                  <a:lumMod val="75000"/>
                                </a:schemeClr>
                              </a:solidFill>
                              <a:latin typeface="Cambria Math" panose="02040503050406030204" pitchFamily="18" charset="0"/>
                            </a:rPr>
                          </m:ctrlPr>
                        </m:dPr>
                        <m:e>
                          <m:r>
                            <a:rPr lang="es-MX" sz="2000" b="1" i="1" smtClean="0">
                              <a:solidFill>
                                <a:schemeClr val="accent6">
                                  <a:lumMod val="75000"/>
                                </a:schemeClr>
                              </a:solidFill>
                              <a:latin typeface="Cambria Math" panose="02040503050406030204" pitchFamily="18" charset="0"/>
                            </a:rPr>
                            <m:t>𝒙</m:t>
                          </m:r>
                        </m:e>
                      </m:d>
                    </m:oMath>
                  </m:oMathPara>
                </a14:m>
                <a:endParaRPr lang="es-MX" sz="2000" dirty="0">
                  <a:solidFill>
                    <a:schemeClr val="accent1"/>
                  </a:solidFill>
                </a:endParaRPr>
              </a:p>
            </p:txBody>
          </p:sp>
        </mc:Choice>
        <mc:Fallback xmlns="">
          <p:sp>
            <p:nvSpPr>
              <p:cNvPr id="10" name="CuadroTexto 9">
                <a:extLst>
                  <a:ext uri="{FF2B5EF4-FFF2-40B4-BE49-F238E27FC236}">
                    <a16:creationId xmlns:a16="http://schemas.microsoft.com/office/drawing/2014/main" id="{334E155C-BE74-F240-9648-0A4741AC8315}"/>
                  </a:ext>
                </a:extLst>
              </p:cNvPr>
              <p:cNvSpPr txBox="1">
                <a:spLocks noRot="1" noChangeAspect="1" noMove="1" noResize="1" noEditPoints="1" noAdjustHandles="1" noChangeArrowheads="1" noChangeShapeType="1" noTextEdit="1"/>
              </p:cNvSpPr>
              <p:nvPr/>
            </p:nvSpPr>
            <p:spPr>
              <a:xfrm>
                <a:off x="7359898" y="2321693"/>
                <a:ext cx="1574514" cy="400110"/>
              </a:xfrm>
              <a:prstGeom prst="rect">
                <a:avLst/>
              </a:prstGeom>
              <a:blipFill>
                <a:blip r:embed="rId5"/>
                <a:stretch>
                  <a:fillRect b="-1076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3989C9F-7565-8584-686F-587852103B65}"/>
                  </a:ext>
                </a:extLst>
              </p:cNvPr>
              <p:cNvSpPr txBox="1"/>
              <p:nvPr/>
            </p:nvSpPr>
            <p:spPr>
              <a:xfrm>
                <a:off x="9161564" y="5125849"/>
                <a:ext cx="1831783" cy="400110"/>
              </a:xfrm>
              <a:prstGeom prst="rect">
                <a:avLst/>
              </a:prstGeom>
              <a:noFill/>
            </p:spPr>
            <p:txBody>
              <a:bodyPr wrap="square">
                <a:spAutoFit/>
              </a:bodyPr>
              <a:lstStyle/>
              <a:p>
                <a14:m>
                  <m:oMath xmlns:m="http://schemas.openxmlformats.org/officeDocument/2006/math">
                    <m:r>
                      <a:rPr lang="es-MX" sz="2000" b="1" i="1" smtClean="0">
                        <a:solidFill>
                          <a:srgbClr val="7030A0"/>
                        </a:solidFill>
                        <a:latin typeface="Cambria Math" panose="02040503050406030204" pitchFamily="18" charset="0"/>
                      </a:rPr>
                      <m:t>𝒛</m:t>
                    </m:r>
                    <m:r>
                      <a:rPr lang="es-MX" sz="2000" b="1" i="1" smtClean="0">
                        <a:solidFill>
                          <a:srgbClr val="7030A0"/>
                        </a:solidFill>
                        <a:latin typeface="Cambria Math" panose="02040503050406030204" pitchFamily="18" charset="0"/>
                      </a:rPr>
                      <m:t>=</m:t>
                    </m:r>
                  </m:oMath>
                </a14:m>
                <a:r>
                  <a:rPr lang="es-MX" sz="2000" b="1" dirty="0">
                    <a:solidFill>
                      <a:srgbClr val="7030A0"/>
                    </a:solidFill>
                  </a:rPr>
                  <a:t> </a:t>
                </a:r>
                <a14:m>
                  <m:oMath xmlns:m="http://schemas.openxmlformats.org/officeDocument/2006/math">
                    <m:sSub>
                      <m:sSubPr>
                        <m:ctrlPr>
                          <a:rPr lang="es-MX" sz="2000" b="1" i="1">
                            <a:solidFill>
                              <a:srgbClr val="7030A0"/>
                            </a:solidFill>
                            <a:latin typeface="Cambria Math" panose="02040503050406030204" pitchFamily="18" charset="0"/>
                          </a:rPr>
                        </m:ctrlPr>
                      </m:sSubPr>
                      <m:e>
                        <m:r>
                          <a:rPr lang="es-MX" sz="2000" b="1" i="1">
                            <a:solidFill>
                              <a:srgbClr val="7030A0"/>
                            </a:solidFill>
                            <a:latin typeface="Cambria Math" panose="02040503050406030204" pitchFamily="18" charset="0"/>
                            <a:ea typeface="Cambria Math" panose="02040503050406030204" pitchFamily="18" charset="0"/>
                          </a:rPr>
                          <m:t>𝜽</m:t>
                        </m:r>
                      </m:e>
                      <m:sub>
                        <m:r>
                          <a:rPr lang="es-MX" sz="2000" b="1" i="1">
                            <a:solidFill>
                              <a:srgbClr val="7030A0"/>
                            </a:solidFill>
                            <a:latin typeface="Cambria Math" panose="02040503050406030204" pitchFamily="18" charset="0"/>
                          </a:rPr>
                          <m:t>𝟎</m:t>
                        </m:r>
                      </m:sub>
                    </m:sSub>
                    <m:r>
                      <a:rPr lang="es-MX" sz="2000" b="1" i="1">
                        <a:solidFill>
                          <a:srgbClr val="7030A0"/>
                        </a:solidFill>
                        <a:latin typeface="Cambria Math" panose="02040503050406030204" pitchFamily="18" charset="0"/>
                      </a:rPr>
                      <m:t>+</m:t>
                    </m:r>
                    <m:sSub>
                      <m:sSubPr>
                        <m:ctrlPr>
                          <a:rPr lang="es-MX" sz="2000" b="1" i="1">
                            <a:solidFill>
                              <a:srgbClr val="7030A0"/>
                            </a:solidFill>
                            <a:latin typeface="Cambria Math" panose="02040503050406030204" pitchFamily="18" charset="0"/>
                          </a:rPr>
                        </m:ctrlPr>
                      </m:sSubPr>
                      <m:e>
                        <m:r>
                          <a:rPr lang="es-MX" sz="2000" b="1" i="1">
                            <a:solidFill>
                              <a:srgbClr val="7030A0"/>
                            </a:solidFill>
                            <a:latin typeface="Cambria Math" panose="02040503050406030204" pitchFamily="18" charset="0"/>
                            <a:ea typeface="Cambria Math" panose="02040503050406030204" pitchFamily="18" charset="0"/>
                          </a:rPr>
                          <m:t>𝜽</m:t>
                        </m:r>
                      </m:e>
                      <m:sub>
                        <m:r>
                          <a:rPr lang="es-MX" sz="2000" b="1" i="1">
                            <a:solidFill>
                              <a:srgbClr val="7030A0"/>
                            </a:solidFill>
                            <a:latin typeface="Cambria Math" panose="02040503050406030204" pitchFamily="18" charset="0"/>
                          </a:rPr>
                          <m:t>𝟏</m:t>
                        </m:r>
                      </m:sub>
                    </m:sSub>
                    <m:r>
                      <a:rPr lang="es-MX" sz="2000" b="1" i="1">
                        <a:solidFill>
                          <a:srgbClr val="7030A0"/>
                        </a:solidFill>
                        <a:latin typeface="Cambria Math" panose="02040503050406030204" pitchFamily="18" charset="0"/>
                      </a:rPr>
                      <m:t>𝒙</m:t>
                    </m:r>
                  </m:oMath>
                </a14:m>
                <a:endParaRPr lang="es-MX" sz="2000" dirty="0">
                  <a:solidFill>
                    <a:schemeClr val="accent1"/>
                  </a:solidFill>
                </a:endParaRPr>
              </a:p>
            </p:txBody>
          </p:sp>
        </mc:Choice>
        <mc:Fallback xmlns="">
          <p:sp>
            <p:nvSpPr>
              <p:cNvPr id="11" name="CuadroTexto 10">
                <a:extLst>
                  <a:ext uri="{FF2B5EF4-FFF2-40B4-BE49-F238E27FC236}">
                    <a16:creationId xmlns:a16="http://schemas.microsoft.com/office/drawing/2014/main" id="{C3989C9F-7565-8584-686F-587852103B65}"/>
                  </a:ext>
                </a:extLst>
              </p:cNvPr>
              <p:cNvSpPr txBox="1">
                <a:spLocks noRot="1" noChangeAspect="1" noMove="1" noResize="1" noEditPoints="1" noAdjustHandles="1" noChangeArrowheads="1" noChangeShapeType="1" noTextEdit="1"/>
              </p:cNvSpPr>
              <p:nvPr/>
            </p:nvSpPr>
            <p:spPr>
              <a:xfrm>
                <a:off x="9161564" y="5125849"/>
                <a:ext cx="1831783" cy="400110"/>
              </a:xfrm>
              <a:prstGeom prst="rect">
                <a:avLst/>
              </a:prstGeom>
              <a:blipFill>
                <a:blip r:embed="rId6"/>
                <a:stretch>
                  <a:fillRect b="-307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A991F55-949F-4C45-5DCB-B5AA7A32355A}"/>
                  </a:ext>
                </a:extLst>
              </p:cNvPr>
              <p:cNvSpPr txBox="1"/>
              <p:nvPr/>
            </p:nvSpPr>
            <p:spPr>
              <a:xfrm>
                <a:off x="829588" y="3008031"/>
                <a:ext cx="412972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b="1" i="1" smtClean="0">
                              <a:solidFill>
                                <a:srgbClr val="C00000"/>
                              </a:solidFill>
                              <a:latin typeface="Cambria Math" panose="02040503050406030204" pitchFamily="18" charset="0"/>
                            </a:rPr>
                          </m:ctrlPr>
                        </m:sSubPr>
                        <m:e>
                          <m:r>
                            <a:rPr lang="es-MX" sz="2400" b="1" i="1" smtClean="0">
                              <a:solidFill>
                                <a:srgbClr val="C00000"/>
                              </a:solidFill>
                              <a:latin typeface="Cambria Math" panose="02040503050406030204" pitchFamily="18" charset="0"/>
                            </a:rPr>
                            <m:t>𝒉</m:t>
                          </m:r>
                        </m:e>
                        <m:sub>
                          <m:r>
                            <a:rPr lang="es-MX" sz="2400" b="1" i="1" smtClean="0">
                              <a:solidFill>
                                <a:srgbClr val="C00000"/>
                              </a:solidFill>
                              <a:latin typeface="Cambria Math" panose="02040503050406030204" pitchFamily="18" charset="0"/>
                              <a:ea typeface="Cambria Math" panose="02040503050406030204" pitchFamily="18" charset="0"/>
                            </a:rPr>
                            <m:t>𝜽</m:t>
                          </m:r>
                        </m:sub>
                      </m:sSub>
                      <m:d>
                        <m:dPr>
                          <m:ctrlPr>
                            <a:rPr lang="es-MX" sz="2400" b="1" i="1" smtClean="0">
                              <a:solidFill>
                                <a:srgbClr val="C00000"/>
                              </a:solidFill>
                              <a:latin typeface="Cambria Math" panose="02040503050406030204" pitchFamily="18" charset="0"/>
                            </a:rPr>
                          </m:ctrlPr>
                        </m:dPr>
                        <m:e>
                          <m:r>
                            <a:rPr lang="es-MX" sz="2400" b="1" i="1" smtClean="0">
                              <a:solidFill>
                                <a:srgbClr val="C00000"/>
                              </a:solidFill>
                              <a:latin typeface="Cambria Math" panose="02040503050406030204" pitchFamily="18" charset="0"/>
                            </a:rPr>
                            <m:t>𝒙</m:t>
                          </m:r>
                        </m:e>
                      </m:d>
                      <m:r>
                        <a:rPr lang="es-MX" sz="2400" b="1" i="1">
                          <a:solidFill>
                            <a:srgbClr val="C00000"/>
                          </a:solidFill>
                          <a:latin typeface="Cambria Math" panose="02040503050406030204" pitchFamily="18" charset="0"/>
                          <a:ea typeface="Cambria Math" panose="02040503050406030204" pitchFamily="18" charset="0"/>
                        </a:rPr>
                        <m:t>≥</m:t>
                      </m:r>
                      <m:r>
                        <a:rPr lang="es-MX" sz="2400" b="1" i="1" smtClean="0">
                          <a:solidFill>
                            <a:srgbClr val="C00000"/>
                          </a:solidFill>
                          <a:latin typeface="Cambria Math" panose="02040503050406030204" pitchFamily="18" charset="0"/>
                          <a:ea typeface="Cambria Math" panose="02040503050406030204" pitchFamily="18" charset="0"/>
                        </a:rPr>
                        <m:t>𝟎</m:t>
                      </m:r>
                      <m:r>
                        <a:rPr lang="es-MX" sz="2400" b="1" i="1" smtClean="0">
                          <a:solidFill>
                            <a:srgbClr val="C00000"/>
                          </a:solidFill>
                          <a:latin typeface="Cambria Math" panose="02040503050406030204" pitchFamily="18" charset="0"/>
                          <a:ea typeface="Cambria Math" panose="02040503050406030204" pitchFamily="18" charset="0"/>
                        </a:rPr>
                        <m:t>.</m:t>
                      </m:r>
                      <m:r>
                        <a:rPr lang="es-MX" sz="2400" b="1" i="1" smtClean="0">
                          <a:solidFill>
                            <a:srgbClr val="C00000"/>
                          </a:solidFill>
                          <a:latin typeface="Cambria Math" panose="02040503050406030204" pitchFamily="18" charset="0"/>
                          <a:ea typeface="Cambria Math" panose="02040503050406030204" pitchFamily="18" charset="0"/>
                        </a:rPr>
                        <m:t>𝟓</m:t>
                      </m:r>
                      <m:r>
                        <a:rPr lang="es-MX" sz="2400" b="1" i="1" smtClean="0">
                          <a:solidFill>
                            <a:srgbClr val="C00000"/>
                          </a:solidFill>
                          <a:latin typeface="Cambria Math" panose="02040503050406030204" pitchFamily="18" charset="0"/>
                          <a:ea typeface="Cambria Math" panose="02040503050406030204" pitchFamily="18" charset="0"/>
                        </a:rPr>
                        <m:t>→</m:t>
                      </m:r>
                      <m:r>
                        <a:rPr lang="es-MX" sz="2400" b="1" i="1" smtClean="0">
                          <a:solidFill>
                            <a:srgbClr val="C00000"/>
                          </a:solidFill>
                          <a:latin typeface="Cambria Math" panose="02040503050406030204" pitchFamily="18" charset="0"/>
                          <a:ea typeface="Cambria Math" panose="02040503050406030204" pitchFamily="18" charset="0"/>
                        </a:rPr>
                        <m:t>𝒚</m:t>
                      </m:r>
                      <m:r>
                        <a:rPr lang="es-MX" sz="2400" b="1" i="1" smtClean="0">
                          <a:solidFill>
                            <a:srgbClr val="C00000"/>
                          </a:solidFill>
                          <a:latin typeface="Cambria Math" panose="02040503050406030204" pitchFamily="18" charset="0"/>
                          <a:ea typeface="Cambria Math" panose="02040503050406030204" pitchFamily="18" charset="0"/>
                        </a:rPr>
                        <m:t>=</m:t>
                      </m:r>
                      <m:r>
                        <a:rPr lang="es-MX" sz="2400" b="1" i="1" smtClean="0">
                          <a:solidFill>
                            <a:srgbClr val="C00000"/>
                          </a:solidFill>
                          <a:latin typeface="Cambria Math" panose="02040503050406030204" pitchFamily="18" charset="0"/>
                          <a:ea typeface="Cambria Math" panose="02040503050406030204" pitchFamily="18" charset="0"/>
                        </a:rPr>
                        <m:t>𝟏</m:t>
                      </m:r>
                      <m:r>
                        <a:rPr lang="es-MX" sz="2400" b="1" i="1" smtClean="0">
                          <a:solidFill>
                            <a:srgbClr val="C00000"/>
                          </a:solidFill>
                          <a:latin typeface="Cambria Math" panose="02040503050406030204" pitchFamily="18" charset="0"/>
                          <a:ea typeface="Cambria Math" panose="02040503050406030204" pitchFamily="18" charset="0"/>
                        </a:rPr>
                        <m:t> (</m:t>
                      </m:r>
                      <m:r>
                        <a:rPr lang="es-MX" sz="2400" b="1" i="1" smtClean="0">
                          <a:solidFill>
                            <a:srgbClr val="C00000"/>
                          </a:solidFill>
                          <a:latin typeface="Cambria Math" panose="02040503050406030204" pitchFamily="18" charset="0"/>
                          <a:ea typeface="Cambria Math" panose="02040503050406030204" pitchFamily="18" charset="0"/>
                        </a:rPr>
                        <m:t>𝑺𝑷𝑨𝑴</m:t>
                      </m:r>
                      <m:r>
                        <a:rPr lang="es-MX" sz="2400" b="1" i="1" smtClean="0">
                          <a:solidFill>
                            <a:srgbClr val="C00000"/>
                          </a:solidFill>
                          <a:latin typeface="Cambria Math" panose="02040503050406030204" pitchFamily="18" charset="0"/>
                          <a:ea typeface="Cambria Math" panose="02040503050406030204" pitchFamily="18" charset="0"/>
                        </a:rPr>
                        <m:t>)</m:t>
                      </m:r>
                    </m:oMath>
                  </m:oMathPara>
                </a14:m>
                <a:endParaRPr lang="es-MX" sz="2400" b="1" dirty="0"/>
              </a:p>
            </p:txBody>
          </p:sp>
        </mc:Choice>
        <mc:Fallback xmlns="">
          <p:sp>
            <p:nvSpPr>
              <p:cNvPr id="12" name="CuadroTexto 11">
                <a:extLst>
                  <a:ext uri="{FF2B5EF4-FFF2-40B4-BE49-F238E27FC236}">
                    <a16:creationId xmlns:a16="http://schemas.microsoft.com/office/drawing/2014/main" id="{7A991F55-949F-4C45-5DCB-B5AA7A32355A}"/>
                  </a:ext>
                </a:extLst>
              </p:cNvPr>
              <p:cNvSpPr txBox="1">
                <a:spLocks noRot="1" noChangeAspect="1" noMove="1" noResize="1" noEditPoints="1" noAdjustHandles="1" noChangeArrowheads="1" noChangeShapeType="1" noTextEdit="1"/>
              </p:cNvSpPr>
              <p:nvPr/>
            </p:nvSpPr>
            <p:spPr>
              <a:xfrm>
                <a:off x="829588" y="3008031"/>
                <a:ext cx="4129720" cy="369332"/>
              </a:xfrm>
              <a:prstGeom prst="rect">
                <a:avLst/>
              </a:prstGeom>
              <a:blipFill>
                <a:blip r:embed="rId7"/>
                <a:stretch>
                  <a:fillRect l="-1327" r="-2065" b="-34426"/>
                </a:stretch>
              </a:blipFill>
            </p:spPr>
            <p:txBody>
              <a:bodyPr/>
              <a:lstStyle/>
              <a:p>
                <a:r>
                  <a:rPr lang="es-MX">
                    <a:noFill/>
                  </a:rPr>
                  <a:t> </a:t>
                </a:r>
              </a:p>
            </p:txBody>
          </p:sp>
        </mc:Fallback>
      </mc:AlternateContent>
      <p:cxnSp>
        <p:nvCxnSpPr>
          <p:cNvPr id="14" name="Conector recto de flecha 13">
            <a:extLst>
              <a:ext uri="{FF2B5EF4-FFF2-40B4-BE49-F238E27FC236}">
                <a16:creationId xmlns:a16="http://schemas.microsoft.com/office/drawing/2014/main" id="{7D5EAD66-BB69-EF0B-5767-FB2E254519F5}"/>
              </a:ext>
            </a:extLst>
          </p:cNvPr>
          <p:cNvCxnSpPr/>
          <p:nvPr/>
        </p:nvCxnSpPr>
        <p:spPr>
          <a:xfrm>
            <a:off x="8153324" y="3866438"/>
            <a:ext cx="1746858" cy="0"/>
          </a:xfrm>
          <a:prstGeom prst="straightConnector1">
            <a:avLst/>
          </a:prstGeom>
          <a:ln>
            <a:solidFill>
              <a:srgbClr val="C00000"/>
            </a:solidFill>
            <a:tailEnd type="triangle"/>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D0D9028-90A4-D09E-91FD-189B6E22FFEF}"/>
                  </a:ext>
                </a:extLst>
              </p:cNvPr>
              <p:cNvSpPr txBox="1"/>
              <p:nvPr/>
            </p:nvSpPr>
            <p:spPr>
              <a:xfrm>
                <a:off x="8390177" y="3446772"/>
                <a:ext cx="14704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800" b="1" i="1" smtClean="0">
                          <a:solidFill>
                            <a:srgbClr val="C00000"/>
                          </a:solidFill>
                          <a:latin typeface="Cambria Math" panose="02040503050406030204" pitchFamily="18" charset="0"/>
                          <a:ea typeface="Cambria Math" panose="02040503050406030204" pitchFamily="18" charset="0"/>
                        </a:rPr>
                        <m:t>𝒚</m:t>
                      </m:r>
                      <m:r>
                        <a:rPr lang="es-MX" sz="1800" b="1" i="1" smtClean="0">
                          <a:solidFill>
                            <a:srgbClr val="C00000"/>
                          </a:solidFill>
                          <a:latin typeface="Cambria Math" panose="02040503050406030204" pitchFamily="18" charset="0"/>
                          <a:ea typeface="Cambria Math" panose="02040503050406030204" pitchFamily="18" charset="0"/>
                        </a:rPr>
                        <m:t>=</m:t>
                      </m:r>
                      <m:r>
                        <a:rPr lang="es-MX" sz="1800" b="1" i="1" smtClean="0">
                          <a:solidFill>
                            <a:srgbClr val="C00000"/>
                          </a:solidFill>
                          <a:latin typeface="Cambria Math" panose="02040503050406030204" pitchFamily="18" charset="0"/>
                          <a:ea typeface="Cambria Math" panose="02040503050406030204" pitchFamily="18" charset="0"/>
                        </a:rPr>
                        <m:t>𝟏</m:t>
                      </m:r>
                      <m:r>
                        <a:rPr lang="es-MX" sz="1800" b="1" i="1" smtClean="0">
                          <a:solidFill>
                            <a:srgbClr val="C00000"/>
                          </a:solidFill>
                          <a:latin typeface="Cambria Math" panose="02040503050406030204" pitchFamily="18" charset="0"/>
                          <a:ea typeface="Cambria Math" panose="02040503050406030204" pitchFamily="18" charset="0"/>
                        </a:rPr>
                        <m:t> </m:t>
                      </m:r>
                    </m:oMath>
                  </m:oMathPara>
                </a14:m>
                <a:endParaRPr lang="es-MX" dirty="0"/>
              </a:p>
            </p:txBody>
          </p:sp>
        </mc:Choice>
        <mc:Fallback xmlns="">
          <p:sp>
            <p:nvSpPr>
              <p:cNvPr id="16" name="CuadroTexto 15">
                <a:extLst>
                  <a:ext uri="{FF2B5EF4-FFF2-40B4-BE49-F238E27FC236}">
                    <a16:creationId xmlns:a16="http://schemas.microsoft.com/office/drawing/2014/main" id="{5D0D9028-90A4-D09E-91FD-189B6E22FFEF}"/>
                  </a:ext>
                </a:extLst>
              </p:cNvPr>
              <p:cNvSpPr txBox="1">
                <a:spLocks noRot="1" noChangeAspect="1" noMove="1" noResize="1" noEditPoints="1" noAdjustHandles="1" noChangeArrowheads="1" noChangeShapeType="1" noTextEdit="1"/>
              </p:cNvSpPr>
              <p:nvPr/>
            </p:nvSpPr>
            <p:spPr>
              <a:xfrm>
                <a:off x="8390177" y="3446772"/>
                <a:ext cx="1470435" cy="369332"/>
              </a:xfrm>
              <a:prstGeom prst="rect">
                <a:avLst/>
              </a:prstGeom>
              <a:blipFill>
                <a:blip r:embed="rId8"/>
                <a:stretch>
                  <a:fillRect b="-819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A7EE890-EB45-3237-5C7C-CFCA34F13BAF}"/>
                  </a:ext>
                </a:extLst>
              </p:cNvPr>
              <p:cNvSpPr txBox="1"/>
              <p:nvPr/>
            </p:nvSpPr>
            <p:spPr>
              <a:xfrm>
                <a:off x="819313" y="3516021"/>
                <a:ext cx="3958170"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400" b="1" i="1" smtClean="0">
                          <a:solidFill>
                            <a:schemeClr val="accent4"/>
                          </a:solidFill>
                          <a:latin typeface="Cambria Math" panose="02040503050406030204" pitchFamily="18" charset="0"/>
                        </a:rPr>
                        <m:t>𝒛</m:t>
                      </m:r>
                      <m:r>
                        <a:rPr lang="es-MX" sz="2400" b="1" i="1" smtClean="0">
                          <a:solidFill>
                            <a:schemeClr val="accent4"/>
                          </a:solidFill>
                          <a:latin typeface="Cambria Math" panose="02040503050406030204" pitchFamily="18" charset="0"/>
                          <a:ea typeface="Cambria Math" panose="02040503050406030204" pitchFamily="18" charset="0"/>
                        </a:rPr>
                        <m:t>≥</m:t>
                      </m:r>
                      <m:r>
                        <a:rPr lang="es-MX" sz="2400" b="1" i="1" smtClean="0">
                          <a:solidFill>
                            <a:schemeClr val="accent4"/>
                          </a:solidFill>
                          <a:latin typeface="Cambria Math" panose="02040503050406030204" pitchFamily="18" charset="0"/>
                          <a:ea typeface="Cambria Math" panose="02040503050406030204" pitchFamily="18" charset="0"/>
                        </a:rPr>
                        <m:t>𝟎</m:t>
                      </m:r>
                      <m:r>
                        <a:rPr lang="es-MX" sz="2400" b="1" i="1" smtClean="0">
                          <a:solidFill>
                            <a:schemeClr val="accent4"/>
                          </a:solidFill>
                          <a:latin typeface="Cambria Math" panose="02040503050406030204" pitchFamily="18" charset="0"/>
                          <a:ea typeface="Cambria Math" panose="02040503050406030204" pitchFamily="18" charset="0"/>
                        </a:rPr>
                        <m:t>→</m:t>
                      </m:r>
                      <m:r>
                        <a:rPr lang="es-MX" sz="2400" b="1" i="1" smtClean="0">
                          <a:solidFill>
                            <a:schemeClr val="accent4"/>
                          </a:solidFill>
                          <a:latin typeface="Cambria Math" panose="02040503050406030204" pitchFamily="18" charset="0"/>
                          <a:ea typeface="Cambria Math" panose="02040503050406030204" pitchFamily="18" charset="0"/>
                        </a:rPr>
                        <m:t>𝒚</m:t>
                      </m:r>
                      <m:r>
                        <a:rPr lang="es-MX" sz="2400" b="1" i="1" smtClean="0">
                          <a:solidFill>
                            <a:schemeClr val="accent4"/>
                          </a:solidFill>
                          <a:latin typeface="Cambria Math" panose="02040503050406030204" pitchFamily="18" charset="0"/>
                          <a:ea typeface="Cambria Math" panose="02040503050406030204" pitchFamily="18" charset="0"/>
                        </a:rPr>
                        <m:t>=</m:t>
                      </m:r>
                      <m:r>
                        <a:rPr lang="es-MX" sz="2400" b="1" i="1" smtClean="0">
                          <a:solidFill>
                            <a:schemeClr val="accent4"/>
                          </a:solidFill>
                          <a:latin typeface="Cambria Math" panose="02040503050406030204" pitchFamily="18" charset="0"/>
                          <a:ea typeface="Cambria Math" panose="02040503050406030204" pitchFamily="18" charset="0"/>
                        </a:rPr>
                        <m:t>𝟏</m:t>
                      </m:r>
                    </m:oMath>
                  </m:oMathPara>
                </a14:m>
                <a:endParaRPr lang="es-MX" sz="2400" dirty="0">
                  <a:solidFill>
                    <a:schemeClr val="accent4"/>
                  </a:solidFill>
                </a:endParaRPr>
              </a:p>
            </p:txBody>
          </p:sp>
        </mc:Choice>
        <mc:Fallback xmlns="">
          <p:sp>
            <p:nvSpPr>
              <p:cNvPr id="17" name="CuadroTexto 16">
                <a:extLst>
                  <a:ext uri="{FF2B5EF4-FFF2-40B4-BE49-F238E27FC236}">
                    <a16:creationId xmlns:a16="http://schemas.microsoft.com/office/drawing/2014/main" id="{FA7EE890-EB45-3237-5C7C-CFCA34F13BAF}"/>
                  </a:ext>
                </a:extLst>
              </p:cNvPr>
              <p:cNvSpPr txBox="1">
                <a:spLocks noRot="1" noChangeAspect="1" noMove="1" noResize="1" noEditPoints="1" noAdjustHandles="1" noChangeArrowheads="1" noChangeShapeType="1" noTextEdit="1"/>
              </p:cNvSpPr>
              <p:nvPr/>
            </p:nvSpPr>
            <p:spPr>
              <a:xfrm>
                <a:off x="819313" y="3516021"/>
                <a:ext cx="3958170" cy="461665"/>
              </a:xfrm>
              <a:prstGeom prst="rect">
                <a:avLst/>
              </a:prstGeom>
              <a:blipFill>
                <a:blip r:embed="rId9"/>
                <a:stretch>
                  <a:fillRect b="-11842"/>
                </a:stretch>
              </a:blipFill>
            </p:spPr>
            <p:txBody>
              <a:bodyPr/>
              <a:lstStyle/>
              <a:p>
                <a:r>
                  <a:rPr lang="es-MX">
                    <a:noFill/>
                  </a:rPr>
                  <a:t> </a:t>
                </a:r>
              </a:p>
            </p:txBody>
          </p:sp>
        </mc:Fallback>
      </mc:AlternateContent>
      <p:cxnSp>
        <p:nvCxnSpPr>
          <p:cNvPr id="19" name="Conector recto de flecha 18">
            <a:extLst>
              <a:ext uri="{FF2B5EF4-FFF2-40B4-BE49-F238E27FC236}">
                <a16:creationId xmlns:a16="http://schemas.microsoft.com/office/drawing/2014/main" id="{67CBAA1F-A451-4412-2F60-1BB29E63E497}"/>
              </a:ext>
            </a:extLst>
          </p:cNvPr>
          <p:cNvCxnSpPr/>
          <p:nvPr/>
        </p:nvCxnSpPr>
        <p:spPr>
          <a:xfrm>
            <a:off x="8153324" y="4952144"/>
            <a:ext cx="1925624" cy="0"/>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1990EC7-9C0D-70FE-6594-F2C745EB1CC4}"/>
                  </a:ext>
                </a:extLst>
              </p:cNvPr>
              <p:cNvSpPr txBox="1"/>
              <p:nvPr/>
            </p:nvSpPr>
            <p:spPr>
              <a:xfrm>
                <a:off x="8380918" y="4532477"/>
                <a:ext cx="14704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800" b="1" i="1" smtClean="0">
                          <a:solidFill>
                            <a:schemeClr val="accent4"/>
                          </a:solidFill>
                          <a:latin typeface="Cambria Math" panose="02040503050406030204" pitchFamily="18" charset="0"/>
                          <a:ea typeface="Cambria Math" panose="02040503050406030204" pitchFamily="18" charset="0"/>
                        </a:rPr>
                        <m:t>𝒚</m:t>
                      </m:r>
                      <m:r>
                        <a:rPr lang="es-MX" sz="1800" b="1" i="1" smtClean="0">
                          <a:solidFill>
                            <a:schemeClr val="accent4"/>
                          </a:solidFill>
                          <a:latin typeface="Cambria Math" panose="02040503050406030204" pitchFamily="18" charset="0"/>
                          <a:ea typeface="Cambria Math" panose="02040503050406030204" pitchFamily="18" charset="0"/>
                        </a:rPr>
                        <m:t>=</m:t>
                      </m:r>
                      <m:r>
                        <a:rPr lang="es-MX" sz="1800" b="1" i="1" smtClean="0">
                          <a:solidFill>
                            <a:schemeClr val="accent4"/>
                          </a:solidFill>
                          <a:latin typeface="Cambria Math" panose="02040503050406030204" pitchFamily="18" charset="0"/>
                          <a:ea typeface="Cambria Math" panose="02040503050406030204" pitchFamily="18" charset="0"/>
                        </a:rPr>
                        <m:t>𝟏</m:t>
                      </m:r>
                      <m:r>
                        <a:rPr lang="es-MX" sz="1800" b="1" i="1" smtClean="0">
                          <a:solidFill>
                            <a:schemeClr val="accent4"/>
                          </a:solidFill>
                          <a:latin typeface="Cambria Math" panose="02040503050406030204" pitchFamily="18" charset="0"/>
                          <a:ea typeface="Cambria Math" panose="02040503050406030204" pitchFamily="18" charset="0"/>
                        </a:rPr>
                        <m:t> </m:t>
                      </m:r>
                    </m:oMath>
                  </m:oMathPara>
                </a14:m>
                <a:endParaRPr lang="es-MX" dirty="0">
                  <a:solidFill>
                    <a:schemeClr val="accent4"/>
                  </a:solidFill>
                </a:endParaRPr>
              </a:p>
            </p:txBody>
          </p:sp>
        </mc:Choice>
        <mc:Fallback xmlns="">
          <p:sp>
            <p:nvSpPr>
              <p:cNvPr id="20" name="CuadroTexto 19">
                <a:extLst>
                  <a:ext uri="{FF2B5EF4-FFF2-40B4-BE49-F238E27FC236}">
                    <a16:creationId xmlns:a16="http://schemas.microsoft.com/office/drawing/2014/main" id="{E1990EC7-9C0D-70FE-6594-F2C745EB1CC4}"/>
                  </a:ext>
                </a:extLst>
              </p:cNvPr>
              <p:cNvSpPr txBox="1">
                <a:spLocks noRot="1" noChangeAspect="1" noMove="1" noResize="1" noEditPoints="1" noAdjustHandles="1" noChangeArrowheads="1" noChangeShapeType="1" noTextEdit="1"/>
              </p:cNvSpPr>
              <p:nvPr/>
            </p:nvSpPr>
            <p:spPr>
              <a:xfrm>
                <a:off x="8380918" y="4532477"/>
                <a:ext cx="1470435" cy="369332"/>
              </a:xfrm>
              <a:prstGeom prst="rect">
                <a:avLst/>
              </a:prstGeom>
              <a:blipFill>
                <a:blip r:embed="rId10"/>
                <a:stretch>
                  <a:fillRect b="-8333"/>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F5AE7281-CA26-88EE-BBE8-9CADF9235010}"/>
                  </a:ext>
                </a:extLst>
              </p:cNvPr>
              <p:cNvSpPr txBox="1"/>
              <p:nvPr/>
            </p:nvSpPr>
            <p:spPr>
              <a:xfrm>
                <a:off x="829588" y="4183815"/>
                <a:ext cx="3341720"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MX" sz="2400" b="1" i="1" smtClean="0">
                              <a:solidFill>
                                <a:srgbClr val="7030A0"/>
                              </a:solidFill>
                              <a:latin typeface="Cambria Math" panose="02040503050406030204" pitchFamily="18" charset="0"/>
                            </a:rPr>
                          </m:ctrlPr>
                        </m:sSubPr>
                        <m:e>
                          <m:r>
                            <a:rPr lang="es-MX" sz="2400" b="1" i="1">
                              <a:solidFill>
                                <a:srgbClr val="7030A0"/>
                              </a:solidFill>
                              <a:latin typeface="Cambria Math" panose="02040503050406030204" pitchFamily="18" charset="0"/>
                              <a:ea typeface="Cambria Math" panose="02040503050406030204" pitchFamily="18" charset="0"/>
                            </a:rPr>
                            <m:t>𝜽</m:t>
                          </m:r>
                        </m:e>
                        <m:sub>
                          <m:r>
                            <a:rPr lang="es-MX" sz="2400" b="1" i="1">
                              <a:solidFill>
                                <a:srgbClr val="7030A0"/>
                              </a:solidFill>
                              <a:latin typeface="Cambria Math" panose="02040503050406030204" pitchFamily="18" charset="0"/>
                            </a:rPr>
                            <m:t>𝟎</m:t>
                          </m:r>
                        </m:sub>
                      </m:sSub>
                      <m:r>
                        <a:rPr lang="es-MX" sz="2400" b="1" i="1">
                          <a:solidFill>
                            <a:srgbClr val="7030A0"/>
                          </a:solidFill>
                          <a:latin typeface="Cambria Math" panose="02040503050406030204" pitchFamily="18" charset="0"/>
                        </a:rPr>
                        <m:t>+</m:t>
                      </m:r>
                      <m:sSub>
                        <m:sSubPr>
                          <m:ctrlPr>
                            <a:rPr lang="es-MX" sz="2400" b="1" i="1">
                              <a:solidFill>
                                <a:srgbClr val="7030A0"/>
                              </a:solidFill>
                              <a:latin typeface="Cambria Math" panose="02040503050406030204" pitchFamily="18" charset="0"/>
                            </a:rPr>
                          </m:ctrlPr>
                        </m:sSubPr>
                        <m:e>
                          <m:r>
                            <a:rPr lang="es-MX" sz="2400" b="1" i="1">
                              <a:solidFill>
                                <a:srgbClr val="7030A0"/>
                              </a:solidFill>
                              <a:latin typeface="Cambria Math" panose="02040503050406030204" pitchFamily="18" charset="0"/>
                              <a:ea typeface="Cambria Math" panose="02040503050406030204" pitchFamily="18" charset="0"/>
                            </a:rPr>
                            <m:t>𝜽</m:t>
                          </m:r>
                        </m:e>
                        <m:sub>
                          <m:r>
                            <a:rPr lang="es-MX" sz="2400" b="1" i="1">
                              <a:solidFill>
                                <a:srgbClr val="7030A0"/>
                              </a:solidFill>
                              <a:latin typeface="Cambria Math" panose="02040503050406030204" pitchFamily="18" charset="0"/>
                            </a:rPr>
                            <m:t>𝟏</m:t>
                          </m:r>
                        </m:sub>
                      </m:sSub>
                      <m:r>
                        <a:rPr lang="es-MX" sz="2400" b="1" i="1">
                          <a:solidFill>
                            <a:srgbClr val="7030A0"/>
                          </a:solidFill>
                          <a:latin typeface="Cambria Math" panose="02040503050406030204" pitchFamily="18" charset="0"/>
                        </a:rPr>
                        <m:t>𝒙</m:t>
                      </m:r>
                      <m:r>
                        <a:rPr lang="es-MX" sz="2400" b="1" i="1" smtClean="0">
                          <a:solidFill>
                            <a:srgbClr val="7030A0"/>
                          </a:solidFill>
                          <a:latin typeface="Cambria Math" panose="02040503050406030204" pitchFamily="18" charset="0"/>
                          <a:ea typeface="Cambria Math" panose="02040503050406030204" pitchFamily="18" charset="0"/>
                        </a:rPr>
                        <m:t>≥</m:t>
                      </m:r>
                      <m:r>
                        <a:rPr lang="es-MX" sz="2400" b="1" i="1" smtClean="0">
                          <a:solidFill>
                            <a:srgbClr val="7030A0"/>
                          </a:solidFill>
                          <a:latin typeface="Cambria Math" panose="02040503050406030204" pitchFamily="18" charset="0"/>
                          <a:ea typeface="Cambria Math" panose="02040503050406030204" pitchFamily="18" charset="0"/>
                        </a:rPr>
                        <m:t>𝟎</m:t>
                      </m:r>
                      <m:r>
                        <a:rPr lang="es-MX" sz="2400" b="1" i="1" smtClean="0">
                          <a:solidFill>
                            <a:srgbClr val="7030A0"/>
                          </a:solidFill>
                          <a:latin typeface="Cambria Math" panose="02040503050406030204" pitchFamily="18" charset="0"/>
                          <a:ea typeface="Cambria Math" panose="02040503050406030204" pitchFamily="18" charset="0"/>
                        </a:rPr>
                        <m:t>→</m:t>
                      </m:r>
                      <m:r>
                        <a:rPr lang="es-MX" sz="2400" b="1" i="1" smtClean="0">
                          <a:solidFill>
                            <a:srgbClr val="7030A0"/>
                          </a:solidFill>
                          <a:latin typeface="Cambria Math" panose="02040503050406030204" pitchFamily="18" charset="0"/>
                          <a:ea typeface="Cambria Math" panose="02040503050406030204" pitchFamily="18" charset="0"/>
                        </a:rPr>
                        <m:t>𝒚</m:t>
                      </m:r>
                      <m:r>
                        <a:rPr lang="es-MX" sz="2400" b="1" i="1" smtClean="0">
                          <a:solidFill>
                            <a:srgbClr val="7030A0"/>
                          </a:solidFill>
                          <a:latin typeface="Cambria Math" panose="02040503050406030204" pitchFamily="18" charset="0"/>
                          <a:ea typeface="Cambria Math" panose="02040503050406030204" pitchFamily="18" charset="0"/>
                        </a:rPr>
                        <m:t>=</m:t>
                      </m:r>
                      <m:r>
                        <a:rPr lang="es-MX" sz="2400" b="1" i="1" smtClean="0">
                          <a:solidFill>
                            <a:srgbClr val="7030A0"/>
                          </a:solidFill>
                          <a:latin typeface="Cambria Math" panose="02040503050406030204" pitchFamily="18" charset="0"/>
                          <a:ea typeface="Cambria Math" panose="02040503050406030204" pitchFamily="18" charset="0"/>
                        </a:rPr>
                        <m:t>𝟏</m:t>
                      </m:r>
                    </m:oMath>
                  </m:oMathPara>
                </a14:m>
                <a:endParaRPr lang="es-MX" sz="2400" dirty="0">
                  <a:solidFill>
                    <a:schemeClr val="accent4"/>
                  </a:solidFill>
                </a:endParaRPr>
              </a:p>
            </p:txBody>
          </p:sp>
        </mc:Choice>
        <mc:Fallback xmlns="">
          <p:sp>
            <p:nvSpPr>
              <p:cNvPr id="3" name="CuadroTexto 2">
                <a:extLst>
                  <a:ext uri="{FF2B5EF4-FFF2-40B4-BE49-F238E27FC236}">
                    <a16:creationId xmlns:a16="http://schemas.microsoft.com/office/drawing/2014/main" id="{F5AE7281-CA26-88EE-BBE8-9CADF9235010}"/>
                  </a:ext>
                </a:extLst>
              </p:cNvPr>
              <p:cNvSpPr txBox="1">
                <a:spLocks noRot="1" noChangeAspect="1" noMove="1" noResize="1" noEditPoints="1" noAdjustHandles="1" noChangeArrowheads="1" noChangeShapeType="1" noTextEdit="1"/>
              </p:cNvSpPr>
              <p:nvPr/>
            </p:nvSpPr>
            <p:spPr>
              <a:xfrm>
                <a:off x="829588" y="4183815"/>
                <a:ext cx="3341720" cy="461665"/>
              </a:xfrm>
              <a:prstGeom prst="rect">
                <a:avLst/>
              </a:prstGeom>
              <a:blipFill>
                <a:blip r:embed="rId11"/>
                <a:stretch>
                  <a:fillRect l="-365" b="-11842"/>
                </a:stretch>
              </a:blipFill>
            </p:spPr>
            <p:txBody>
              <a:bodyPr/>
              <a:lstStyle/>
              <a:p>
                <a:r>
                  <a:rPr lang="es-MX">
                    <a:noFill/>
                  </a:rPr>
                  <a:t> </a:t>
                </a:r>
              </a:p>
            </p:txBody>
          </p:sp>
        </mc:Fallback>
      </mc:AlternateContent>
    </p:spTree>
    <p:extLst>
      <p:ext uri="{BB962C8B-B14F-4D97-AF65-F5344CB8AC3E}">
        <p14:creationId xmlns:p14="http://schemas.microsoft.com/office/powerpoint/2010/main" val="35776057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7095-668A-C3E5-9279-7C950A325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BA5141-3601-DA9A-E549-D131754216AC}"/>
              </a:ext>
            </a:extLst>
          </p:cNvPr>
          <p:cNvSpPr>
            <a:spLocks noGrp="1"/>
          </p:cNvSpPr>
          <p:nvPr>
            <p:ph type="title"/>
          </p:nvPr>
        </p:nvSpPr>
        <p:spPr>
          <a:xfrm>
            <a:off x="613930" y="41292"/>
            <a:ext cx="11317701" cy="1682468"/>
          </a:xfrm>
        </p:spPr>
        <p:txBody>
          <a:bodyPr>
            <a:normAutofit fontScale="90000"/>
          </a:bodyPr>
          <a:lstStyle/>
          <a:p>
            <a:r>
              <a:rPr lang="es-ES_tradnl" dirty="0"/>
              <a:t>									</a:t>
            </a:r>
            <a:r>
              <a:rPr lang="es-ES_tradnl" sz="2200" dirty="0"/>
              <a:t>Regresión Logística</a:t>
            </a:r>
            <a:br>
              <a:rPr lang="es-ES_tradnl" dirty="0"/>
            </a:br>
            <a:r>
              <a:rPr lang="es-ES_tradnl" dirty="0"/>
              <a:t>Interpretación del resultado de la función hipótesis</a:t>
            </a:r>
            <a:r>
              <a:rPr lang="es-ES_tradnl" sz="3100" dirty="0"/>
              <a:t>.</a:t>
            </a:r>
            <a:endParaRPr lang="es-ES_tradnl" dirty="0"/>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436627BD-9D52-4904-C42A-55C03856EE8E}"/>
                  </a:ext>
                </a:extLst>
              </p:cNvPr>
              <p:cNvSpPr txBox="1"/>
              <p:nvPr/>
            </p:nvSpPr>
            <p:spPr>
              <a:xfrm>
                <a:off x="769671" y="1929928"/>
                <a:ext cx="419159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400" b="1" i="1" smtClean="0">
                              <a:solidFill>
                                <a:schemeClr val="tx1"/>
                              </a:solidFill>
                              <a:latin typeface="Cambria Math" panose="02040503050406030204" pitchFamily="18" charset="0"/>
                            </a:rPr>
                          </m:ctrlPr>
                        </m:sSubPr>
                        <m:e>
                          <m:r>
                            <a:rPr lang="es-MX" sz="2400" b="1" i="1" smtClean="0">
                              <a:solidFill>
                                <a:schemeClr val="tx1"/>
                              </a:solidFill>
                              <a:latin typeface="Cambria Math" panose="02040503050406030204" pitchFamily="18" charset="0"/>
                            </a:rPr>
                            <m:t>𝒉</m:t>
                          </m:r>
                        </m:e>
                        <m:sub>
                          <m:r>
                            <a:rPr lang="es-MX" sz="2400" b="1" i="1" smtClean="0">
                              <a:solidFill>
                                <a:schemeClr val="tx1"/>
                              </a:solidFill>
                              <a:latin typeface="Cambria Math" panose="02040503050406030204" pitchFamily="18" charset="0"/>
                              <a:ea typeface="Cambria Math" panose="02040503050406030204" pitchFamily="18" charset="0"/>
                            </a:rPr>
                            <m:t>𝜽</m:t>
                          </m:r>
                        </m:sub>
                      </m:sSub>
                      <m:d>
                        <m:dPr>
                          <m:ctrlPr>
                            <a:rPr lang="es-MX" sz="2400" b="1" i="1" smtClean="0">
                              <a:solidFill>
                                <a:schemeClr val="tx1"/>
                              </a:solidFill>
                              <a:latin typeface="Cambria Math" panose="02040503050406030204" pitchFamily="18" charset="0"/>
                            </a:rPr>
                          </m:ctrlPr>
                        </m:dPr>
                        <m:e>
                          <m:r>
                            <a:rPr lang="es-MX" sz="2400" b="1" i="1" smtClean="0">
                              <a:solidFill>
                                <a:schemeClr val="tx1"/>
                              </a:solidFill>
                              <a:latin typeface="Cambria Math" panose="02040503050406030204" pitchFamily="18" charset="0"/>
                            </a:rPr>
                            <m:t>𝒙</m:t>
                          </m:r>
                        </m:e>
                      </m:d>
                      <m:r>
                        <a:rPr lang="es-MX" sz="2400" b="1" i="1" smtClean="0">
                          <a:solidFill>
                            <a:schemeClr val="tx1"/>
                          </a:solidFill>
                          <a:latin typeface="Cambria Math" panose="02040503050406030204" pitchFamily="18" charset="0"/>
                        </a:rPr>
                        <m:t>=</m:t>
                      </m:r>
                      <m:r>
                        <a:rPr lang="es-MX" sz="2400" b="1" i="1" smtClean="0">
                          <a:solidFill>
                            <a:schemeClr val="tx1"/>
                          </a:solidFill>
                          <a:latin typeface="Cambria Math" panose="02040503050406030204" pitchFamily="18" charset="0"/>
                        </a:rPr>
                        <m:t>𝒈</m:t>
                      </m:r>
                      <m:d>
                        <m:dPr>
                          <m:ctrlPr>
                            <a:rPr lang="es-MX" sz="2400" b="1" i="1" smtClean="0">
                              <a:solidFill>
                                <a:schemeClr val="tx1"/>
                              </a:solidFill>
                              <a:latin typeface="Cambria Math" panose="02040503050406030204" pitchFamily="18" charset="0"/>
                            </a:rPr>
                          </m:ctrlPr>
                        </m:dPr>
                        <m:e>
                          <m:sSub>
                            <m:sSubPr>
                              <m:ctrlPr>
                                <a:rPr lang="es-MX" sz="2400" b="1" i="1" smtClean="0">
                                  <a:solidFill>
                                    <a:schemeClr val="tx1"/>
                                  </a:solidFill>
                                  <a:latin typeface="Cambria Math" panose="02040503050406030204" pitchFamily="18" charset="0"/>
                                </a:rPr>
                              </m:ctrlPr>
                            </m:sSubPr>
                            <m:e>
                              <m:r>
                                <a:rPr lang="es-MX" sz="2400" b="1" i="1" smtClean="0">
                                  <a:solidFill>
                                    <a:schemeClr val="tx1"/>
                                  </a:solidFill>
                                  <a:latin typeface="Cambria Math" panose="02040503050406030204" pitchFamily="18" charset="0"/>
                                  <a:ea typeface="Cambria Math" panose="02040503050406030204" pitchFamily="18" charset="0"/>
                                </a:rPr>
                                <m:t>𝜽</m:t>
                              </m:r>
                            </m:e>
                            <m:sub>
                              <m:r>
                                <a:rPr lang="es-MX" sz="2400" b="1" i="1" smtClean="0">
                                  <a:solidFill>
                                    <a:schemeClr val="tx1"/>
                                  </a:solidFill>
                                  <a:latin typeface="Cambria Math" panose="02040503050406030204" pitchFamily="18" charset="0"/>
                                </a:rPr>
                                <m:t>𝟎</m:t>
                              </m:r>
                            </m:sub>
                          </m:sSub>
                          <m:r>
                            <a:rPr lang="es-MX" sz="2400" b="1" i="1" smtClean="0">
                              <a:solidFill>
                                <a:schemeClr val="tx1"/>
                              </a:solidFill>
                              <a:latin typeface="Cambria Math" panose="02040503050406030204" pitchFamily="18" charset="0"/>
                            </a:rPr>
                            <m:t>+</m:t>
                          </m:r>
                          <m:sSub>
                            <m:sSubPr>
                              <m:ctrlPr>
                                <a:rPr lang="es-MX" sz="2400" b="1" i="1" smtClean="0">
                                  <a:solidFill>
                                    <a:schemeClr val="tx1"/>
                                  </a:solidFill>
                                  <a:latin typeface="Cambria Math" panose="02040503050406030204" pitchFamily="18" charset="0"/>
                                </a:rPr>
                              </m:ctrlPr>
                            </m:sSubPr>
                            <m:e>
                              <m:r>
                                <a:rPr lang="es-MX" sz="2400" b="1" i="1" smtClean="0">
                                  <a:solidFill>
                                    <a:schemeClr val="tx1"/>
                                  </a:solidFill>
                                  <a:latin typeface="Cambria Math" panose="02040503050406030204" pitchFamily="18" charset="0"/>
                                  <a:ea typeface="Cambria Math" panose="02040503050406030204" pitchFamily="18" charset="0"/>
                                </a:rPr>
                                <m:t>𝜽</m:t>
                              </m:r>
                            </m:e>
                            <m:sub>
                              <m:r>
                                <a:rPr lang="es-MX" sz="2400" b="1" i="1" smtClean="0">
                                  <a:solidFill>
                                    <a:schemeClr val="tx1"/>
                                  </a:solidFill>
                                  <a:latin typeface="Cambria Math" panose="02040503050406030204" pitchFamily="18" charset="0"/>
                                </a:rPr>
                                <m:t>𝟏</m:t>
                              </m:r>
                            </m:sub>
                          </m:sSub>
                          <m:sSub>
                            <m:sSubPr>
                              <m:ctrlPr>
                                <a:rPr lang="es-MX" sz="2400" b="1" i="1" smtClean="0">
                                  <a:solidFill>
                                    <a:srgbClr val="FFC000"/>
                                  </a:solidFill>
                                  <a:latin typeface="Cambria Math" panose="02040503050406030204" pitchFamily="18" charset="0"/>
                                </a:rPr>
                              </m:ctrlPr>
                            </m:sSubPr>
                            <m:e>
                              <m:r>
                                <a:rPr lang="es-ES" sz="2400" b="1" i="1" smtClean="0">
                                  <a:solidFill>
                                    <a:srgbClr val="FFC000"/>
                                  </a:solidFill>
                                  <a:latin typeface="Cambria Math" panose="02040503050406030204" pitchFamily="18" charset="0"/>
                                </a:rPr>
                                <m:t>𝒙</m:t>
                              </m:r>
                            </m:e>
                            <m:sub>
                              <m:r>
                                <a:rPr lang="es-ES" sz="2400" b="1" i="1" smtClean="0">
                                  <a:solidFill>
                                    <a:srgbClr val="FFC000"/>
                                  </a:solidFill>
                                  <a:latin typeface="Cambria Math" panose="02040503050406030204" pitchFamily="18" charset="0"/>
                                </a:rPr>
                                <m:t>𝟏</m:t>
                              </m:r>
                            </m:sub>
                          </m:sSub>
                          <m:r>
                            <a:rPr lang="es-ES" sz="2400" b="1" i="1" smtClean="0">
                              <a:solidFill>
                                <a:schemeClr val="tx1"/>
                              </a:solidFill>
                              <a:latin typeface="Cambria Math" panose="02040503050406030204" pitchFamily="18" charset="0"/>
                            </a:rPr>
                            <m:t>+</m:t>
                          </m:r>
                          <m:sSub>
                            <m:sSubPr>
                              <m:ctrlPr>
                                <a:rPr lang="es-MX" sz="2400" b="1" i="1">
                                  <a:solidFill>
                                    <a:schemeClr val="tx1"/>
                                  </a:solidFill>
                                  <a:latin typeface="Cambria Math" panose="02040503050406030204" pitchFamily="18" charset="0"/>
                                </a:rPr>
                              </m:ctrlPr>
                            </m:sSubPr>
                            <m:e>
                              <m:r>
                                <a:rPr lang="es-MX" sz="2400" b="1" i="1">
                                  <a:solidFill>
                                    <a:schemeClr val="tx1"/>
                                  </a:solidFill>
                                  <a:latin typeface="Cambria Math" panose="02040503050406030204" pitchFamily="18" charset="0"/>
                                  <a:ea typeface="Cambria Math" panose="02040503050406030204" pitchFamily="18" charset="0"/>
                                </a:rPr>
                                <m:t>𝜽</m:t>
                              </m:r>
                            </m:e>
                            <m:sub>
                              <m:r>
                                <a:rPr lang="es-ES" sz="2400" b="1" i="1" smtClean="0">
                                  <a:solidFill>
                                    <a:schemeClr val="tx1"/>
                                  </a:solidFill>
                                  <a:latin typeface="Cambria Math" panose="02040503050406030204" pitchFamily="18" charset="0"/>
                                  <a:ea typeface="Cambria Math" panose="02040503050406030204" pitchFamily="18" charset="0"/>
                                </a:rPr>
                                <m:t>𝟐</m:t>
                              </m:r>
                            </m:sub>
                          </m:sSub>
                          <m:sSub>
                            <m:sSubPr>
                              <m:ctrlPr>
                                <a:rPr lang="es-MX" sz="2400" b="1" i="1" smtClean="0">
                                  <a:solidFill>
                                    <a:srgbClr val="92D050"/>
                                  </a:solidFill>
                                  <a:latin typeface="Cambria Math" panose="02040503050406030204" pitchFamily="18" charset="0"/>
                                </a:rPr>
                              </m:ctrlPr>
                            </m:sSubPr>
                            <m:e>
                              <m:r>
                                <a:rPr lang="es-ES" sz="2400" b="1" i="1">
                                  <a:solidFill>
                                    <a:srgbClr val="92D050"/>
                                  </a:solidFill>
                                  <a:latin typeface="Cambria Math" panose="02040503050406030204" pitchFamily="18" charset="0"/>
                                </a:rPr>
                                <m:t>𝒙</m:t>
                              </m:r>
                            </m:e>
                            <m:sub>
                              <m:r>
                                <a:rPr lang="es-ES" sz="2400" b="1" i="1" smtClean="0">
                                  <a:solidFill>
                                    <a:srgbClr val="92D050"/>
                                  </a:solidFill>
                                  <a:latin typeface="Cambria Math" panose="02040503050406030204" pitchFamily="18" charset="0"/>
                                </a:rPr>
                                <m:t>𝟐</m:t>
                              </m:r>
                            </m:sub>
                          </m:sSub>
                        </m:e>
                      </m:d>
                    </m:oMath>
                  </m:oMathPara>
                </a14:m>
                <a:endParaRPr lang="es-MX" sz="2400" b="1" dirty="0">
                  <a:solidFill>
                    <a:schemeClr val="tx1"/>
                  </a:solidFill>
                </a:endParaRPr>
              </a:p>
            </p:txBody>
          </p:sp>
        </mc:Choice>
        <mc:Fallback xmlns="">
          <p:sp>
            <p:nvSpPr>
              <p:cNvPr id="42" name="CuadroTexto 41">
                <a:extLst>
                  <a:ext uri="{FF2B5EF4-FFF2-40B4-BE49-F238E27FC236}">
                    <a16:creationId xmlns:a16="http://schemas.microsoft.com/office/drawing/2014/main" id="{436627BD-9D52-4904-C42A-55C03856EE8E}"/>
                  </a:ext>
                </a:extLst>
              </p:cNvPr>
              <p:cNvSpPr txBox="1">
                <a:spLocks noRot="1" noChangeAspect="1" noMove="1" noResize="1" noEditPoints="1" noAdjustHandles="1" noChangeArrowheads="1" noChangeShapeType="1" noTextEdit="1"/>
              </p:cNvSpPr>
              <p:nvPr/>
            </p:nvSpPr>
            <p:spPr>
              <a:xfrm>
                <a:off x="769671" y="1929928"/>
                <a:ext cx="4191597" cy="369332"/>
              </a:xfrm>
              <a:prstGeom prst="rect">
                <a:avLst/>
              </a:prstGeom>
              <a:blipFill>
                <a:blip r:embed="rId3"/>
                <a:stretch>
                  <a:fillRect l="-302" b="-27586"/>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65479E4-6106-7223-1F93-8698A05D368A}"/>
                  </a:ext>
                </a:extLst>
              </p:cNvPr>
              <p:cNvSpPr txBox="1"/>
              <p:nvPr/>
            </p:nvSpPr>
            <p:spPr>
              <a:xfrm>
                <a:off x="810755" y="2588475"/>
                <a:ext cx="145071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b="1" i="1" smtClean="0">
                              <a:solidFill>
                                <a:schemeClr val="accent1"/>
                              </a:solidFill>
                              <a:latin typeface="Cambria Math" panose="02040503050406030204" pitchFamily="18" charset="0"/>
                            </a:rPr>
                          </m:ctrlPr>
                        </m:sSubPr>
                        <m:e>
                          <m:r>
                            <a:rPr lang="es-MX" sz="2000" b="1" i="1" smtClean="0">
                              <a:solidFill>
                                <a:schemeClr val="accent1"/>
                              </a:solidFill>
                              <a:latin typeface="Cambria Math" panose="02040503050406030204" pitchFamily="18" charset="0"/>
                            </a:rPr>
                            <m:t>𝒉</m:t>
                          </m:r>
                        </m:e>
                        <m:sub>
                          <m:r>
                            <a:rPr lang="es-MX" sz="2000" b="1" i="1" smtClean="0">
                              <a:solidFill>
                                <a:schemeClr val="accent1"/>
                              </a:solidFill>
                              <a:latin typeface="Cambria Math" panose="02040503050406030204" pitchFamily="18" charset="0"/>
                              <a:ea typeface="Cambria Math" panose="02040503050406030204" pitchFamily="18" charset="0"/>
                            </a:rPr>
                            <m:t>𝜽</m:t>
                          </m:r>
                        </m:sub>
                      </m:sSub>
                      <m:d>
                        <m:dPr>
                          <m:ctrlPr>
                            <a:rPr lang="es-MX" sz="2000" b="1" i="1" smtClean="0">
                              <a:solidFill>
                                <a:schemeClr val="accent1"/>
                              </a:solidFill>
                              <a:latin typeface="Cambria Math" panose="02040503050406030204" pitchFamily="18" charset="0"/>
                            </a:rPr>
                          </m:ctrlPr>
                        </m:dPr>
                        <m:e>
                          <m:r>
                            <a:rPr lang="es-MX" sz="2000" b="1" i="1" smtClean="0">
                              <a:solidFill>
                                <a:schemeClr val="accent1"/>
                              </a:solidFill>
                              <a:latin typeface="Cambria Math" panose="02040503050406030204" pitchFamily="18" charset="0"/>
                            </a:rPr>
                            <m:t>𝒙</m:t>
                          </m:r>
                        </m:e>
                      </m:d>
                      <m:r>
                        <a:rPr lang="es-MX" sz="2000" b="1" i="1">
                          <a:solidFill>
                            <a:schemeClr val="accent1"/>
                          </a:solidFill>
                          <a:latin typeface="Cambria Math" panose="02040503050406030204" pitchFamily="18" charset="0"/>
                          <a:ea typeface="Cambria Math" panose="02040503050406030204" pitchFamily="18" charset="0"/>
                        </a:rPr>
                        <m:t>≥</m:t>
                      </m:r>
                      <m:r>
                        <a:rPr lang="es-MX" sz="2000" b="1" i="1" smtClean="0">
                          <a:solidFill>
                            <a:schemeClr val="accent1"/>
                          </a:solidFill>
                          <a:latin typeface="Cambria Math" panose="02040503050406030204" pitchFamily="18" charset="0"/>
                          <a:ea typeface="Cambria Math" panose="02040503050406030204" pitchFamily="18" charset="0"/>
                        </a:rPr>
                        <m:t>𝟎</m:t>
                      </m:r>
                      <m:r>
                        <a:rPr lang="es-MX" sz="2000" b="1" i="1" smtClean="0">
                          <a:solidFill>
                            <a:schemeClr val="accent1"/>
                          </a:solidFill>
                          <a:latin typeface="Cambria Math" panose="02040503050406030204" pitchFamily="18" charset="0"/>
                          <a:ea typeface="Cambria Math" panose="02040503050406030204" pitchFamily="18" charset="0"/>
                        </a:rPr>
                        <m:t>.</m:t>
                      </m:r>
                      <m:r>
                        <a:rPr lang="es-MX" sz="2000" b="1" i="1" smtClean="0">
                          <a:solidFill>
                            <a:schemeClr val="accent1"/>
                          </a:solidFill>
                          <a:latin typeface="Cambria Math" panose="02040503050406030204" pitchFamily="18" charset="0"/>
                          <a:ea typeface="Cambria Math" panose="02040503050406030204" pitchFamily="18" charset="0"/>
                        </a:rPr>
                        <m:t>𝟓</m:t>
                      </m:r>
                    </m:oMath>
                  </m:oMathPara>
                </a14:m>
                <a:endParaRPr lang="es-MX" sz="2000" b="1" dirty="0">
                  <a:solidFill>
                    <a:schemeClr val="accent1"/>
                  </a:solidFill>
                </a:endParaRPr>
              </a:p>
            </p:txBody>
          </p:sp>
        </mc:Choice>
        <mc:Fallback xmlns="">
          <p:sp>
            <p:nvSpPr>
              <p:cNvPr id="12" name="CuadroTexto 11">
                <a:extLst>
                  <a:ext uri="{FF2B5EF4-FFF2-40B4-BE49-F238E27FC236}">
                    <a16:creationId xmlns:a16="http://schemas.microsoft.com/office/drawing/2014/main" id="{065479E4-6106-7223-1F93-8698A05D368A}"/>
                  </a:ext>
                </a:extLst>
              </p:cNvPr>
              <p:cNvSpPr txBox="1">
                <a:spLocks noRot="1" noChangeAspect="1" noMove="1" noResize="1" noEditPoints="1" noAdjustHandles="1" noChangeArrowheads="1" noChangeShapeType="1" noTextEdit="1"/>
              </p:cNvSpPr>
              <p:nvPr/>
            </p:nvSpPr>
            <p:spPr>
              <a:xfrm>
                <a:off x="810755" y="2588475"/>
                <a:ext cx="1450718" cy="307777"/>
              </a:xfrm>
              <a:prstGeom prst="rect">
                <a:avLst/>
              </a:prstGeom>
              <a:blipFill>
                <a:blip r:embed="rId4"/>
                <a:stretch>
                  <a:fillRect l="-3448" r="-3448" b="-16000"/>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6E668FF-1026-0753-6F64-C7977999C6DA}"/>
                  </a:ext>
                </a:extLst>
              </p:cNvPr>
              <p:cNvSpPr txBox="1"/>
              <p:nvPr/>
            </p:nvSpPr>
            <p:spPr>
              <a:xfrm>
                <a:off x="810755" y="2957807"/>
                <a:ext cx="1103613"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1" i="1" smtClean="0">
                          <a:solidFill>
                            <a:schemeClr val="accent1"/>
                          </a:solidFill>
                          <a:latin typeface="Cambria Math" panose="02040503050406030204" pitchFamily="18" charset="0"/>
                        </a:rPr>
                        <m:t>𝒛</m:t>
                      </m:r>
                      <m:r>
                        <a:rPr lang="es-MX" sz="2000" b="1" i="1" smtClean="0">
                          <a:solidFill>
                            <a:schemeClr val="accent1"/>
                          </a:solidFill>
                          <a:latin typeface="Cambria Math" panose="02040503050406030204" pitchFamily="18" charset="0"/>
                          <a:ea typeface="Cambria Math" panose="02040503050406030204" pitchFamily="18" charset="0"/>
                        </a:rPr>
                        <m:t>≥</m:t>
                      </m:r>
                      <m:r>
                        <a:rPr lang="es-MX" sz="2000" b="1" i="1" smtClean="0">
                          <a:solidFill>
                            <a:schemeClr val="accent1"/>
                          </a:solidFill>
                          <a:latin typeface="Cambria Math" panose="02040503050406030204" pitchFamily="18" charset="0"/>
                          <a:ea typeface="Cambria Math" panose="02040503050406030204" pitchFamily="18" charset="0"/>
                        </a:rPr>
                        <m:t>𝟎</m:t>
                      </m:r>
                    </m:oMath>
                  </m:oMathPara>
                </a14:m>
                <a:endParaRPr lang="es-MX" sz="2000" dirty="0">
                  <a:solidFill>
                    <a:schemeClr val="accent1"/>
                  </a:solidFill>
                </a:endParaRPr>
              </a:p>
            </p:txBody>
          </p:sp>
        </mc:Choice>
        <mc:Fallback xmlns="">
          <p:sp>
            <p:nvSpPr>
              <p:cNvPr id="17" name="CuadroTexto 16">
                <a:extLst>
                  <a:ext uri="{FF2B5EF4-FFF2-40B4-BE49-F238E27FC236}">
                    <a16:creationId xmlns:a16="http://schemas.microsoft.com/office/drawing/2014/main" id="{66E668FF-1026-0753-6F64-C7977999C6DA}"/>
                  </a:ext>
                </a:extLst>
              </p:cNvPr>
              <p:cNvSpPr txBox="1">
                <a:spLocks noRot="1" noChangeAspect="1" noMove="1" noResize="1" noEditPoints="1" noAdjustHandles="1" noChangeArrowheads="1" noChangeShapeType="1" noTextEdit="1"/>
              </p:cNvSpPr>
              <p:nvPr/>
            </p:nvSpPr>
            <p:spPr>
              <a:xfrm>
                <a:off x="810755" y="2957807"/>
                <a:ext cx="1103613" cy="400110"/>
              </a:xfrm>
              <a:prstGeom prst="rect">
                <a:avLst/>
              </a:prstGeom>
              <a:blipFill>
                <a:blip r:embed="rId5"/>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FFEA70A-2ED2-646C-AA02-46E1533F5772}"/>
                  </a:ext>
                </a:extLst>
              </p:cNvPr>
              <p:cNvSpPr txBox="1"/>
              <p:nvPr/>
            </p:nvSpPr>
            <p:spPr>
              <a:xfrm>
                <a:off x="810755" y="3367192"/>
                <a:ext cx="3341720"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s-MX" sz="2000" b="1" i="1" smtClean="0">
                              <a:solidFill>
                                <a:schemeClr val="accent1"/>
                              </a:solidFill>
                              <a:latin typeface="Cambria Math" panose="02040503050406030204" pitchFamily="18" charset="0"/>
                            </a:rPr>
                          </m:ctrlPr>
                        </m:sSubPr>
                        <m:e>
                          <m:r>
                            <a:rPr lang="es-MX" sz="2000" b="1" i="1">
                              <a:solidFill>
                                <a:schemeClr val="accent1"/>
                              </a:solidFill>
                              <a:latin typeface="Cambria Math" panose="02040503050406030204" pitchFamily="18" charset="0"/>
                              <a:ea typeface="Cambria Math" panose="02040503050406030204" pitchFamily="18" charset="0"/>
                            </a:rPr>
                            <m:t>𝜽</m:t>
                          </m:r>
                        </m:e>
                        <m:sub>
                          <m:r>
                            <a:rPr lang="es-MX" sz="2000" b="1" i="1">
                              <a:solidFill>
                                <a:schemeClr val="accent1"/>
                              </a:solidFill>
                              <a:latin typeface="Cambria Math" panose="02040503050406030204" pitchFamily="18" charset="0"/>
                            </a:rPr>
                            <m:t>𝟎</m:t>
                          </m:r>
                        </m:sub>
                      </m:sSub>
                      <m:r>
                        <a:rPr lang="es-MX" sz="2000" b="1" i="1">
                          <a:solidFill>
                            <a:schemeClr val="accent1"/>
                          </a:solidFill>
                          <a:latin typeface="Cambria Math" panose="02040503050406030204" pitchFamily="18" charset="0"/>
                        </a:rPr>
                        <m:t>+</m:t>
                      </m:r>
                      <m:sSub>
                        <m:sSubPr>
                          <m:ctrlPr>
                            <a:rPr lang="es-MX" sz="2000" b="1" i="1">
                              <a:solidFill>
                                <a:schemeClr val="accent1"/>
                              </a:solidFill>
                              <a:latin typeface="Cambria Math" panose="02040503050406030204" pitchFamily="18" charset="0"/>
                            </a:rPr>
                          </m:ctrlPr>
                        </m:sSubPr>
                        <m:e>
                          <m:r>
                            <a:rPr lang="es-MX" sz="2000" b="1" i="1">
                              <a:solidFill>
                                <a:schemeClr val="accent1"/>
                              </a:solidFill>
                              <a:latin typeface="Cambria Math" panose="02040503050406030204" pitchFamily="18" charset="0"/>
                              <a:ea typeface="Cambria Math" panose="02040503050406030204" pitchFamily="18" charset="0"/>
                            </a:rPr>
                            <m:t>𝜽</m:t>
                          </m:r>
                        </m:e>
                        <m:sub>
                          <m:r>
                            <a:rPr lang="es-MX" sz="2000" b="1" i="1">
                              <a:solidFill>
                                <a:schemeClr val="accent1"/>
                              </a:solidFill>
                              <a:latin typeface="Cambria Math" panose="02040503050406030204" pitchFamily="18" charset="0"/>
                            </a:rPr>
                            <m:t>𝟏</m:t>
                          </m:r>
                        </m:sub>
                      </m:sSub>
                      <m:sSub>
                        <m:sSubPr>
                          <m:ctrlPr>
                            <a:rPr lang="es-MX" sz="2000" b="1" i="1">
                              <a:solidFill>
                                <a:schemeClr val="accent1"/>
                              </a:solidFill>
                              <a:latin typeface="Cambria Math" panose="02040503050406030204" pitchFamily="18" charset="0"/>
                            </a:rPr>
                          </m:ctrlPr>
                        </m:sSubPr>
                        <m:e>
                          <m:r>
                            <a:rPr lang="es-ES" sz="2000" b="1" i="1">
                              <a:solidFill>
                                <a:schemeClr val="accent1"/>
                              </a:solidFill>
                              <a:latin typeface="Cambria Math" panose="02040503050406030204" pitchFamily="18" charset="0"/>
                            </a:rPr>
                            <m:t>𝒙</m:t>
                          </m:r>
                        </m:e>
                        <m:sub>
                          <m:r>
                            <a:rPr lang="es-ES" sz="2000" b="1" i="1">
                              <a:solidFill>
                                <a:schemeClr val="accent1"/>
                              </a:solidFill>
                              <a:latin typeface="Cambria Math" panose="02040503050406030204" pitchFamily="18" charset="0"/>
                            </a:rPr>
                            <m:t>𝟏</m:t>
                          </m:r>
                        </m:sub>
                      </m:sSub>
                      <m:r>
                        <a:rPr lang="es-ES" sz="2000" b="1" i="1">
                          <a:solidFill>
                            <a:schemeClr val="accent1"/>
                          </a:solidFill>
                          <a:latin typeface="Cambria Math" panose="02040503050406030204" pitchFamily="18" charset="0"/>
                        </a:rPr>
                        <m:t>+</m:t>
                      </m:r>
                      <m:sSub>
                        <m:sSubPr>
                          <m:ctrlPr>
                            <a:rPr lang="es-MX" sz="2000" b="1" i="1">
                              <a:solidFill>
                                <a:schemeClr val="accent1"/>
                              </a:solidFill>
                              <a:latin typeface="Cambria Math" panose="02040503050406030204" pitchFamily="18" charset="0"/>
                            </a:rPr>
                          </m:ctrlPr>
                        </m:sSubPr>
                        <m:e>
                          <m:r>
                            <a:rPr lang="es-MX" sz="2000" b="1" i="1">
                              <a:solidFill>
                                <a:schemeClr val="accent1"/>
                              </a:solidFill>
                              <a:latin typeface="Cambria Math" panose="02040503050406030204" pitchFamily="18" charset="0"/>
                              <a:ea typeface="Cambria Math" panose="02040503050406030204" pitchFamily="18" charset="0"/>
                            </a:rPr>
                            <m:t>𝜽</m:t>
                          </m:r>
                        </m:e>
                        <m:sub>
                          <m:r>
                            <a:rPr lang="es-ES" sz="2000" b="1" i="1">
                              <a:solidFill>
                                <a:schemeClr val="accent1"/>
                              </a:solidFill>
                              <a:latin typeface="Cambria Math" panose="02040503050406030204" pitchFamily="18" charset="0"/>
                              <a:ea typeface="Cambria Math" panose="02040503050406030204" pitchFamily="18" charset="0"/>
                            </a:rPr>
                            <m:t>𝟐</m:t>
                          </m:r>
                        </m:sub>
                      </m:sSub>
                      <m:sSub>
                        <m:sSubPr>
                          <m:ctrlPr>
                            <a:rPr lang="es-MX" sz="2000" b="1" i="1">
                              <a:solidFill>
                                <a:schemeClr val="accent1"/>
                              </a:solidFill>
                              <a:latin typeface="Cambria Math" panose="02040503050406030204" pitchFamily="18" charset="0"/>
                            </a:rPr>
                          </m:ctrlPr>
                        </m:sSubPr>
                        <m:e>
                          <m:r>
                            <a:rPr lang="es-ES" sz="2000" b="1" i="1">
                              <a:solidFill>
                                <a:schemeClr val="accent1"/>
                              </a:solidFill>
                              <a:latin typeface="Cambria Math" panose="02040503050406030204" pitchFamily="18" charset="0"/>
                            </a:rPr>
                            <m:t>𝒙</m:t>
                          </m:r>
                        </m:e>
                        <m:sub>
                          <m:r>
                            <a:rPr lang="es-ES" sz="2000" b="1" i="1">
                              <a:solidFill>
                                <a:schemeClr val="accent1"/>
                              </a:solidFill>
                              <a:latin typeface="Cambria Math" panose="02040503050406030204" pitchFamily="18" charset="0"/>
                            </a:rPr>
                            <m:t>𝟐</m:t>
                          </m:r>
                        </m:sub>
                      </m:sSub>
                      <m:r>
                        <a:rPr lang="es-MX" sz="2000" b="1" i="1" smtClean="0">
                          <a:solidFill>
                            <a:schemeClr val="accent1"/>
                          </a:solidFill>
                          <a:latin typeface="Cambria Math" panose="02040503050406030204" pitchFamily="18" charset="0"/>
                          <a:ea typeface="Cambria Math" panose="02040503050406030204" pitchFamily="18" charset="0"/>
                        </a:rPr>
                        <m:t>≥</m:t>
                      </m:r>
                      <m:r>
                        <a:rPr lang="es-MX" sz="2000" b="1" i="1" smtClean="0">
                          <a:solidFill>
                            <a:schemeClr val="accent1"/>
                          </a:solidFill>
                          <a:latin typeface="Cambria Math" panose="02040503050406030204" pitchFamily="18" charset="0"/>
                          <a:ea typeface="Cambria Math" panose="02040503050406030204" pitchFamily="18" charset="0"/>
                        </a:rPr>
                        <m:t>𝟎</m:t>
                      </m:r>
                    </m:oMath>
                  </m:oMathPara>
                </a14:m>
                <a:endParaRPr lang="es-MX" sz="2000" dirty="0">
                  <a:solidFill>
                    <a:schemeClr val="accent1"/>
                  </a:solidFill>
                </a:endParaRPr>
              </a:p>
            </p:txBody>
          </p:sp>
        </mc:Choice>
        <mc:Fallback xmlns="">
          <p:sp>
            <p:nvSpPr>
              <p:cNvPr id="3" name="CuadroTexto 2">
                <a:extLst>
                  <a:ext uri="{FF2B5EF4-FFF2-40B4-BE49-F238E27FC236}">
                    <a16:creationId xmlns:a16="http://schemas.microsoft.com/office/drawing/2014/main" id="{0FFEA70A-2ED2-646C-AA02-46E1533F5772}"/>
                  </a:ext>
                </a:extLst>
              </p:cNvPr>
              <p:cNvSpPr txBox="1">
                <a:spLocks noRot="1" noChangeAspect="1" noMove="1" noResize="1" noEditPoints="1" noAdjustHandles="1" noChangeArrowheads="1" noChangeShapeType="1" noTextEdit="1"/>
              </p:cNvSpPr>
              <p:nvPr/>
            </p:nvSpPr>
            <p:spPr>
              <a:xfrm>
                <a:off x="810755" y="3367192"/>
                <a:ext cx="3341720" cy="400110"/>
              </a:xfrm>
              <a:prstGeom prst="rect">
                <a:avLst/>
              </a:prstGeom>
              <a:blipFill>
                <a:blip r:embed="rId6"/>
                <a:stretch>
                  <a:fillRect b="-3030"/>
                </a:stretch>
              </a:blipFill>
            </p:spPr>
            <p:txBody>
              <a:bodyPr/>
              <a:lstStyle/>
              <a:p>
                <a:r>
                  <a:rPr lang="es-ES_tradnl">
                    <a:noFill/>
                  </a:rPr>
                  <a:t> </a:t>
                </a:r>
              </a:p>
            </p:txBody>
          </p:sp>
        </mc:Fallback>
      </mc:AlternateContent>
      <p:sp>
        <p:nvSpPr>
          <p:cNvPr id="7" name="Cerrar llave 6">
            <a:extLst>
              <a:ext uri="{FF2B5EF4-FFF2-40B4-BE49-F238E27FC236}">
                <a16:creationId xmlns:a16="http://schemas.microsoft.com/office/drawing/2014/main" id="{BB0BAA34-B3EF-F1FF-854F-907A6C564907}"/>
              </a:ext>
            </a:extLst>
          </p:cNvPr>
          <p:cNvSpPr/>
          <p:nvPr/>
        </p:nvSpPr>
        <p:spPr>
          <a:xfrm>
            <a:off x="3444101" y="2470607"/>
            <a:ext cx="382706" cy="1269734"/>
          </a:xfrm>
          <a:prstGeom prst="righ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s-ES_tradnl" sz="1600"/>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E784F9EC-5F9C-C13F-ECB7-E8A86502D1C3}"/>
                  </a:ext>
                </a:extLst>
              </p:cNvPr>
              <p:cNvSpPr txBox="1"/>
              <p:nvPr/>
            </p:nvSpPr>
            <p:spPr>
              <a:xfrm>
                <a:off x="3919268" y="2853387"/>
                <a:ext cx="958458" cy="4001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2000" b="1" i="1" smtClean="0">
                          <a:solidFill>
                            <a:schemeClr val="accent1"/>
                          </a:solidFill>
                          <a:latin typeface="Cambria Math" panose="02040503050406030204" pitchFamily="18" charset="0"/>
                        </a:rPr>
                        <m:t>𝒚</m:t>
                      </m:r>
                      <m:r>
                        <a:rPr lang="es-ES" sz="2000" b="1" i="1" smtClean="0">
                          <a:solidFill>
                            <a:schemeClr val="accent1"/>
                          </a:solidFill>
                          <a:latin typeface="Cambria Math" panose="02040503050406030204" pitchFamily="18" charset="0"/>
                        </a:rPr>
                        <m:t>=</m:t>
                      </m:r>
                      <m:r>
                        <a:rPr lang="es-ES" sz="2000" b="1" i="1" smtClean="0">
                          <a:solidFill>
                            <a:schemeClr val="accent1"/>
                          </a:solidFill>
                          <a:latin typeface="Cambria Math" panose="02040503050406030204" pitchFamily="18" charset="0"/>
                        </a:rPr>
                        <m:t>𝟏</m:t>
                      </m:r>
                    </m:oMath>
                  </m:oMathPara>
                </a14:m>
                <a:endParaRPr lang="es-MX" sz="2000" dirty="0">
                  <a:solidFill>
                    <a:schemeClr val="accent1"/>
                  </a:solidFill>
                </a:endParaRPr>
              </a:p>
            </p:txBody>
          </p:sp>
        </mc:Choice>
        <mc:Fallback xmlns="">
          <p:sp>
            <p:nvSpPr>
              <p:cNvPr id="10" name="CuadroTexto 9">
                <a:extLst>
                  <a:ext uri="{FF2B5EF4-FFF2-40B4-BE49-F238E27FC236}">
                    <a16:creationId xmlns:a16="http://schemas.microsoft.com/office/drawing/2014/main" id="{E784F9EC-5F9C-C13F-ECB7-E8A86502D1C3}"/>
                  </a:ext>
                </a:extLst>
              </p:cNvPr>
              <p:cNvSpPr txBox="1">
                <a:spLocks noRot="1" noChangeAspect="1" noMove="1" noResize="1" noEditPoints="1" noAdjustHandles="1" noChangeArrowheads="1" noChangeShapeType="1" noTextEdit="1"/>
              </p:cNvSpPr>
              <p:nvPr/>
            </p:nvSpPr>
            <p:spPr>
              <a:xfrm>
                <a:off x="3919268" y="2853387"/>
                <a:ext cx="958458" cy="400110"/>
              </a:xfrm>
              <a:prstGeom prst="rect">
                <a:avLst/>
              </a:prstGeom>
              <a:blipFill>
                <a:blip r:embed="rId7"/>
                <a:stretch>
                  <a:fillRect b="-6061"/>
                </a:stretch>
              </a:blipFill>
            </p:spPr>
            <p:txBody>
              <a:bodyPr/>
              <a:lstStyle/>
              <a:p>
                <a:r>
                  <a:rPr lang="es-ES_tradnl">
                    <a:noFill/>
                  </a:rPr>
                  <a:t> </a:t>
                </a:r>
              </a:p>
            </p:txBody>
          </p:sp>
        </mc:Fallback>
      </mc:AlternateContent>
      <p:sp>
        <p:nvSpPr>
          <p:cNvPr id="11" name="CuadroTexto 10">
            <a:extLst>
              <a:ext uri="{FF2B5EF4-FFF2-40B4-BE49-F238E27FC236}">
                <a16:creationId xmlns:a16="http://schemas.microsoft.com/office/drawing/2014/main" id="{C7F08872-C3A7-A8F0-0D11-941C6667488F}"/>
              </a:ext>
            </a:extLst>
          </p:cNvPr>
          <p:cNvSpPr txBox="1"/>
          <p:nvPr/>
        </p:nvSpPr>
        <p:spPr>
          <a:xfrm>
            <a:off x="702824" y="3973966"/>
            <a:ext cx="4881275" cy="584775"/>
          </a:xfrm>
          <a:prstGeom prst="rect">
            <a:avLst/>
          </a:prstGeom>
          <a:noFill/>
        </p:spPr>
        <p:txBody>
          <a:bodyPr wrap="square" rtlCol="0">
            <a:spAutoFit/>
          </a:bodyPr>
          <a:lstStyle/>
          <a:p>
            <a:r>
              <a:rPr lang="es-ES_tradnl" sz="1600" dirty="0"/>
              <a:t>Supóngase los siguientes valores para los parámetros de la función de hipótesis:</a:t>
            </a:r>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5D0FF1B6-A6F9-FB8B-337D-10858C9D2843}"/>
                  </a:ext>
                </a:extLst>
              </p:cNvPr>
              <p:cNvSpPr txBox="1"/>
              <p:nvPr/>
            </p:nvSpPr>
            <p:spPr>
              <a:xfrm>
                <a:off x="829588" y="4518273"/>
                <a:ext cx="36629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800" b="1" i="1" smtClean="0">
                              <a:solidFill>
                                <a:srgbClr val="7030A0"/>
                              </a:solidFill>
                              <a:latin typeface="Cambria Math" panose="02040503050406030204" pitchFamily="18" charset="0"/>
                            </a:rPr>
                          </m:ctrlPr>
                        </m:sSubPr>
                        <m:e>
                          <m:r>
                            <a:rPr lang="es-MX" sz="1800" b="1" i="1" smtClean="0">
                              <a:solidFill>
                                <a:srgbClr val="7030A0"/>
                              </a:solidFill>
                              <a:latin typeface="Cambria Math" panose="02040503050406030204" pitchFamily="18" charset="0"/>
                              <a:ea typeface="Cambria Math" panose="02040503050406030204" pitchFamily="18" charset="0"/>
                            </a:rPr>
                            <m:t>𝜽</m:t>
                          </m:r>
                        </m:e>
                        <m:sub>
                          <m:r>
                            <a:rPr lang="es-MX" sz="1800" b="1" i="1" smtClean="0">
                              <a:solidFill>
                                <a:srgbClr val="7030A0"/>
                              </a:solidFill>
                              <a:latin typeface="Cambria Math" panose="02040503050406030204" pitchFamily="18" charset="0"/>
                            </a:rPr>
                            <m:t>𝟎</m:t>
                          </m:r>
                        </m:sub>
                      </m:sSub>
                      <m:r>
                        <a:rPr lang="es-ES" sz="1800" b="1" i="1" smtClean="0">
                          <a:solidFill>
                            <a:srgbClr val="7030A0"/>
                          </a:solidFill>
                          <a:latin typeface="Cambria Math" panose="02040503050406030204" pitchFamily="18" charset="0"/>
                        </a:rPr>
                        <m:t>=−</m:t>
                      </m:r>
                      <m:r>
                        <a:rPr lang="es-ES" sz="1800" b="1" i="1" smtClean="0">
                          <a:solidFill>
                            <a:srgbClr val="7030A0"/>
                          </a:solidFill>
                          <a:latin typeface="Cambria Math" panose="02040503050406030204" pitchFamily="18" charset="0"/>
                        </a:rPr>
                        <m:t>𝟏𝟐</m:t>
                      </m:r>
                      <m:r>
                        <a:rPr lang="es-ES" sz="1800" b="1" i="1" smtClean="0">
                          <a:solidFill>
                            <a:srgbClr val="7030A0"/>
                          </a:solidFill>
                          <a:latin typeface="Cambria Math" panose="02040503050406030204" pitchFamily="18" charset="0"/>
                        </a:rPr>
                        <m:t>,</m:t>
                      </m:r>
                      <m:sSub>
                        <m:sSubPr>
                          <m:ctrlPr>
                            <a:rPr lang="es-MX" b="1" i="1">
                              <a:solidFill>
                                <a:srgbClr val="7030A0"/>
                              </a:solidFill>
                              <a:latin typeface="Cambria Math" panose="02040503050406030204" pitchFamily="18" charset="0"/>
                            </a:rPr>
                          </m:ctrlPr>
                        </m:sSubPr>
                        <m:e>
                          <m:r>
                            <a:rPr lang="es-MX" b="1" i="1">
                              <a:solidFill>
                                <a:srgbClr val="7030A0"/>
                              </a:solidFill>
                              <a:latin typeface="Cambria Math" panose="02040503050406030204" pitchFamily="18" charset="0"/>
                              <a:ea typeface="Cambria Math" panose="02040503050406030204" pitchFamily="18" charset="0"/>
                            </a:rPr>
                            <m:t>𝜽</m:t>
                          </m:r>
                        </m:e>
                        <m:sub>
                          <m:r>
                            <a:rPr lang="es-ES" b="1" i="1" smtClean="0">
                              <a:solidFill>
                                <a:srgbClr val="7030A0"/>
                              </a:solidFill>
                              <a:latin typeface="Cambria Math" panose="02040503050406030204" pitchFamily="18" charset="0"/>
                              <a:ea typeface="Cambria Math" panose="02040503050406030204" pitchFamily="18" charset="0"/>
                            </a:rPr>
                            <m:t>𝟏</m:t>
                          </m:r>
                        </m:sub>
                      </m:sSub>
                      <m:r>
                        <a:rPr lang="es-ES" b="1" i="1">
                          <a:solidFill>
                            <a:srgbClr val="7030A0"/>
                          </a:solidFill>
                          <a:latin typeface="Cambria Math" panose="02040503050406030204" pitchFamily="18" charset="0"/>
                        </a:rPr>
                        <m:t>=</m:t>
                      </m:r>
                      <m:r>
                        <a:rPr lang="es-ES" b="1" i="1" smtClean="0">
                          <a:solidFill>
                            <a:srgbClr val="7030A0"/>
                          </a:solidFill>
                          <a:latin typeface="Cambria Math" panose="02040503050406030204" pitchFamily="18" charset="0"/>
                        </a:rPr>
                        <m:t>𝟏</m:t>
                      </m:r>
                      <m:r>
                        <a:rPr lang="es-ES" b="1" i="1" smtClean="0">
                          <a:solidFill>
                            <a:srgbClr val="7030A0"/>
                          </a:solidFill>
                          <a:latin typeface="Cambria Math" panose="02040503050406030204" pitchFamily="18" charset="0"/>
                        </a:rPr>
                        <m:t>,</m:t>
                      </m:r>
                      <m:sSub>
                        <m:sSubPr>
                          <m:ctrlPr>
                            <a:rPr lang="es-MX" b="1" i="1">
                              <a:solidFill>
                                <a:srgbClr val="7030A0"/>
                              </a:solidFill>
                              <a:latin typeface="Cambria Math" panose="02040503050406030204" pitchFamily="18" charset="0"/>
                            </a:rPr>
                          </m:ctrlPr>
                        </m:sSubPr>
                        <m:e>
                          <m:r>
                            <a:rPr lang="es-MX" b="1" i="1">
                              <a:solidFill>
                                <a:srgbClr val="7030A0"/>
                              </a:solidFill>
                              <a:latin typeface="Cambria Math" panose="02040503050406030204" pitchFamily="18" charset="0"/>
                              <a:ea typeface="Cambria Math" panose="02040503050406030204" pitchFamily="18" charset="0"/>
                            </a:rPr>
                            <m:t>𝜽</m:t>
                          </m:r>
                        </m:e>
                        <m:sub>
                          <m:r>
                            <a:rPr lang="es-ES" b="1" i="1" smtClean="0">
                              <a:solidFill>
                                <a:srgbClr val="7030A0"/>
                              </a:solidFill>
                              <a:latin typeface="Cambria Math" panose="02040503050406030204" pitchFamily="18" charset="0"/>
                              <a:ea typeface="Cambria Math" panose="02040503050406030204" pitchFamily="18" charset="0"/>
                            </a:rPr>
                            <m:t>𝟐</m:t>
                          </m:r>
                        </m:sub>
                      </m:sSub>
                      <m:r>
                        <a:rPr lang="es-ES" b="1" i="1">
                          <a:solidFill>
                            <a:srgbClr val="7030A0"/>
                          </a:solidFill>
                          <a:latin typeface="Cambria Math" panose="02040503050406030204" pitchFamily="18" charset="0"/>
                        </a:rPr>
                        <m:t>=</m:t>
                      </m:r>
                      <m:r>
                        <a:rPr lang="es-ES" b="1" i="1" smtClean="0">
                          <a:solidFill>
                            <a:srgbClr val="7030A0"/>
                          </a:solidFill>
                          <a:latin typeface="Cambria Math" panose="02040503050406030204" pitchFamily="18" charset="0"/>
                        </a:rPr>
                        <m:t>𝟏</m:t>
                      </m:r>
                    </m:oMath>
                  </m:oMathPara>
                </a14:m>
                <a:endParaRPr lang="es-ES_tradnl" dirty="0">
                  <a:solidFill>
                    <a:srgbClr val="7030A0"/>
                  </a:solidFill>
                </a:endParaRPr>
              </a:p>
            </p:txBody>
          </p:sp>
        </mc:Choice>
        <mc:Fallback xmlns="">
          <p:sp>
            <p:nvSpPr>
              <p:cNvPr id="16" name="CuadroTexto 15">
                <a:extLst>
                  <a:ext uri="{FF2B5EF4-FFF2-40B4-BE49-F238E27FC236}">
                    <a16:creationId xmlns:a16="http://schemas.microsoft.com/office/drawing/2014/main" id="{5D0FF1B6-A6F9-FB8B-337D-10858C9D2843}"/>
                  </a:ext>
                </a:extLst>
              </p:cNvPr>
              <p:cNvSpPr txBox="1">
                <a:spLocks noRot="1" noChangeAspect="1" noMove="1" noResize="1" noEditPoints="1" noAdjustHandles="1" noChangeArrowheads="1" noChangeShapeType="1" noTextEdit="1"/>
              </p:cNvSpPr>
              <p:nvPr/>
            </p:nvSpPr>
            <p:spPr>
              <a:xfrm>
                <a:off x="829588" y="4518273"/>
                <a:ext cx="3662942" cy="369332"/>
              </a:xfrm>
              <a:prstGeom prst="rect">
                <a:avLst/>
              </a:prstGeom>
              <a:blipFill>
                <a:blip r:embed="rId8"/>
                <a:stretch>
                  <a:fillRect/>
                </a:stretch>
              </a:blipFill>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9A7BDB57-F43D-ADE7-E826-B5FE0ED24F6D}"/>
                  </a:ext>
                </a:extLst>
              </p:cNvPr>
              <p:cNvSpPr txBox="1"/>
              <p:nvPr/>
            </p:nvSpPr>
            <p:spPr>
              <a:xfrm>
                <a:off x="829588" y="5319037"/>
                <a:ext cx="3662942" cy="369332"/>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s-ES" b="1" i="1" smtClean="0">
                          <a:solidFill>
                            <a:srgbClr val="7030A0"/>
                          </a:solidFill>
                          <a:latin typeface="Cambria Math" panose="02040503050406030204" pitchFamily="18" charset="0"/>
                        </a:rPr>
                        <m:t>−</m:t>
                      </m:r>
                      <m:r>
                        <a:rPr lang="es-ES" b="1" i="1" smtClean="0">
                          <a:solidFill>
                            <a:srgbClr val="7030A0"/>
                          </a:solidFill>
                          <a:latin typeface="Cambria Math" panose="02040503050406030204" pitchFamily="18" charset="0"/>
                        </a:rPr>
                        <m:t>𝟏𝟐</m:t>
                      </m:r>
                      <m:r>
                        <a:rPr lang="es-MX" b="1" i="1">
                          <a:solidFill>
                            <a:srgbClr val="7030A0"/>
                          </a:solidFill>
                          <a:latin typeface="Cambria Math" panose="02040503050406030204" pitchFamily="18" charset="0"/>
                        </a:rPr>
                        <m:t>+</m:t>
                      </m:r>
                      <m:r>
                        <a:rPr lang="es-ES" b="1" i="1" smtClean="0">
                          <a:solidFill>
                            <a:srgbClr val="7030A0"/>
                          </a:solidFill>
                          <a:latin typeface="Cambria Math" panose="02040503050406030204" pitchFamily="18" charset="0"/>
                        </a:rPr>
                        <m:t>𝟏</m:t>
                      </m:r>
                      <m:sSub>
                        <m:sSubPr>
                          <m:ctrlPr>
                            <a:rPr lang="es-MX" b="1" i="1" smtClean="0">
                              <a:solidFill>
                                <a:srgbClr val="FFC000"/>
                              </a:solidFill>
                              <a:latin typeface="Cambria Math" panose="02040503050406030204" pitchFamily="18" charset="0"/>
                            </a:rPr>
                          </m:ctrlPr>
                        </m:sSubPr>
                        <m:e>
                          <m:r>
                            <a:rPr lang="es-ES" b="1" i="1">
                              <a:solidFill>
                                <a:srgbClr val="FFC000"/>
                              </a:solidFill>
                              <a:latin typeface="Cambria Math" panose="02040503050406030204" pitchFamily="18" charset="0"/>
                            </a:rPr>
                            <m:t>𝒙</m:t>
                          </m:r>
                        </m:e>
                        <m:sub>
                          <m:r>
                            <a:rPr lang="es-ES" b="1" i="1">
                              <a:solidFill>
                                <a:srgbClr val="FFC000"/>
                              </a:solidFill>
                              <a:latin typeface="Cambria Math" panose="02040503050406030204" pitchFamily="18" charset="0"/>
                            </a:rPr>
                            <m:t>𝟏</m:t>
                          </m:r>
                        </m:sub>
                      </m:sSub>
                      <m:r>
                        <a:rPr lang="es-ES" b="1" i="1">
                          <a:solidFill>
                            <a:srgbClr val="7030A0"/>
                          </a:solidFill>
                          <a:latin typeface="Cambria Math" panose="02040503050406030204" pitchFamily="18" charset="0"/>
                        </a:rPr>
                        <m:t>+</m:t>
                      </m:r>
                      <m:r>
                        <a:rPr lang="es-ES" b="1" i="1" smtClean="0">
                          <a:solidFill>
                            <a:srgbClr val="7030A0"/>
                          </a:solidFill>
                          <a:latin typeface="Cambria Math" panose="02040503050406030204" pitchFamily="18" charset="0"/>
                        </a:rPr>
                        <m:t>𝟏</m:t>
                      </m:r>
                      <m:sSub>
                        <m:sSubPr>
                          <m:ctrlPr>
                            <a:rPr lang="es-MX" b="1" i="1" smtClean="0">
                              <a:solidFill>
                                <a:schemeClr val="accent3"/>
                              </a:solidFill>
                              <a:latin typeface="Cambria Math" panose="02040503050406030204" pitchFamily="18" charset="0"/>
                            </a:rPr>
                          </m:ctrlPr>
                        </m:sSubPr>
                        <m:e>
                          <m:r>
                            <a:rPr lang="es-ES" b="1" i="1">
                              <a:solidFill>
                                <a:schemeClr val="accent3"/>
                              </a:solidFill>
                              <a:latin typeface="Cambria Math" panose="02040503050406030204" pitchFamily="18" charset="0"/>
                            </a:rPr>
                            <m:t>𝒙</m:t>
                          </m:r>
                        </m:e>
                        <m:sub>
                          <m:r>
                            <a:rPr lang="es-ES" b="1" i="1">
                              <a:solidFill>
                                <a:schemeClr val="accent3"/>
                              </a:solidFill>
                              <a:latin typeface="Cambria Math" panose="02040503050406030204" pitchFamily="18" charset="0"/>
                            </a:rPr>
                            <m:t>𝟐</m:t>
                          </m:r>
                        </m:sub>
                      </m:sSub>
                      <m:r>
                        <a:rPr lang="es-MX" b="1" i="1">
                          <a:solidFill>
                            <a:srgbClr val="7030A0"/>
                          </a:solidFill>
                          <a:latin typeface="Cambria Math" panose="02040503050406030204" pitchFamily="18" charset="0"/>
                          <a:ea typeface="Cambria Math" panose="02040503050406030204" pitchFamily="18" charset="0"/>
                        </a:rPr>
                        <m:t>≥</m:t>
                      </m:r>
                      <m:r>
                        <a:rPr lang="es-MX" b="1" i="1">
                          <a:solidFill>
                            <a:srgbClr val="7030A0"/>
                          </a:solidFill>
                          <a:latin typeface="Cambria Math" panose="02040503050406030204" pitchFamily="18" charset="0"/>
                          <a:ea typeface="Cambria Math" panose="02040503050406030204" pitchFamily="18" charset="0"/>
                        </a:rPr>
                        <m:t>𝟎</m:t>
                      </m:r>
                      <m:r>
                        <a:rPr lang="es-MX" b="1" i="1" smtClean="0">
                          <a:solidFill>
                            <a:srgbClr val="7030A0"/>
                          </a:solidFill>
                          <a:latin typeface="Cambria Math" panose="02040503050406030204" pitchFamily="18" charset="0"/>
                          <a:ea typeface="Cambria Math" panose="02040503050406030204" pitchFamily="18" charset="0"/>
                        </a:rPr>
                        <m:t>→</m:t>
                      </m:r>
                      <m:r>
                        <a:rPr lang="es-ES" b="1" i="1" smtClean="0">
                          <a:solidFill>
                            <a:srgbClr val="7030A0"/>
                          </a:solidFill>
                          <a:latin typeface="Cambria Math" panose="02040503050406030204" pitchFamily="18" charset="0"/>
                          <a:ea typeface="Cambria Math" panose="02040503050406030204" pitchFamily="18" charset="0"/>
                        </a:rPr>
                        <m:t>𝒚</m:t>
                      </m:r>
                      <m:r>
                        <a:rPr lang="es-ES" b="1" i="1" smtClean="0">
                          <a:solidFill>
                            <a:srgbClr val="7030A0"/>
                          </a:solidFill>
                          <a:latin typeface="Cambria Math" panose="02040503050406030204" pitchFamily="18" charset="0"/>
                          <a:ea typeface="Cambria Math" panose="02040503050406030204" pitchFamily="18" charset="0"/>
                        </a:rPr>
                        <m:t>=</m:t>
                      </m:r>
                      <m:r>
                        <a:rPr lang="es-ES" b="1" i="1" smtClean="0">
                          <a:solidFill>
                            <a:srgbClr val="7030A0"/>
                          </a:solidFill>
                          <a:latin typeface="Cambria Math" panose="02040503050406030204" pitchFamily="18" charset="0"/>
                          <a:ea typeface="Cambria Math" panose="02040503050406030204" pitchFamily="18" charset="0"/>
                        </a:rPr>
                        <m:t>𝟏</m:t>
                      </m:r>
                    </m:oMath>
                  </m:oMathPara>
                </a14:m>
                <a:endParaRPr lang="es-ES_tradnl" dirty="0">
                  <a:solidFill>
                    <a:srgbClr val="7030A0"/>
                  </a:solidFill>
                </a:endParaRPr>
              </a:p>
            </p:txBody>
          </p:sp>
        </mc:Choice>
        <mc:Fallback xmlns="">
          <p:sp>
            <p:nvSpPr>
              <p:cNvPr id="14" name="CuadroTexto 13">
                <a:extLst>
                  <a:ext uri="{FF2B5EF4-FFF2-40B4-BE49-F238E27FC236}">
                    <a16:creationId xmlns:a16="http://schemas.microsoft.com/office/drawing/2014/main" id="{9A7BDB57-F43D-ADE7-E826-B5FE0ED24F6D}"/>
                  </a:ext>
                </a:extLst>
              </p:cNvPr>
              <p:cNvSpPr txBox="1">
                <a:spLocks noRot="1" noChangeAspect="1" noMove="1" noResize="1" noEditPoints="1" noAdjustHandles="1" noChangeArrowheads="1" noChangeShapeType="1" noTextEdit="1"/>
              </p:cNvSpPr>
              <p:nvPr/>
            </p:nvSpPr>
            <p:spPr>
              <a:xfrm>
                <a:off x="829588" y="5319037"/>
                <a:ext cx="3662942" cy="369332"/>
              </a:xfrm>
              <a:prstGeom prst="rect">
                <a:avLst/>
              </a:prstGeom>
              <a:blipFill>
                <a:blip r:embed="rId9"/>
                <a:stretch>
                  <a:fillRect b="-6452"/>
                </a:stretch>
              </a:blipFill>
              <a:ln>
                <a:solidFill>
                  <a:schemeClr val="tx1"/>
                </a:solidFill>
              </a:ln>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B21F0A8-837C-27B0-5238-09F074AD7CF6}"/>
                  </a:ext>
                </a:extLst>
              </p:cNvPr>
              <p:cNvSpPr txBox="1"/>
              <p:nvPr/>
            </p:nvSpPr>
            <p:spPr>
              <a:xfrm>
                <a:off x="702824" y="4928203"/>
                <a:ext cx="4881275" cy="338554"/>
              </a:xfrm>
              <a:prstGeom prst="rect">
                <a:avLst/>
              </a:prstGeom>
              <a:noFill/>
            </p:spPr>
            <p:txBody>
              <a:bodyPr wrap="square" rtlCol="0">
                <a:spAutoFit/>
              </a:bodyPr>
              <a:lstStyle/>
              <a:p>
                <a:r>
                  <a:rPr lang="es-ES_tradnl" sz="1600" dirty="0"/>
                  <a:t>Sustituyendo en: </a:t>
                </a:r>
                <a14:m>
                  <m:oMath xmlns:m="http://schemas.openxmlformats.org/officeDocument/2006/math">
                    <m:sSub>
                      <m:sSubPr>
                        <m:ctrlPr>
                          <a:rPr lang="es-MX" sz="1600" b="1" i="1" smtClean="0">
                            <a:solidFill>
                              <a:schemeClr val="accent1"/>
                            </a:solidFill>
                            <a:latin typeface="Cambria Math" panose="02040503050406030204" pitchFamily="18" charset="0"/>
                          </a:rPr>
                        </m:ctrlPr>
                      </m:sSubPr>
                      <m:e>
                        <m:r>
                          <a:rPr lang="es-MX" sz="1600" b="1" i="1">
                            <a:solidFill>
                              <a:schemeClr val="accent1"/>
                            </a:solidFill>
                            <a:latin typeface="Cambria Math" panose="02040503050406030204" pitchFamily="18" charset="0"/>
                            <a:ea typeface="Cambria Math" panose="02040503050406030204" pitchFamily="18" charset="0"/>
                          </a:rPr>
                          <m:t>𝜽</m:t>
                        </m:r>
                      </m:e>
                      <m:sub>
                        <m:r>
                          <a:rPr lang="es-MX" sz="1600" b="1" i="1">
                            <a:solidFill>
                              <a:schemeClr val="accent1"/>
                            </a:solidFill>
                            <a:latin typeface="Cambria Math" panose="02040503050406030204" pitchFamily="18" charset="0"/>
                          </a:rPr>
                          <m:t>𝟎</m:t>
                        </m:r>
                      </m:sub>
                    </m:sSub>
                    <m:r>
                      <a:rPr lang="es-MX" sz="1600" b="1" i="1">
                        <a:solidFill>
                          <a:schemeClr val="accent1"/>
                        </a:solidFill>
                        <a:latin typeface="Cambria Math" panose="02040503050406030204" pitchFamily="18" charset="0"/>
                      </a:rPr>
                      <m:t>+</m:t>
                    </m:r>
                    <m:sSub>
                      <m:sSubPr>
                        <m:ctrlPr>
                          <a:rPr lang="es-MX" sz="1600" b="1" i="1">
                            <a:solidFill>
                              <a:schemeClr val="accent1"/>
                            </a:solidFill>
                            <a:latin typeface="Cambria Math" panose="02040503050406030204" pitchFamily="18" charset="0"/>
                          </a:rPr>
                        </m:ctrlPr>
                      </m:sSubPr>
                      <m:e>
                        <m:r>
                          <a:rPr lang="es-MX" sz="1600" b="1" i="1">
                            <a:solidFill>
                              <a:schemeClr val="accent1"/>
                            </a:solidFill>
                            <a:latin typeface="Cambria Math" panose="02040503050406030204" pitchFamily="18" charset="0"/>
                            <a:ea typeface="Cambria Math" panose="02040503050406030204" pitchFamily="18" charset="0"/>
                          </a:rPr>
                          <m:t>𝜽</m:t>
                        </m:r>
                      </m:e>
                      <m:sub>
                        <m:r>
                          <a:rPr lang="es-MX" sz="1600" b="1" i="1">
                            <a:solidFill>
                              <a:schemeClr val="accent1"/>
                            </a:solidFill>
                            <a:latin typeface="Cambria Math" panose="02040503050406030204" pitchFamily="18" charset="0"/>
                          </a:rPr>
                          <m:t>𝟏</m:t>
                        </m:r>
                      </m:sub>
                    </m:sSub>
                    <m:sSub>
                      <m:sSubPr>
                        <m:ctrlPr>
                          <a:rPr lang="es-MX" sz="1600" b="1" i="1">
                            <a:solidFill>
                              <a:schemeClr val="accent1"/>
                            </a:solidFill>
                            <a:latin typeface="Cambria Math" panose="02040503050406030204" pitchFamily="18" charset="0"/>
                          </a:rPr>
                        </m:ctrlPr>
                      </m:sSubPr>
                      <m:e>
                        <m:r>
                          <a:rPr lang="es-ES" sz="1600" b="1" i="1">
                            <a:solidFill>
                              <a:schemeClr val="accent1"/>
                            </a:solidFill>
                            <a:latin typeface="Cambria Math" panose="02040503050406030204" pitchFamily="18" charset="0"/>
                          </a:rPr>
                          <m:t>𝒙</m:t>
                        </m:r>
                      </m:e>
                      <m:sub>
                        <m:r>
                          <a:rPr lang="es-ES" sz="1600" b="1" i="1">
                            <a:solidFill>
                              <a:schemeClr val="accent1"/>
                            </a:solidFill>
                            <a:latin typeface="Cambria Math" panose="02040503050406030204" pitchFamily="18" charset="0"/>
                          </a:rPr>
                          <m:t>𝟏</m:t>
                        </m:r>
                      </m:sub>
                    </m:sSub>
                    <m:r>
                      <a:rPr lang="es-ES" sz="1600" b="1" i="1">
                        <a:solidFill>
                          <a:schemeClr val="accent1"/>
                        </a:solidFill>
                        <a:latin typeface="Cambria Math" panose="02040503050406030204" pitchFamily="18" charset="0"/>
                      </a:rPr>
                      <m:t>+</m:t>
                    </m:r>
                    <m:sSub>
                      <m:sSubPr>
                        <m:ctrlPr>
                          <a:rPr lang="es-MX" sz="1600" b="1" i="1">
                            <a:solidFill>
                              <a:schemeClr val="accent1"/>
                            </a:solidFill>
                            <a:latin typeface="Cambria Math" panose="02040503050406030204" pitchFamily="18" charset="0"/>
                          </a:rPr>
                        </m:ctrlPr>
                      </m:sSubPr>
                      <m:e>
                        <m:r>
                          <a:rPr lang="es-MX" sz="1600" b="1" i="1">
                            <a:solidFill>
                              <a:schemeClr val="accent1"/>
                            </a:solidFill>
                            <a:latin typeface="Cambria Math" panose="02040503050406030204" pitchFamily="18" charset="0"/>
                            <a:ea typeface="Cambria Math" panose="02040503050406030204" pitchFamily="18" charset="0"/>
                          </a:rPr>
                          <m:t>𝜽</m:t>
                        </m:r>
                      </m:e>
                      <m:sub>
                        <m:r>
                          <a:rPr lang="es-ES" sz="1600" b="1" i="1">
                            <a:solidFill>
                              <a:schemeClr val="accent1"/>
                            </a:solidFill>
                            <a:latin typeface="Cambria Math" panose="02040503050406030204" pitchFamily="18" charset="0"/>
                            <a:ea typeface="Cambria Math" panose="02040503050406030204" pitchFamily="18" charset="0"/>
                          </a:rPr>
                          <m:t>𝟐</m:t>
                        </m:r>
                      </m:sub>
                    </m:sSub>
                    <m:sSub>
                      <m:sSubPr>
                        <m:ctrlPr>
                          <a:rPr lang="es-MX" sz="1600" b="1" i="1">
                            <a:solidFill>
                              <a:schemeClr val="accent1"/>
                            </a:solidFill>
                            <a:latin typeface="Cambria Math" panose="02040503050406030204" pitchFamily="18" charset="0"/>
                          </a:rPr>
                        </m:ctrlPr>
                      </m:sSubPr>
                      <m:e>
                        <m:r>
                          <a:rPr lang="es-ES" sz="1600" b="1" i="1">
                            <a:solidFill>
                              <a:schemeClr val="accent1"/>
                            </a:solidFill>
                            <a:latin typeface="Cambria Math" panose="02040503050406030204" pitchFamily="18" charset="0"/>
                          </a:rPr>
                          <m:t>𝒙</m:t>
                        </m:r>
                      </m:e>
                      <m:sub>
                        <m:r>
                          <a:rPr lang="es-ES" sz="1600" b="1" i="1">
                            <a:solidFill>
                              <a:schemeClr val="accent1"/>
                            </a:solidFill>
                            <a:latin typeface="Cambria Math" panose="02040503050406030204" pitchFamily="18" charset="0"/>
                          </a:rPr>
                          <m:t>𝟐</m:t>
                        </m:r>
                      </m:sub>
                    </m:sSub>
                    <m:r>
                      <a:rPr lang="es-MX" sz="1600" b="1" i="1" smtClean="0">
                        <a:solidFill>
                          <a:schemeClr val="accent1"/>
                        </a:solidFill>
                        <a:latin typeface="Cambria Math" panose="02040503050406030204" pitchFamily="18" charset="0"/>
                        <a:ea typeface="Cambria Math" panose="02040503050406030204" pitchFamily="18" charset="0"/>
                      </a:rPr>
                      <m:t>≥</m:t>
                    </m:r>
                    <m:r>
                      <a:rPr lang="es-MX" sz="1600" b="1" i="1" smtClean="0">
                        <a:solidFill>
                          <a:schemeClr val="accent1"/>
                        </a:solidFill>
                        <a:latin typeface="Cambria Math" panose="02040503050406030204" pitchFamily="18" charset="0"/>
                        <a:ea typeface="Cambria Math" panose="02040503050406030204" pitchFamily="18" charset="0"/>
                      </a:rPr>
                      <m:t>𝟎</m:t>
                    </m:r>
                  </m:oMath>
                </a14:m>
                <a:endParaRPr lang="es-ES_tradnl" sz="1600" dirty="0"/>
              </a:p>
            </p:txBody>
          </p:sp>
        </mc:Choice>
        <mc:Fallback xmlns="">
          <p:sp>
            <p:nvSpPr>
              <p:cNvPr id="19" name="CuadroTexto 18">
                <a:extLst>
                  <a:ext uri="{FF2B5EF4-FFF2-40B4-BE49-F238E27FC236}">
                    <a16:creationId xmlns:a16="http://schemas.microsoft.com/office/drawing/2014/main" id="{FB21F0A8-837C-27B0-5238-09F074AD7CF6}"/>
                  </a:ext>
                </a:extLst>
              </p:cNvPr>
              <p:cNvSpPr txBox="1">
                <a:spLocks noRot="1" noChangeAspect="1" noMove="1" noResize="1" noEditPoints="1" noAdjustHandles="1" noChangeArrowheads="1" noChangeShapeType="1" noTextEdit="1"/>
              </p:cNvSpPr>
              <p:nvPr/>
            </p:nvSpPr>
            <p:spPr>
              <a:xfrm>
                <a:off x="702824" y="4928203"/>
                <a:ext cx="4881275" cy="338554"/>
              </a:xfrm>
              <a:prstGeom prst="rect">
                <a:avLst/>
              </a:prstGeom>
              <a:blipFill>
                <a:blip r:embed="rId10"/>
                <a:stretch>
                  <a:fillRect l="-779" t="-3571" b="-21429"/>
                </a:stretch>
              </a:blipFill>
            </p:spPr>
            <p:txBody>
              <a:bodyPr/>
              <a:lstStyle/>
              <a:p>
                <a:r>
                  <a:rPr lang="es-ES_tradnl">
                    <a:noFill/>
                  </a:rPr>
                  <a:t> </a:t>
                </a:r>
              </a:p>
            </p:txBody>
          </p:sp>
        </mc:Fallback>
      </mc:AlternateContent>
      <p:cxnSp>
        <p:nvCxnSpPr>
          <p:cNvPr id="35" name="Conector recto de flecha 34">
            <a:extLst>
              <a:ext uri="{FF2B5EF4-FFF2-40B4-BE49-F238E27FC236}">
                <a16:creationId xmlns:a16="http://schemas.microsoft.com/office/drawing/2014/main" id="{B3A5FB8A-7C87-EBF5-4E3F-17E62F6C001B}"/>
              </a:ext>
            </a:extLst>
          </p:cNvPr>
          <p:cNvCxnSpPr>
            <a:stCxn id="14" idx="2"/>
          </p:cNvCxnSpPr>
          <p:nvPr/>
        </p:nvCxnSpPr>
        <p:spPr>
          <a:xfrm>
            <a:off x="2661059" y="5688369"/>
            <a:ext cx="0" cy="3291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D95EC85C-298E-3C1E-C329-A72E4F996D67}"/>
                  </a:ext>
                </a:extLst>
              </p:cNvPr>
              <p:cNvSpPr txBox="1"/>
              <p:nvPr/>
            </p:nvSpPr>
            <p:spPr>
              <a:xfrm>
                <a:off x="829588" y="6017508"/>
                <a:ext cx="3662942" cy="369332"/>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b="1" i="1" smtClean="0">
                              <a:solidFill>
                                <a:srgbClr val="FFC000"/>
                              </a:solidFill>
                              <a:latin typeface="Cambria Math" panose="02040503050406030204" pitchFamily="18" charset="0"/>
                            </a:rPr>
                          </m:ctrlPr>
                        </m:sSubPr>
                        <m:e>
                          <m:r>
                            <a:rPr lang="es-ES" b="1" i="1">
                              <a:solidFill>
                                <a:srgbClr val="FFC000"/>
                              </a:solidFill>
                              <a:latin typeface="Cambria Math" panose="02040503050406030204" pitchFamily="18" charset="0"/>
                            </a:rPr>
                            <m:t>𝒙</m:t>
                          </m:r>
                        </m:e>
                        <m:sub>
                          <m:r>
                            <a:rPr lang="es-ES" b="1" i="1">
                              <a:solidFill>
                                <a:srgbClr val="FFC000"/>
                              </a:solidFill>
                              <a:latin typeface="Cambria Math" panose="02040503050406030204" pitchFamily="18" charset="0"/>
                            </a:rPr>
                            <m:t>𝟏</m:t>
                          </m:r>
                        </m:sub>
                      </m:sSub>
                      <m:r>
                        <a:rPr lang="es-ES" b="1" i="1">
                          <a:solidFill>
                            <a:srgbClr val="7030A0"/>
                          </a:solidFill>
                          <a:latin typeface="Cambria Math" panose="02040503050406030204" pitchFamily="18" charset="0"/>
                        </a:rPr>
                        <m:t>+</m:t>
                      </m:r>
                      <m:sSub>
                        <m:sSubPr>
                          <m:ctrlPr>
                            <a:rPr lang="es-MX" b="1" i="1" smtClean="0">
                              <a:solidFill>
                                <a:schemeClr val="accent3"/>
                              </a:solidFill>
                              <a:latin typeface="Cambria Math" panose="02040503050406030204" pitchFamily="18" charset="0"/>
                            </a:rPr>
                          </m:ctrlPr>
                        </m:sSubPr>
                        <m:e>
                          <m:r>
                            <a:rPr lang="es-ES" b="1" i="1">
                              <a:solidFill>
                                <a:schemeClr val="accent3"/>
                              </a:solidFill>
                              <a:latin typeface="Cambria Math" panose="02040503050406030204" pitchFamily="18" charset="0"/>
                            </a:rPr>
                            <m:t>𝒙</m:t>
                          </m:r>
                        </m:e>
                        <m:sub>
                          <m:r>
                            <a:rPr lang="es-ES" b="1" i="1">
                              <a:solidFill>
                                <a:schemeClr val="accent3"/>
                              </a:solidFill>
                              <a:latin typeface="Cambria Math" panose="02040503050406030204" pitchFamily="18" charset="0"/>
                            </a:rPr>
                            <m:t>𝟐</m:t>
                          </m:r>
                        </m:sub>
                      </m:sSub>
                      <m:r>
                        <a:rPr lang="es-MX" b="1" i="1">
                          <a:solidFill>
                            <a:srgbClr val="7030A0"/>
                          </a:solidFill>
                          <a:latin typeface="Cambria Math" panose="02040503050406030204" pitchFamily="18" charset="0"/>
                          <a:ea typeface="Cambria Math" panose="02040503050406030204" pitchFamily="18" charset="0"/>
                        </a:rPr>
                        <m:t>≥</m:t>
                      </m:r>
                      <m:r>
                        <a:rPr lang="es-ES" b="1" i="1" smtClean="0">
                          <a:solidFill>
                            <a:srgbClr val="7030A0"/>
                          </a:solidFill>
                          <a:latin typeface="Cambria Math" panose="02040503050406030204" pitchFamily="18" charset="0"/>
                          <a:ea typeface="Cambria Math" panose="02040503050406030204" pitchFamily="18" charset="0"/>
                        </a:rPr>
                        <m:t>𝟏𝟐</m:t>
                      </m:r>
                      <m:r>
                        <a:rPr lang="es-MX" b="1" i="1" smtClean="0">
                          <a:solidFill>
                            <a:srgbClr val="7030A0"/>
                          </a:solidFill>
                          <a:latin typeface="Cambria Math" panose="02040503050406030204" pitchFamily="18" charset="0"/>
                          <a:ea typeface="Cambria Math" panose="02040503050406030204" pitchFamily="18" charset="0"/>
                        </a:rPr>
                        <m:t>→</m:t>
                      </m:r>
                      <m:r>
                        <a:rPr lang="es-ES" b="1" i="1" smtClean="0">
                          <a:solidFill>
                            <a:srgbClr val="7030A0"/>
                          </a:solidFill>
                          <a:latin typeface="Cambria Math" panose="02040503050406030204" pitchFamily="18" charset="0"/>
                          <a:ea typeface="Cambria Math" panose="02040503050406030204" pitchFamily="18" charset="0"/>
                        </a:rPr>
                        <m:t>𝒚</m:t>
                      </m:r>
                      <m:r>
                        <a:rPr lang="es-ES" b="1" i="1" smtClean="0">
                          <a:solidFill>
                            <a:srgbClr val="7030A0"/>
                          </a:solidFill>
                          <a:latin typeface="Cambria Math" panose="02040503050406030204" pitchFamily="18" charset="0"/>
                          <a:ea typeface="Cambria Math" panose="02040503050406030204" pitchFamily="18" charset="0"/>
                        </a:rPr>
                        <m:t>=</m:t>
                      </m:r>
                      <m:r>
                        <a:rPr lang="es-ES" b="1" i="1" smtClean="0">
                          <a:solidFill>
                            <a:srgbClr val="7030A0"/>
                          </a:solidFill>
                          <a:latin typeface="Cambria Math" panose="02040503050406030204" pitchFamily="18" charset="0"/>
                          <a:ea typeface="Cambria Math" panose="02040503050406030204" pitchFamily="18" charset="0"/>
                        </a:rPr>
                        <m:t>𝟏</m:t>
                      </m:r>
                    </m:oMath>
                  </m:oMathPara>
                </a14:m>
                <a:endParaRPr lang="es-ES_tradnl" dirty="0">
                  <a:solidFill>
                    <a:srgbClr val="7030A0"/>
                  </a:solidFill>
                </a:endParaRPr>
              </a:p>
            </p:txBody>
          </p:sp>
        </mc:Choice>
        <mc:Fallback xmlns="">
          <p:sp>
            <p:nvSpPr>
              <p:cNvPr id="36" name="CuadroTexto 35">
                <a:extLst>
                  <a:ext uri="{FF2B5EF4-FFF2-40B4-BE49-F238E27FC236}">
                    <a16:creationId xmlns:a16="http://schemas.microsoft.com/office/drawing/2014/main" id="{D95EC85C-298E-3C1E-C329-A72E4F996D67}"/>
                  </a:ext>
                </a:extLst>
              </p:cNvPr>
              <p:cNvSpPr txBox="1">
                <a:spLocks noRot="1" noChangeAspect="1" noMove="1" noResize="1" noEditPoints="1" noAdjustHandles="1" noChangeArrowheads="1" noChangeShapeType="1" noTextEdit="1"/>
              </p:cNvSpPr>
              <p:nvPr/>
            </p:nvSpPr>
            <p:spPr>
              <a:xfrm>
                <a:off x="829588" y="6017508"/>
                <a:ext cx="3662942" cy="369332"/>
              </a:xfrm>
              <a:prstGeom prst="rect">
                <a:avLst/>
              </a:prstGeom>
              <a:blipFill>
                <a:blip r:embed="rId11"/>
                <a:stretch>
                  <a:fillRect b="-3226"/>
                </a:stretch>
              </a:blipFill>
              <a:ln>
                <a:solidFill>
                  <a:schemeClr val="tx1"/>
                </a:solidFill>
              </a:ln>
            </p:spPr>
            <p:txBody>
              <a:bodyPr/>
              <a:lstStyle/>
              <a:p>
                <a:r>
                  <a:rPr lang="es-ES_tradnl">
                    <a:noFill/>
                  </a:rPr>
                  <a:t> </a:t>
                </a:r>
              </a:p>
            </p:txBody>
          </p:sp>
        </mc:Fallback>
      </mc:AlternateContent>
      <p:grpSp>
        <p:nvGrpSpPr>
          <p:cNvPr id="74" name="Grupo 73">
            <a:extLst>
              <a:ext uri="{FF2B5EF4-FFF2-40B4-BE49-F238E27FC236}">
                <a16:creationId xmlns:a16="http://schemas.microsoft.com/office/drawing/2014/main" id="{17F1981F-5A3B-C0AD-3BD6-D24AA23BBE53}"/>
              </a:ext>
            </a:extLst>
          </p:cNvPr>
          <p:cNvGrpSpPr/>
          <p:nvPr/>
        </p:nvGrpSpPr>
        <p:grpSpPr>
          <a:xfrm>
            <a:off x="7074848" y="1345265"/>
            <a:ext cx="5021177" cy="3750555"/>
            <a:chOff x="6268409" y="1264257"/>
            <a:chExt cx="5021177" cy="3750555"/>
          </a:xfrm>
        </p:grpSpPr>
        <p:grpSp>
          <p:nvGrpSpPr>
            <p:cNvPr id="4" name="Grupo 3">
              <a:extLst>
                <a:ext uri="{FF2B5EF4-FFF2-40B4-BE49-F238E27FC236}">
                  <a16:creationId xmlns:a16="http://schemas.microsoft.com/office/drawing/2014/main" id="{E40A8D80-4529-1F3C-151B-AC409B924FD6}"/>
                </a:ext>
              </a:extLst>
            </p:cNvPr>
            <p:cNvGrpSpPr/>
            <p:nvPr/>
          </p:nvGrpSpPr>
          <p:grpSpPr>
            <a:xfrm>
              <a:off x="6268409" y="1402756"/>
              <a:ext cx="5021177" cy="3612056"/>
              <a:chOff x="475496" y="3107996"/>
              <a:chExt cx="5021177" cy="3612056"/>
            </a:xfrm>
          </p:grpSpPr>
          <p:cxnSp>
            <p:nvCxnSpPr>
              <p:cNvPr id="5" name="Conector recto 4">
                <a:extLst>
                  <a:ext uri="{FF2B5EF4-FFF2-40B4-BE49-F238E27FC236}">
                    <a16:creationId xmlns:a16="http://schemas.microsoft.com/office/drawing/2014/main" id="{7EB6F83D-3D99-C3C5-5932-82AB903F8253}"/>
                  </a:ext>
                </a:extLst>
              </p:cNvPr>
              <p:cNvCxnSpPr/>
              <p:nvPr/>
            </p:nvCxnSpPr>
            <p:spPr>
              <a:xfrm flipV="1">
                <a:off x="1058238" y="3429000"/>
                <a:ext cx="0" cy="2869058"/>
              </a:xfrm>
              <a:prstGeom prst="line">
                <a:avLst/>
              </a:prstGeom>
            </p:spPr>
            <p:style>
              <a:lnRef idx="2">
                <a:schemeClr val="dk1"/>
              </a:lnRef>
              <a:fillRef idx="0">
                <a:schemeClr val="dk1"/>
              </a:fillRef>
              <a:effectRef idx="1">
                <a:schemeClr val="dk1"/>
              </a:effectRef>
              <a:fontRef idx="minor">
                <a:schemeClr val="tx1"/>
              </a:fontRef>
            </p:style>
          </p:cxnSp>
          <p:cxnSp>
            <p:nvCxnSpPr>
              <p:cNvPr id="6" name="Conector recto 5">
                <a:extLst>
                  <a:ext uri="{FF2B5EF4-FFF2-40B4-BE49-F238E27FC236}">
                    <a16:creationId xmlns:a16="http://schemas.microsoft.com/office/drawing/2014/main" id="{301FC30A-25E4-B65D-5B0A-9D0A283E645D}"/>
                  </a:ext>
                </a:extLst>
              </p:cNvPr>
              <p:cNvCxnSpPr/>
              <p:nvPr/>
            </p:nvCxnSpPr>
            <p:spPr>
              <a:xfrm>
                <a:off x="1058238" y="6298058"/>
                <a:ext cx="4274050" cy="0"/>
              </a:xfrm>
              <a:prstGeom prst="line">
                <a:avLst/>
              </a:prstGeom>
            </p:spPr>
            <p:style>
              <a:lnRef idx="2">
                <a:schemeClr val="dk1"/>
              </a:lnRef>
              <a:fillRef idx="0">
                <a:schemeClr val="dk1"/>
              </a:fillRef>
              <a:effectRef idx="1">
                <a:schemeClr val="dk1"/>
              </a:effectRef>
              <a:fontRef idx="minor">
                <a:schemeClr val="tx1"/>
              </a:fontRef>
            </p:style>
          </p:cxnSp>
          <p:sp>
            <p:nvSpPr>
              <p:cNvPr id="8" name="CuadroTexto 7">
                <a:extLst>
                  <a:ext uri="{FF2B5EF4-FFF2-40B4-BE49-F238E27FC236}">
                    <a16:creationId xmlns:a16="http://schemas.microsoft.com/office/drawing/2014/main" id="{480BCA6B-63D9-1F27-A96A-CEE40A95EFE4}"/>
                  </a:ext>
                </a:extLst>
              </p:cNvPr>
              <p:cNvSpPr txBox="1"/>
              <p:nvPr/>
            </p:nvSpPr>
            <p:spPr>
              <a:xfrm>
                <a:off x="4900772" y="6350720"/>
                <a:ext cx="595901" cy="369332"/>
              </a:xfrm>
              <a:prstGeom prst="rect">
                <a:avLst/>
              </a:prstGeom>
              <a:noFill/>
            </p:spPr>
            <p:txBody>
              <a:bodyPr wrap="square" rtlCol="0">
                <a:spAutoFit/>
              </a:bodyPr>
              <a:lstStyle/>
              <a:p>
                <a:r>
                  <a:rPr lang="es-MX" dirty="0">
                    <a:solidFill>
                      <a:srgbClr val="FFC000"/>
                    </a:solidFill>
                  </a:rPr>
                  <a:t># ?!</a:t>
                </a:r>
              </a:p>
            </p:txBody>
          </p:sp>
          <p:sp>
            <p:nvSpPr>
              <p:cNvPr id="9" name="CuadroTexto 8">
                <a:extLst>
                  <a:ext uri="{FF2B5EF4-FFF2-40B4-BE49-F238E27FC236}">
                    <a16:creationId xmlns:a16="http://schemas.microsoft.com/office/drawing/2014/main" id="{5815FD69-65B7-00A9-992B-2C9290079932}"/>
                  </a:ext>
                </a:extLst>
              </p:cNvPr>
              <p:cNvSpPr txBox="1"/>
              <p:nvPr/>
            </p:nvSpPr>
            <p:spPr>
              <a:xfrm>
                <a:off x="475496" y="3107996"/>
                <a:ext cx="967448" cy="369332"/>
              </a:xfrm>
              <a:prstGeom prst="rect">
                <a:avLst/>
              </a:prstGeom>
              <a:noFill/>
            </p:spPr>
            <p:txBody>
              <a:bodyPr wrap="square" rtlCol="0">
                <a:spAutoFit/>
              </a:bodyPr>
              <a:lstStyle/>
              <a:p>
                <a:r>
                  <a:rPr lang="es-MX" dirty="0">
                    <a:solidFill>
                      <a:srgbClr val="92D050"/>
                    </a:solidFill>
                  </a:rPr>
                  <a:t># </a:t>
                </a:r>
                <a:r>
                  <a:rPr lang="es-MX" dirty="0" err="1">
                    <a:solidFill>
                      <a:srgbClr val="92D050"/>
                    </a:solidFill>
                  </a:rPr>
                  <a:t>html</a:t>
                </a:r>
                <a:endParaRPr lang="es-MX" dirty="0">
                  <a:solidFill>
                    <a:srgbClr val="92D050"/>
                  </a:solidFill>
                </a:endParaRPr>
              </a:p>
            </p:txBody>
          </p:sp>
        </p:grpSp>
        <p:sp>
          <p:nvSpPr>
            <p:cNvPr id="13" name="Elipse 12">
              <a:extLst>
                <a:ext uri="{FF2B5EF4-FFF2-40B4-BE49-F238E27FC236}">
                  <a16:creationId xmlns:a16="http://schemas.microsoft.com/office/drawing/2014/main" id="{6C27DE03-BF53-B19C-14BD-4241238A3CCB}"/>
                </a:ext>
              </a:extLst>
            </p:cNvPr>
            <p:cNvSpPr/>
            <p:nvPr/>
          </p:nvSpPr>
          <p:spPr>
            <a:xfrm>
              <a:off x="7257561" y="4318625"/>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Elipse 14">
              <a:extLst>
                <a:ext uri="{FF2B5EF4-FFF2-40B4-BE49-F238E27FC236}">
                  <a16:creationId xmlns:a16="http://schemas.microsoft.com/office/drawing/2014/main" id="{0BF4ABD2-CE0F-0C9C-3F34-5445BB4C8A07}"/>
                </a:ext>
              </a:extLst>
            </p:cNvPr>
            <p:cNvSpPr/>
            <p:nvPr/>
          </p:nvSpPr>
          <p:spPr>
            <a:xfrm>
              <a:off x="6974443" y="4200054"/>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Elipse 17">
              <a:extLst>
                <a:ext uri="{FF2B5EF4-FFF2-40B4-BE49-F238E27FC236}">
                  <a16:creationId xmlns:a16="http://schemas.microsoft.com/office/drawing/2014/main" id="{5F317113-66C9-6E6B-4DF8-6354505F7585}"/>
                </a:ext>
              </a:extLst>
            </p:cNvPr>
            <p:cNvSpPr/>
            <p:nvPr/>
          </p:nvSpPr>
          <p:spPr>
            <a:xfrm>
              <a:off x="7282872" y="4044433"/>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Elipse 20">
              <a:extLst>
                <a:ext uri="{FF2B5EF4-FFF2-40B4-BE49-F238E27FC236}">
                  <a16:creationId xmlns:a16="http://schemas.microsoft.com/office/drawing/2014/main" id="{A0E79F0E-F436-FF27-B43B-F46B46F35D35}"/>
                </a:ext>
              </a:extLst>
            </p:cNvPr>
            <p:cNvSpPr/>
            <p:nvPr/>
          </p:nvSpPr>
          <p:spPr>
            <a:xfrm>
              <a:off x="7078465" y="3814324"/>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Elipse 21">
              <a:extLst>
                <a:ext uri="{FF2B5EF4-FFF2-40B4-BE49-F238E27FC236}">
                  <a16:creationId xmlns:a16="http://schemas.microsoft.com/office/drawing/2014/main" id="{DC45FF1B-96E6-E8B2-F7BC-870E31F587C9}"/>
                </a:ext>
              </a:extLst>
            </p:cNvPr>
            <p:cNvSpPr/>
            <p:nvPr/>
          </p:nvSpPr>
          <p:spPr>
            <a:xfrm>
              <a:off x="7529950" y="4225796"/>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Elipse 22">
              <a:extLst>
                <a:ext uri="{FF2B5EF4-FFF2-40B4-BE49-F238E27FC236}">
                  <a16:creationId xmlns:a16="http://schemas.microsoft.com/office/drawing/2014/main" id="{25934EE7-57AF-5B5E-C358-F06309F6D135}"/>
                </a:ext>
              </a:extLst>
            </p:cNvPr>
            <p:cNvSpPr/>
            <p:nvPr/>
          </p:nvSpPr>
          <p:spPr>
            <a:xfrm>
              <a:off x="7677324" y="4060505"/>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Elipse 23">
              <a:extLst>
                <a:ext uri="{FF2B5EF4-FFF2-40B4-BE49-F238E27FC236}">
                  <a16:creationId xmlns:a16="http://schemas.microsoft.com/office/drawing/2014/main" id="{7DFD8E24-2701-A49E-53D9-F51E5692C753}"/>
                </a:ext>
              </a:extLst>
            </p:cNvPr>
            <p:cNvSpPr/>
            <p:nvPr/>
          </p:nvSpPr>
          <p:spPr>
            <a:xfrm>
              <a:off x="7362283" y="3807291"/>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5" name="Elipse 24">
              <a:extLst>
                <a:ext uri="{FF2B5EF4-FFF2-40B4-BE49-F238E27FC236}">
                  <a16:creationId xmlns:a16="http://schemas.microsoft.com/office/drawing/2014/main" id="{45DCBDE4-E66B-261F-C923-0E11524F4517}"/>
                </a:ext>
              </a:extLst>
            </p:cNvPr>
            <p:cNvSpPr/>
            <p:nvPr/>
          </p:nvSpPr>
          <p:spPr>
            <a:xfrm>
              <a:off x="7418789" y="3510056"/>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6" name="Elipse 25">
              <a:extLst>
                <a:ext uri="{FF2B5EF4-FFF2-40B4-BE49-F238E27FC236}">
                  <a16:creationId xmlns:a16="http://schemas.microsoft.com/office/drawing/2014/main" id="{69A168E7-D279-A30D-99BF-8750166D4E94}"/>
                </a:ext>
              </a:extLst>
            </p:cNvPr>
            <p:cNvSpPr/>
            <p:nvPr/>
          </p:nvSpPr>
          <p:spPr>
            <a:xfrm>
              <a:off x="7007836" y="3210189"/>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Elipse 26">
              <a:extLst>
                <a:ext uri="{FF2B5EF4-FFF2-40B4-BE49-F238E27FC236}">
                  <a16:creationId xmlns:a16="http://schemas.microsoft.com/office/drawing/2014/main" id="{A544121A-87F1-30AD-9E4F-CFFDB9981AC2}"/>
                </a:ext>
              </a:extLst>
            </p:cNvPr>
            <p:cNvSpPr/>
            <p:nvPr/>
          </p:nvSpPr>
          <p:spPr>
            <a:xfrm>
              <a:off x="7646101" y="3826167"/>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Elipse 27">
              <a:extLst>
                <a:ext uri="{FF2B5EF4-FFF2-40B4-BE49-F238E27FC236}">
                  <a16:creationId xmlns:a16="http://schemas.microsoft.com/office/drawing/2014/main" id="{B10951DF-E663-EE22-19C6-85E16867B0B7}"/>
                </a:ext>
              </a:extLst>
            </p:cNvPr>
            <p:cNvSpPr/>
            <p:nvPr/>
          </p:nvSpPr>
          <p:spPr>
            <a:xfrm>
              <a:off x="7149969" y="3510056"/>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Elipse 28">
              <a:extLst>
                <a:ext uri="{FF2B5EF4-FFF2-40B4-BE49-F238E27FC236}">
                  <a16:creationId xmlns:a16="http://schemas.microsoft.com/office/drawing/2014/main" id="{58471D92-4FDF-1EE4-87C3-669744412EDB}"/>
                </a:ext>
              </a:extLst>
            </p:cNvPr>
            <p:cNvSpPr/>
            <p:nvPr/>
          </p:nvSpPr>
          <p:spPr>
            <a:xfrm>
              <a:off x="7827604" y="4364850"/>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Elipse 29">
              <a:extLst>
                <a:ext uri="{FF2B5EF4-FFF2-40B4-BE49-F238E27FC236}">
                  <a16:creationId xmlns:a16="http://schemas.microsoft.com/office/drawing/2014/main" id="{3C05BF7B-62CE-77C8-7999-3D85BA2378D0}"/>
                </a:ext>
              </a:extLst>
            </p:cNvPr>
            <p:cNvSpPr/>
            <p:nvPr/>
          </p:nvSpPr>
          <p:spPr>
            <a:xfrm>
              <a:off x="8024120" y="4098013"/>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Cruz 30">
              <a:extLst>
                <a:ext uri="{FF2B5EF4-FFF2-40B4-BE49-F238E27FC236}">
                  <a16:creationId xmlns:a16="http://schemas.microsoft.com/office/drawing/2014/main" id="{C7DC1A06-72B8-172E-B971-C28F8DCD6816}"/>
                </a:ext>
              </a:extLst>
            </p:cNvPr>
            <p:cNvSpPr/>
            <p:nvPr/>
          </p:nvSpPr>
          <p:spPr>
            <a:xfrm rot="2880116">
              <a:off x="7536560" y="2481647"/>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ruz 31">
              <a:extLst>
                <a:ext uri="{FF2B5EF4-FFF2-40B4-BE49-F238E27FC236}">
                  <a16:creationId xmlns:a16="http://schemas.microsoft.com/office/drawing/2014/main" id="{42755ABE-EEA2-39B0-F009-BCAEEC992FE9}"/>
                </a:ext>
              </a:extLst>
            </p:cNvPr>
            <p:cNvSpPr/>
            <p:nvPr/>
          </p:nvSpPr>
          <p:spPr>
            <a:xfrm rot="2880116">
              <a:off x="9150258" y="3414179"/>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ruz 32">
              <a:extLst>
                <a:ext uri="{FF2B5EF4-FFF2-40B4-BE49-F238E27FC236}">
                  <a16:creationId xmlns:a16="http://schemas.microsoft.com/office/drawing/2014/main" id="{D61E16E3-6D41-FCB2-1B6F-76C06D099172}"/>
                </a:ext>
              </a:extLst>
            </p:cNvPr>
            <p:cNvSpPr/>
            <p:nvPr/>
          </p:nvSpPr>
          <p:spPr>
            <a:xfrm rot="2880116">
              <a:off x="7916024" y="2492804"/>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4" name="Cruz 33">
              <a:extLst>
                <a:ext uri="{FF2B5EF4-FFF2-40B4-BE49-F238E27FC236}">
                  <a16:creationId xmlns:a16="http://schemas.microsoft.com/office/drawing/2014/main" id="{CD37C1D8-037B-EB51-B28B-64DF2DDAB313}"/>
                </a:ext>
              </a:extLst>
            </p:cNvPr>
            <p:cNvSpPr/>
            <p:nvPr/>
          </p:nvSpPr>
          <p:spPr>
            <a:xfrm rot="2880116">
              <a:off x="8021122" y="3205276"/>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7" name="Cruz 36">
              <a:extLst>
                <a:ext uri="{FF2B5EF4-FFF2-40B4-BE49-F238E27FC236}">
                  <a16:creationId xmlns:a16="http://schemas.microsoft.com/office/drawing/2014/main" id="{8E587DB9-DA85-B6BC-89C5-6299D0453AD5}"/>
                </a:ext>
              </a:extLst>
            </p:cNvPr>
            <p:cNvSpPr/>
            <p:nvPr/>
          </p:nvSpPr>
          <p:spPr>
            <a:xfrm rot="2880116">
              <a:off x="8310152" y="2898214"/>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8" name="Cruz 37">
              <a:extLst>
                <a:ext uri="{FF2B5EF4-FFF2-40B4-BE49-F238E27FC236}">
                  <a16:creationId xmlns:a16="http://schemas.microsoft.com/office/drawing/2014/main" id="{E19CAD16-C776-6FE6-E433-6BD8118229FE}"/>
                </a:ext>
              </a:extLst>
            </p:cNvPr>
            <p:cNvSpPr/>
            <p:nvPr/>
          </p:nvSpPr>
          <p:spPr>
            <a:xfrm rot="2880116">
              <a:off x="7800765" y="1945868"/>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1" name="Cruz 40">
              <a:extLst>
                <a:ext uri="{FF2B5EF4-FFF2-40B4-BE49-F238E27FC236}">
                  <a16:creationId xmlns:a16="http://schemas.microsoft.com/office/drawing/2014/main" id="{C7E2895D-E43C-E082-7F46-1F3A3D3D979D}"/>
                </a:ext>
              </a:extLst>
            </p:cNvPr>
            <p:cNvSpPr/>
            <p:nvPr/>
          </p:nvSpPr>
          <p:spPr>
            <a:xfrm rot="2880116">
              <a:off x="8966784" y="2527657"/>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3" name="Cruz 42">
              <a:extLst>
                <a:ext uri="{FF2B5EF4-FFF2-40B4-BE49-F238E27FC236}">
                  <a16:creationId xmlns:a16="http://schemas.microsoft.com/office/drawing/2014/main" id="{9F05966A-7DBF-C663-0B22-D2B0E329787F}"/>
                </a:ext>
              </a:extLst>
            </p:cNvPr>
            <p:cNvSpPr/>
            <p:nvPr/>
          </p:nvSpPr>
          <p:spPr>
            <a:xfrm rot="2880116">
              <a:off x="8743205" y="3055018"/>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4" name="Cruz 43">
              <a:extLst>
                <a:ext uri="{FF2B5EF4-FFF2-40B4-BE49-F238E27FC236}">
                  <a16:creationId xmlns:a16="http://schemas.microsoft.com/office/drawing/2014/main" id="{C7F2F071-27F9-C38A-C18B-67BCE361C86F}"/>
                </a:ext>
              </a:extLst>
            </p:cNvPr>
            <p:cNvSpPr/>
            <p:nvPr/>
          </p:nvSpPr>
          <p:spPr>
            <a:xfrm rot="2880116">
              <a:off x="8635335" y="3733496"/>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6" name="Cruz 45">
              <a:extLst>
                <a:ext uri="{FF2B5EF4-FFF2-40B4-BE49-F238E27FC236}">
                  <a16:creationId xmlns:a16="http://schemas.microsoft.com/office/drawing/2014/main" id="{CAB197AF-4F9B-C75B-50A6-3D9F97C9730C}"/>
                </a:ext>
              </a:extLst>
            </p:cNvPr>
            <p:cNvSpPr/>
            <p:nvPr/>
          </p:nvSpPr>
          <p:spPr>
            <a:xfrm rot="2880116">
              <a:off x="8402800" y="2441412"/>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7" name="Cruz 46">
              <a:extLst>
                <a:ext uri="{FF2B5EF4-FFF2-40B4-BE49-F238E27FC236}">
                  <a16:creationId xmlns:a16="http://schemas.microsoft.com/office/drawing/2014/main" id="{38DD356B-A728-52B5-0AEB-4CFCA145D497}"/>
                </a:ext>
              </a:extLst>
            </p:cNvPr>
            <p:cNvSpPr/>
            <p:nvPr/>
          </p:nvSpPr>
          <p:spPr>
            <a:xfrm rot="2880116">
              <a:off x="9173898" y="2889482"/>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8" name="Elipse 47">
              <a:extLst>
                <a:ext uri="{FF2B5EF4-FFF2-40B4-BE49-F238E27FC236}">
                  <a16:creationId xmlns:a16="http://schemas.microsoft.com/office/drawing/2014/main" id="{FA7CB2F2-F689-E76D-7FC1-AA188F115474}"/>
                </a:ext>
              </a:extLst>
            </p:cNvPr>
            <p:cNvSpPr/>
            <p:nvPr/>
          </p:nvSpPr>
          <p:spPr>
            <a:xfrm>
              <a:off x="10580674" y="1341159"/>
              <a:ext cx="113011" cy="12550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9" name="CuadroTexto 48">
              <a:extLst>
                <a:ext uri="{FF2B5EF4-FFF2-40B4-BE49-F238E27FC236}">
                  <a16:creationId xmlns:a16="http://schemas.microsoft.com/office/drawing/2014/main" id="{4B85C59D-EC2B-1CC6-E5BE-740A4640551F}"/>
                </a:ext>
              </a:extLst>
            </p:cNvPr>
            <p:cNvSpPr txBox="1"/>
            <p:nvPr/>
          </p:nvSpPr>
          <p:spPr>
            <a:xfrm>
              <a:off x="9714801" y="1264257"/>
              <a:ext cx="1297389" cy="276999"/>
            </a:xfrm>
            <a:prstGeom prst="rect">
              <a:avLst/>
            </a:prstGeom>
            <a:noFill/>
          </p:spPr>
          <p:txBody>
            <a:bodyPr wrap="square" rtlCol="0">
              <a:spAutoFit/>
            </a:bodyPr>
            <a:lstStyle/>
            <a:p>
              <a:r>
                <a:rPr lang="es-MX" sz="1200" dirty="0"/>
                <a:t>No SPAM</a:t>
              </a:r>
            </a:p>
          </p:txBody>
        </p:sp>
        <p:sp>
          <p:nvSpPr>
            <p:cNvPr id="50" name="Cruz 49">
              <a:extLst>
                <a:ext uri="{FF2B5EF4-FFF2-40B4-BE49-F238E27FC236}">
                  <a16:creationId xmlns:a16="http://schemas.microsoft.com/office/drawing/2014/main" id="{08333A7E-10B5-0A9B-D9AD-310E34417F6B}"/>
                </a:ext>
              </a:extLst>
            </p:cNvPr>
            <p:cNvSpPr/>
            <p:nvPr/>
          </p:nvSpPr>
          <p:spPr>
            <a:xfrm rot="2880116">
              <a:off x="10521170" y="1530927"/>
              <a:ext cx="232018" cy="237098"/>
            </a:xfrm>
            <a:prstGeom prst="plus">
              <a:avLst>
                <a:gd name="adj" fmla="val 4015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1" name="CuadroTexto 50">
              <a:extLst>
                <a:ext uri="{FF2B5EF4-FFF2-40B4-BE49-F238E27FC236}">
                  <a16:creationId xmlns:a16="http://schemas.microsoft.com/office/drawing/2014/main" id="{7B1DC73D-453D-CCB2-67A4-6E3DB0AA8096}"/>
                </a:ext>
              </a:extLst>
            </p:cNvPr>
            <p:cNvSpPr txBox="1"/>
            <p:nvPr/>
          </p:nvSpPr>
          <p:spPr>
            <a:xfrm>
              <a:off x="9930799" y="1514700"/>
              <a:ext cx="649876" cy="276999"/>
            </a:xfrm>
            <a:prstGeom prst="rect">
              <a:avLst/>
            </a:prstGeom>
            <a:noFill/>
          </p:spPr>
          <p:txBody>
            <a:bodyPr wrap="square" rtlCol="0">
              <a:spAutoFit/>
            </a:bodyPr>
            <a:lstStyle/>
            <a:p>
              <a:r>
                <a:rPr lang="es-MX" sz="1200" dirty="0"/>
                <a:t>SPAM</a:t>
              </a:r>
            </a:p>
          </p:txBody>
        </p:sp>
        <p:cxnSp>
          <p:nvCxnSpPr>
            <p:cNvPr id="40" name="Conector recto 39">
              <a:extLst>
                <a:ext uri="{FF2B5EF4-FFF2-40B4-BE49-F238E27FC236}">
                  <a16:creationId xmlns:a16="http://schemas.microsoft.com/office/drawing/2014/main" id="{56ABE6E0-E721-1E0B-0E29-D25B1A2A5086}"/>
                </a:ext>
              </a:extLst>
            </p:cNvPr>
            <p:cNvCxnSpPr>
              <a:cxnSpLocks/>
            </p:cNvCxnSpPr>
            <p:nvPr/>
          </p:nvCxnSpPr>
          <p:spPr>
            <a:xfrm flipV="1">
              <a:off x="7326154" y="4588462"/>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3" name="Conector recto 52">
              <a:extLst>
                <a:ext uri="{FF2B5EF4-FFF2-40B4-BE49-F238E27FC236}">
                  <a16:creationId xmlns:a16="http://schemas.microsoft.com/office/drawing/2014/main" id="{BE431E51-480A-603D-195F-FB1CC3188F85}"/>
                </a:ext>
              </a:extLst>
            </p:cNvPr>
            <p:cNvCxnSpPr>
              <a:cxnSpLocks/>
            </p:cNvCxnSpPr>
            <p:nvPr/>
          </p:nvCxnSpPr>
          <p:spPr>
            <a:xfrm flipV="1">
              <a:off x="7820685" y="4594603"/>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4" name="Conector recto 53">
              <a:extLst>
                <a:ext uri="{FF2B5EF4-FFF2-40B4-BE49-F238E27FC236}">
                  <a16:creationId xmlns:a16="http://schemas.microsoft.com/office/drawing/2014/main" id="{7B27488E-62DF-4CCD-99DD-B33798C88593}"/>
                </a:ext>
              </a:extLst>
            </p:cNvPr>
            <p:cNvCxnSpPr>
              <a:cxnSpLocks/>
            </p:cNvCxnSpPr>
            <p:nvPr/>
          </p:nvCxnSpPr>
          <p:spPr>
            <a:xfrm flipV="1">
              <a:off x="8266997" y="4594603"/>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5" name="Conector recto 54">
              <a:extLst>
                <a:ext uri="{FF2B5EF4-FFF2-40B4-BE49-F238E27FC236}">
                  <a16:creationId xmlns:a16="http://schemas.microsoft.com/office/drawing/2014/main" id="{FEFF53A6-C468-AEA3-C432-FE8865172A4F}"/>
                </a:ext>
              </a:extLst>
            </p:cNvPr>
            <p:cNvCxnSpPr>
              <a:cxnSpLocks/>
            </p:cNvCxnSpPr>
            <p:nvPr/>
          </p:nvCxnSpPr>
          <p:spPr>
            <a:xfrm flipV="1">
              <a:off x="8721841" y="4595550"/>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6" name="Conector recto 55">
              <a:extLst>
                <a:ext uri="{FF2B5EF4-FFF2-40B4-BE49-F238E27FC236}">
                  <a16:creationId xmlns:a16="http://schemas.microsoft.com/office/drawing/2014/main" id="{C1DA5F7A-EC17-527B-4647-54D4EEE50B95}"/>
                </a:ext>
              </a:extLst>
            </p:cNvPr>
            <p:cNvCxnSpPr>
              <a:cxnSpLocks/>
            </p:cNvCxnSpPr>
            <p:nvPr/>
          </p:nvCxnSpPr>
          <p:spPr>
            <a:xfrm flipV="1">
              <a:off x="9171950" y="4584926"/>
              <a:ext cx="0" cy="114036"/>
            </a:xfrm>
            <a:prstGeom prst="line">
              <a:avLst/>
            </a:prstGeom>
          </p:spPr>
          <p:style>
            <a:lnRef idx="2">
              <a:schemeClr val="dk1"/>
            </a:lnRef>
            <a:fillRef idx="0">
              <a:schemeClr val="dk1"/>
            </a:fillRef>
            <a:effectRef idx="1">
              <a:schemeClr val="dk1"/>
            </a:effectRef>
            <a:fontRef idx="minor">
              <a:schemeClr val="tx1"/>
            </a:fontRef>
          </p:style>
        </p:cxnSp>
        <p:grpSp>
          <p:nvGrpSpPr>
            <p:cNvPr id="62" name="Grupo 61">
              <a:extLst>
                <a:ext uri="{FF2B5EF4-FFF2-40B4-BE49-F238E27FC236}">
                  <a16:creationId xmlns:a16="http://schemas.microsoft.com/office/drawing/2014/main" id="{0FA21786-7E6B-4343-683D-79A661BA0412}"/>
                </a:ext>
              </a:extLst>
            </p:cNvPr>
            <p:cNvGrpSpPr/>
            <p:nvPr/>
          </p:nvGrpSpPr>
          <p:grpSpPr>
            <a:xfrm rot="16200000">
              <a:off x="5881888" y="3128963"/>
              <a:ext cx="1845796" cy="124660"/>
              <a:chOff x="7478554" y="4737326"/>
              <a:chExt cx="1845796" cy="124660"/>
            </a:xfrm>
          </p:grpSpPr>
          <p:cxnSp>
            <p:nvCxnSpPr>
              <p:cNvPr id="57" name="Conector recto 56">
                <a:extLst>
                  <a:ext uri="{FF2B5EF4-FFF2-40B4-BE49-F238E27FC236}">
                    <a16:creationId xmlns:a16="http://schemas.microsoft.com/office/drawing/2014/main" id="{26F61976-8799-F33A-CA7E-4D38390719DA}"/>
                  </a:ext>
                </a:extLst>
              </p:cNvPr>
              <p:cNvCxnSpPr>
                <a:cxnSpLocks/>
              </p:cNvCxnSpPr>
              <p:nvPr/>
            </p:nvCxnSpPr>
            <p:spPr>
              <a:xfrm flipV="1">
                <a:off x="7478554" y="4740862"/>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8" name="Conector recto 57">
                <a:extLst>
                  <a:ext uri="{FF2B5EF4-FFF2-40B4-BE49-F238E27FC236}">
                    <a16:creationId xmlns:a16="http://schemas.microsoft.com/office/drawing/2014/main" id="{52DDA2EF-5666-21F5-278C-ECF1A0F1DD2F}"/>
                  </a:ext>
                </a:extLst>
              </p:cNvPr>
              <p:cNvCxnSpPr>
                <a:cxnSpLocks/>
              </p:cNvCxnSpPr>
              <p:nvPr/>
            </p:nvCxnSpPr>
            <p:spPr>
              <a:xfrm flipV="1">
                <a:off x="7973085" y="4747003"/>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59" name="Conector recto 58">
                <a:extLst>
                  <a:ext uri="{FF2B5EF4-FFF2-40B4-BE49-F238E27FC236}">
                    <a16:creationId xmlns:a16="http://schemas.microsoft.com/office/drawing/2014/main" id="{873B29A4-6139-6B63-C2CB-5C7B72865C32}"/>
                  </a:ext>
                </a:extLst>
              </p:cNvPr>
              <p:cNvCxnSpPr>
                <a:cxnSpLocks/>
              </p:cNvCxnSpPr>
              <p:nvPr/>
            </p:nvCxnSpPr>
            <p:spPr>
              <a:xfrm flipV="1">
                <a:off x="8419397" y="4747003"/>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60" name="Conector recto 59">
                <a:extLst>
                  <a:ext uri="{FF2B5EF4-FFF2-40B4-BE49-F238E27FC236}">
                    <a16:creationId xmlns:a16="http://schemas.microsoft.com/office/drawing/2014/main" id="{7BBAE622-EE86-BB1C-0EF1-6522C607BD6F}"/>
                  </a:ext>
                </a:extLst>
              </p:cNvPr>
              <p:cNvCxnSpPr>
                <a:cxnSpLocks/>
              </p:cNvCxnSpPr>
              <p:nvPr/>
            </p:nvCxnSpPr>
            <p:spPr>
              <a:xfrm flipV="1">
                <a:off x="8874241" y="4747950"/>
                <a:ext cx="0" cy="114036"/>
              </a:xfrm>
              <a:prstGeom prst="line">
                <a:avLst/>
              </a:prstGeom>
            </p:spPr>
            <p:style>
              <a:lnRef idx="2">
                <a:schemeClr val="dk1"/>
              </a:lnRef>
              <a:fillRef idx="0">
                <a:schemeClr val="dk1"/>
              </a:fillRef>
              <a:effectRef idx="1">
                <a:schemeClr val="dk1"/>
              </a:effectRef>
              <a:fontRef idx="minor">
                <a:schemeClr val="tx1"/>
              </a:fontRef>
            </p:style>
          </p:cxnSp>
          <p:cxnSp>
            <p:nvCxnSpPr>
              <p:cNvPr id="61" name="Conector recto 60">
                <a:extLst>
                  <a:ext uri="{FF2B5EF4-FFF2-40B4-BE49-F238E27FC236}">
                    <a16:creationId xmlns:a16="http://schemas.microsoft.com/office/drawing/2014/main" id="{150687CF-F3BB-7BE8-CA55-DB0EC17205AC}"/>
                  </a:ext>
                </a:extLst>
              </p:cNvPr>
              <p:cNvCxnSpPr>
                <a:cxnSpLocks/>
              </p:cNvCxnSpPr>
              <p:nvPr/>
            </p:nvCxnSpPr>
            <p:spPr>
              <a:xfrm flipV="1">
                <a:off x="9324350" y="4737326"/>
                <a:ext cx="0" cy="114036"/>
              </a:xfrm>
              <a:prstGeom prst="line">
                <a:avLst/>
              </a:prstGeom>
            </p:spPr>
            <p:style>
              <a:lnRef idx="2">
                <a:schemeClr val="dk1"/>
              </a:lnRef>
              <a:fillRef idx="0">
                <a:schemeClr val="dk1"/>
              </a:fillRef>
              <a:effectRef idx="1">
                <a:schemeClr val="dk1"/>
              </a:effectRef>
              <a:fontRef idx="minor">
                <a:schemeClr val="tx1"/>
              </a:fontRef>
            </p:style>
          </p:cxnSp>
        </p:grpSp>
        <p:sp>
          <p:nvSpPr>
            <p:cNvPr id="63" name="CuadroTexto 62">
              <a:extLst>
                <a:ext uri="{FF2B5EF4-FFF2-40B4-BE49-F238E27FC236}">
                  <a16:creationId xmlns:a16="http://schemas.microsoft.com/office/drawing/2014/main" id="{0756D68F-281A-7356-D103-C81241121CF7}"/>
                </a:ext>
              </a:extLst>
            </p:cNvPr>
            <p:cNvSpPr txBox="1"/>
            <p:nvPr/>
          </p:nvSpPr>
          <p:spPr>
            <a:xfrm>
              <a:off x="7198772" y="4666384"/>
              <a:ext cx="227312" cy="276999"/>
            </a:xfrm>
            <a:prstGeom prst="rect">
              <a:avLst/>
            </a:prstGeom>
            <a:noFill/>
          </p:spPr>
          <p:txBody>
            <a:bodyPr wrap="square" rtlCol="0">
              <a:spAutoFit/>
            </a:bodyPr>
            <a:lstStyle/>
            <a:p>
              <a:r>
                <a:rPr lang="es-ES_tradnl" sz="1200" dirty="0">
                  <a:solidFill>
                    <a:srgbClr val="FFC000"/>
                  </a:solidFill>
                </a:rPr>
                <a:t>3</a:t>
              </a:r>
            </a:p>
          </p:txBody>
        </p:sp>
        <p:sp>
          <p:nvSpPr>
            <p:cNvPr id="64" name="CuadroTexto 63">
              <a:extLst>
                <a:ext uri="{FF2B5EF4-FFF2-40B4-BE49-F238E27FC236}">
                  <a16:creationId xmlns:a16="http://schemas.microsoft.com/office/drawing/2014/main" id="{9B4E9CDA-E9D2-4233-B3D2-4167318A6923}"/>
                </a:ext>
              </a:extLst>
            </p:cNvPr>
            <p:cNvSpPr txBox="1"/>
            <p:nvPr/>
          </p:nvSpPr>
          <p:spPr>
            <a:xfrm>
              <a:off x="7685288" y="4670695"/>
              <a:ext cx="227312" cy="276999"/>
            </a:xfrm>
            <a:prstGeom prst="rect">
              <a:avLst/>
            </a:prstGeom>
            <a:noFill/>
          </p:spPr>
          <p:txBody>
            <a:bodyPr wrap="square" rtlCol="0">
              <a:spAutoFit/>
            </a:bodyPr>
            <a:lstStyle/>
            <a:p>
              <a:r>
                <a:rPr lang="es-ES_tradnl" sz="1200" dirty="0">
                  <a:solidFill>
                    <a:srgbClr val="FFC000"/>
                  </a:solidFill>
                </a:rPr>
                <a:t>6</a:t>
              </a:r>
            </a:p>
          </p:txBody>
        </p:sp>
        <p:sp>
          <p:nvSpPr>
            <p:cNvPr id="65" name="CuadroTexto 64">
              <a:extLst>
                <a:ext uri="{FF2B5EF4-FFF2-40B4-BE49-F238E27FC236}">
                  <a16:creationId xmlns:a16="http://schemas.microsoft.com/office/drawing/2014/main" id="{19058F75-4296-2FBE-4B6B-9A79C1B02034}"/>
                </a:ext>
              </a:extLst>
            </p:cNvPr>
            <p:cNvSpPr txBox="1"/>
            <p:nvPr/>
          </p:nvSpPr>
          <p:spPr>
            <a:xfrm>
              <a:off x="8135396" y="4660258"/>
              <a:ext cx="227312" cy="276999"/>
            </a:xfrm>
            <a:prstGeom prst="rect">
              <a:avLst/>
            </a:prstGeom>
            <a:noFill/>
          </p:spPr>
          <p:txBody>
            <a:bodyPr wrap="square" rtlCol="0">
              <a:spAutoFit/>
            </a:bodyPr>
            <a:lstStyle/>
            <a:p>
              <a:r>
                <a:rPr lang="es-ES_tradnl" sz="1200" dirty="0">
                  <a:solidFill>
                    <a:srgbClr val="FFC000"/>
                  </a:solidFill>
                </a:rPr>
                <a:t>9</a:t>
              </a:r>
            </a:p>
          </p:txBody>
        </p:sp>
        <p:sp>
          <p:nvSpPr>
            <p:cNvPr id="66" name="CuadroTexto 65">
              <a:extLst>
                <a:ext uri="{FF2B5EF4-FFF2-40B4-BE49-F238E27FC236}">
                  <a16:creationId xmlns:a16="http://schemas.microsoft.com/office/drawing/2014/main" id="{C0343A61-901F-DB80-7473-D3C5570F6542}"/>
                </a:ext>
              </a:extLst>
            </p:cNvPr>
            <p:cNvSpPr txBox="1"/>
            <p:nvPr/>
          </p:nvSpPr>
          <p:spPr>
            <a:xfrm>
              <a:off x="8558751" y="4660258"/>
              <a:ext cx="419010" cy="276999"/>
            </a:xfrm>
            <a:prstGeom prst="rect">
              <a:avLst/>
            </a:prstGeom>
            <a:noFill/>
          </p:spPr>
          <p:txBody>
            <a:bodyPr wrap="square" rtlCol="0">
              <a:spAutoFit/>
            </a:bodyPr>
            <a:lstStyle/>
            <a:p>
              <a:r>
                <a:rPr lang="es-ES_tradnl" sz="1200" dirty="0">
                  <a:solidFill>
                    <a:srgbClr val="FFC000"/>
                  </a:solidFill>
                </a:rPr>
                <a:t>12</a:t>
              </a:r>
            </a:p>
          </p:txBody>
        </p:sp>
        <p:sp>
          <p:nvSpPr>
            <p:cNvPr id="67" name="CuadroTexto 66">
              <a:extLst>
                <a:ext uri="{FF2B5EF4-FFF2-40B4-BE49-F238E27FC236}">
                  <a16:creationId xmlns:a16="http://schemas.microsoft.com/office/drawing/2014/main" id="{0FB9BD0C-F9CA-D97B-B0F1-D1FAEBC6B711}"/>
                </a:ext>
              </a:extLst>
            </p:cNvPr>
            <p:cNvSpPr txBox="1"/>
            <p:nvPr/>
          </p:nvSpPr>
          <p:spPr>
            <a:xfrm>
              <a:off x="9026380" y="4656134"/>
              <a:ext cx="419010" cy="276999"/>
            </a:xfrm>
            <a:prstGeom prst="rect">
              <a:avLst/>
            </a:prstGeom>
            <a:noFill/>
          </p:spPr>
          <p:txBody>
            <a:bodyPr wrap="square" rtlCol="0">
              <a:spAutoFit/>
            </a:bodyPr>
            <a:lstStyle/>
            <a:p>
              <a:r>
                <a:rPr lang="es-ES_tradnl" sz="1200" dirty="0">
                  <a:solidFill>
                    <a:srgbClr val="FFC000"/>
                  </a:solidFill>
                </a:rPr>
                <a:t>15</a:t>
              </a:r>
            </a:p>
          </p:txBody>
        </p:sp>
        <p:sp>
          <p:nvSpPr>
            <p:cNvPr id="68" name="CuadroTexto 67">
              <a:extLst>
                <a:ext uri="{FF2B5EF4-FFF2-40B4-BE49-F238E27FC236}">
                  <a16:creationId xmlns:a16="http://schemas.microsoft.com/office/drawing/2014/main" id="{3EFC4B39-7575-EB4C-1942-5BE925ADB7DB}"/>
                </a:ext>
              </a:extLst>
            </p:cNvPr>
            <p:cNvSpPr txBox="1"/>
            <p:nvPr/>
          </p:nvSpPr>
          <p:spPr>
            <a:xfrm>
              <a:off x="6560206" y="3970583"/>
              <a:ext cx="227312" cy="276999"/>
            </a:xfrm>
            <a:prstGeom prst="rect">
              <a:avLst/>
            </a:prstGeom>
            <a:noFill/>
          </p:spPr>
          <p:txBody>
            <a:bodyPr wrap="square" rtlCol="0">
              <a:spAutoFit/>
            </a:bodyPr>
            <a:lstStyle/>
            <a:p>
              <a:r>
                <a:rPr lang="es-ES_tradnl" sz="1200" dirty="0">
                  <a:solidFill>
                    <a:srgbClr val="92D050"/>
                  </a:solidFill>
                </a:rPr>
                <a:t>3</a:t>
              </a:r>
            </a:p>
          </p:txBody>
        </p:sp>
        <p:sp>
          <p:nvSpPr>
            <p:cNvPr id="70" name="CuadroTexto 69">
              <a:extLst>
                <a:ext uri="{FF2B5EF4-FFF2-40B4-BE49-F238E27FC236}">
                  <a16:creationId xmlns:a16="http://schemas.microsoft.com/office/drawing/2014/main" id="{2165573B-C862-5EEA-7F76-935F4BB1884D}"/>
                </a:ext>
              </a:extLst>
            </p:cNvPr>
            <p:cNvSpPr txBox="1"/>
            <p:nvPr/>
          </p:nvSpPr>
          <p:spPr>
            <a:xfrm>
              <a:off x="6564388" y="3480419"/>
              <a:ext cx="227312" cy="276999"/>
            </a:xfrm>
            <a:prstGeom prst="rect">
              <a:avLst/>
            </a:prstGeom>
            <a:noFill/>
          </p:spPr>
          <p:txBody>
            <a:bodyPr wrap="square" rtlCol="0">
              <a:spAutoFit/>
            </a:bodyPr>
            <a:lstStyle/>
            <a:p>
              <a:r>
                <a:rPr lang="es-ES_tradnl" sz="1200" dirty="0">
                  <a:solidFill>
                    <a:srgbClr val="92D050"/>
                  </a:solidFill>
                </a:rPr>
                <a:t>6</a:t>
              </a:r>
            </a:p>
          </p:txBody>
        </p:sp>
        <p:sp>
          <p:nvSpPr>
            <p:cNvPr id="71" name="CuadroTexto 70">
              <a:extLst>
                <a:ext uri="{FF2B5EF4-FFF2-40B4-BE49-F238E27FC236}">
                  <a16:creationId xmlns:a16="http://schemas.microsoft.com/office/drawing/2014/main" id="{CC027C93-474E-E04F-B8BB-E26C8635079C}"/>
                </a:ext>
              </a:extLst>
            </p:cNvPr>
            <p:cNvSpPr txBox="1"/>
            <p:nvPr/>
          </p:nvSpPr>
          <p:spPr>
            <a:xfrm>
              <a:off x="6562374" y="3027759"/>
              <a:ext cx="227312" cy="276999"/>
            </a:xfrm>
            <a:prstGeom prst="rect">
              <a:avLst/>
            </a:prstGeom>
            <a:noFill/>
          </p:spPr>
          <p:txBody>
            <a:bodyPr wrap="square" rtlCol="0">
              <a:spAutoFit/>
            </a:bodyPr>
            <a:lstStyle/>
            <a:p>
              <a:r>
                <a:rPr lang="es-ES_tradnl" sz="1200" dirty="0">
                  <a:solidFill>
                    <a:srgbClr val="92D050"/>
                  </a:solidFill>
                </a:rPr>
                <a:t>9</a:t>
              </a:r>
            </a:p>
          </p:txBody>
        </p:sp>
        <p:sp>
          <p:nvSpPr>
            <p:cNvPr id="72" name="CuadroTexto 71">
              <a:extLst>
                <a:ext uri="{FF2B5EF4-FFF2-40B4-BE49-F238E27FC236}">
                  <a16:creationId xmlns:a16="http://schemas.microsoft.com/office/drawing/2014/main" id="{94DB5F1C-5319-ACC7-4FA7-3C997D96988A}"/>
                </a:ext>
              </a:extLst>
            </p:cNvPr>
            <p:cNvSpPr txBox="1"/>
            <p:nvPr/>
          </p:nvSpPr>
          <p:spPr>
            <a:xfrm>
              <a:off x="6503412" y="2571863"/>
              <a:ext cx="345588" cy="276999"/>
            </a:xfrm>
            <a:prstGeom prst="rect">
              <a:avLst/>
            </a:prstGeom>
            <a:noFill/>
          </p:spPr>
          <p:txBody>
            <a:bodyPr wrap="square" rtlCol="0">
              <a:spAutoFit/>
            </a:bodyPr>
            <a:lstStyle/>
            <a:p>
              <a:r>
                <a:rPr lang="es-ES_tradnl" sz="1200" dirty="0">
                  <a:solidFill>
                    <a:srgbClr val="92D050"/>
                  </a:solidFill>
                </a:rPr>
                <a:t>12</a:t>
              </a:r>
            </a:p>
          </p:txBody>
        </p:sp>
        <p:sp>
          <p:nvSpPr>
            <p:cNvPr id="73" name="CuadroTexto 72">
              <a:extLst>
                <a:ext uri="{FF2B5EF4-FFF2-40B4-BE49-F238E27FC236}">
                  <a16:creationId xmlns:a16="http://schemas.microsoft.com/office/drawing/2014/main" id="{06FFB0B1-1194-1A43-9295-6E9378266E07}"/>
                </a:ext>
              </a:extLst>
            </p:cNvPr>
            <p:cNvSpPr txBox="1"/>
            <p:nvPr/>
          </p:nvSpPr>
          <p:spPr>
            <a:xfrm>
              <a:off x="6488082" y="2113993"/>
              <a:ext cx="345588" cy="276999"/>
            </a:xfrm>
            <a:prstGeom prst="rect">
              <a:avLst/>
            </a:prstGeom>
            <a:noFill/>
          </p:spPr>
          <p:txBody>
            <a:bodyPr wrap="square" rtlCol="0">
              <a:spAutoFit/>
            </a:bodyPr>
            <a:lstStyle/>
            <a:p>
              <a:r>
                <a:rPr lang="es-ES_tradnl" sz="1200" dirty="0">
                  <a:solidFill>
                    <a:srgbClr val="92D050"/>
                  </a:solidFill>
                </a:rPr>
                <a:t>15</a:t>
              </a:r>
            </a:p>
          </p:txBody>
        </p:sp>
      </p:grpSp>
      <mc:AlternateContent xmlns:mc="http://schemas.openxmlformats.org/markup-compatibility/2006" xmlns:a14="http://schemas.microsoft.com/office/drawing/2010/main">
        <mc:Choice Requires="a14">
          <p:graphicFrame>
            <p:nvGraphicFramePr>
              <p:cNvPr id="75" name="Tabla 75">
                <a:extLst>
                  <a:ext uri="{FF2B5EF4-FFF2-40B4-BE49-F238E27FC236}">
                    <a16:creationId xmlns:a16="http://schemas.microsoft.com/office/drawing/2014/main" id="{A2EB0F49-48FB-1ED4-464E-5FDE18E17158}"/>
                  </a:ext>
                </a:extLst>
              </p:cNvPr>
              <p:cNvGraphicFramePr>
                <a:graphicFrameLocks noGrp="1"/>
              </p:cNvGraphicFramePr>
              <p:nvPr>
                <p:extLst>
                  <p:ext uri="{D42A27DB-BD31-4B8C-83A1-F6EECF244321}">
                    <p14:modId xmlns:p14="http://schemas.microsoft.com/office/powerpoint/2010/main" val="1939987615"/>
                  </p:ext>
                </p:extLst>
              </p:nvPr>
            </p:nvGraphicFramePr>
            <p:xfrm>
              <a:off x="5680946" y="4233878"/>
              <a:ext cx="985542" cy="1642840"/>
            </p:xfrm>
            <a:graphic>
              <a:graphicData uri="http://schemas.openxmlformats.org/drawingml/2006/table">
                <a:tbl>
                  <a:tblPr firstRow="1" bandRow="1">
                    <a:tableStyleId>{5940675A-B579-460E-94D1-54222C63F5DA}</a:tableStyleId>
                  </a:tblPr>
                  <a:tblGrid>
                    <a:gridCol w="492771">
                      <a:extLst>
                        <a:ext uri="{9D8B030D-6E8A-4147-A177-3AD203B41FA5}">
                          <a16:colId xmlns:a16="http://schemas.microsoft.com/office/drawing/2014/main" val="1320092733"/>
                        </a:ext>
                      </a:extLst>
                    </a:gridCol>
                    <a:gridCol w="492771">
                      <a:extLst>
                        <a:ext uri="{9D8B030D-6E8A-4147-A177-3AD203B41FA5}">
                          <a16:colId xmlns:a16="http://schemas.microsoft.com/office/drawing/2014/main" val="461247557"/>
                        </a:ext>
                      </a:extLst>
                    </a:gridCol>
                  </a:tblGrid>
                  <a:tr h="328568">
                    <a:tc>
                      <a:txBody>
                        <a:bodyPr/>
                        <a:lstStyle/>
                        <a:p>
                          <a:pPr algn="ctr"/>
                          <a14:m>
                            <m:oMathPara xmlns:m="http://schemas.openxmlformats.org/officeDocument/2006/math">
                              <m:oMathParaPr>
                                <m:jc m:val="centerGroup"/>
                              </m:oMathParaPr>
                              <m:oMath xmlns:m="http://schemas.openxmlformats.org/officeDocument/2006/math">
                                <m:sSub>
                                  <m:sSubPr>
                                    <m:ctrlPr>
                                      <a:rPr lang="es-MX" sz="1200" b="1" i="1" smtClean="0">
                                        <a:solidFill>
                                          <a:srgbClr val="FFC000"/>
                                        </a:solidFill>
                                        <a:latin typeface="Cambria Math" panose="02040503050406030204" pitchFamily="18" charset="0"/>
                                      </a:rPr>
                                    </m:ctrlPr>
                                  </m:sSubPr>
                                  <m:e>
                                    <m:r>
                                      <a:rPr lang="es-ES" sz="1200" b="1" i="1">
                                        <a:solidFill>
                                          <a:srgbClr val="FFC000"/>
                                        </a:solidFill>
                                        <a:latin typeface="Cambria Math" panose="02040503050406030204" pitchFamily="18" charset="0"/>
                                      </a:rPr>
                                      <m:t>𝒙</m:t>
                                    </m:r>
                                  </m:e>
                                  <m:sub>
                                    <m:r>
                                      <a:rPr lang="es-ES" sz="1200" b="1" i="1">
                                        <a:solidFill>
                                          <a:srgbClr val="FFC000"/>
                                        </a:solidFill>
                                        <a:latin typeface="Cambria Math" panose="02040503050406030204" pitchFamily="18" charset="0"/>
                                      </a:rPr>
                                      <m:t>𝟏</m:t>
                                    </m:r>
                                  </m:sub>
                                </m:sSub>
                              </m:oMath>
                            </m:oMathPara>
                          </a14:m>
                          <a:endParaRPr lang="es-ES_tradnl" sz="12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s-MX" sz="1200" b="1" i="1" smtClean="0">
                                        <a:solidFill>
                                          <a:schemeClr val="accent3"/>
                                        </a:solidFill>
                                        <a:latin typeface="Cambria Math" panose="02040503050406030204" pitchFamily="18" charset="0"/>
                                      </a:rPr>
                                    </m:ctrlPr>
                                  </m:sSubPr>
                                  <m:e>
                                    <m:r>
                                      <a:rPr lang="es-ES" sz="1200" b="1" i="1">
                                        <a:solidFill>
                                          <a:schemeClr val="accent3"/>
                                        </a:solidFill>
                                        <a:latin typeface="Cambria Math" panose="02040503050406030204" pitchFamily="18" charset="0"/>
                                      </a:rPr>
                                      <m:t>𝒙</m:t>
                                    </m:r>
                                  </m:e>
                                  <m:sub>
                                    <m:r>
                                      <a:rPr lang="es-ES" sz="1200" b="1" i="1">
                                        <a:solidFill>
                                          <a:schemeClr val="accent3"/>
                                        </a:solidFill>
                                        <a:latin typeface="Cambria Math" panose="02040503050406030204" pitchFamily="18" charset="0"/>
                                      </a:rPr>
                                      <m:t>𝟐</m:t>
                                    </m:r>
                                  </m:sub>
                                </m:sSub>
                              </m:oMath>
                            </m:oMathPara>
                          </a14:m>
                          <a:endParaRPr lang="es-ES_tradnl" sz="1200" dirty="0"/>
                        </a:p>
                      </a:txBody>
                      <a:tcPr/>
                    </a:tc>
                    <a:extLst>
                      <a:ext uri="{0D108BD9-81ED-4DB2-BD59-A6C34878D82A}">
                        <a16:rowId xmlns:a16="http://schemas.microsoft.com/office/drawing/2014/main" val="568303439"/>
                      </a:ext>
                    </a:extLst>
                  </a:tr>
                  <a:tr h="328568">
                    <a:tc>
                      <a:txBody>
                        <a:bodyPr/>
                        <a:lstStyle/>
                        <a:p>
                          <a:pPr algn="ctr"/>
                          <a:r>
                            <a:rPr lang="es-ES_tradnl" sz="1200" dirty="0"/>
                            <a:t>0</a:t>
                          </a:r>
                        </a:p>
                      </a:txBody>
                      <a:tcPr/>
                    </a:tc>
                    <a:tc>
                      <a:txBody>
                        <a:bodyPr/>
                        <a:lstStyle/>
                        <a:p>
                          <a:pPr algn="ctr"/>
                          <a:endParaRPr lang="es-ES_tradnl" sz="1200"/>
                        </a:p>
                      </a:txBody>
                      <a:tcPr/>
                    </a:tc>
                    <a:extLst>
                      <a:ext uri="{0D108BD9-81ED-4DB2-BD59-A6C34878D82A}">
                        <a16:rowId xmlns:a16="http://schemas.microsoft.com/office/drawing/2014/main" val="2990826328"/>
                      </a:ext>
                    </a:extLst>
                  </a:tr>
                  <a:tr h="328568">
                    <a:tc>
                      <a:txBody>
                        <a:bodyPr/>
                        <a:lstStyle/>
                        <a:p>
                          <a:pPr algn="ctr"/>
                          <a:r>
                            <a:rPr lang="es-ES_tradnl" sz="1200" dirty="0"/>
                            <a:t>3</a:t>
                          </a:r>
                        </a:p>
                      </a:txBody>
                      <a:tcPr/>
                    </a:tc>
                    <a:tc>
                      <a:txBody>
                        <a:bodyPr/>
                        <a:lstStyle/>
                        <a:p>
                          <a:pPr algn="ctr"/>
                          <a:endParaRPr lang="es-ES_tradnl" sz="1200"/>
                        </a:p>
                      </a:txBody>
                      <a:tcPr/>
                    </a:tc>
                    <a:extLst>
                      <a:ext uri="{0D108BD9-81ED-4DB2-BD59-A6C34878D82A}">
                        <a16:rowId xmlns:a16="http://schemas.microsoft.com/office/drawing/2014/main" val="2196659894"/>
                      </a:ext>
                    </a:extLst>
                  </a:tr>
                  <a:tr h="328568">
                    <a:tc>
                      <a:txBody>
                        <a:bodyPr/>
                        <a:lstStyle/>
                        <a:p>
                          <a:pPr algn="ctr"/>
                          <a:r>
                            <a:rPr lang="es-ES_tradnl" sz="1200" dirty="0"/>
                            <a:t>6</a:t>
                          </a:r>
                        </a:p>
                      </a:txBody>
                      <a:tcPr/>
                    </a:tc>
                    <a:tc>
                      <a:txBody>
                        <a:bodyPr/>
                        <a:lstStyle/>
                        <a:p>
                          <a:pPr algn="ctr"/>
                          <a:endParaRPr lang="es-ES_tradnl" sz="1200"/>
                        </a:p>
                      </a:txBody>
                      <a:tcPr/>
                    </a:tc>
                    <a:extLst>
                      <a:ext uri="{0D108BD9-81ED-4DB2-BD59-A6C34878D82A}">
                        <a16:rowId xmlns:a16="http://schemas.microsoft.com/office/drawing/2014/main" val="2148641565"/>
                      </a:ext>
                    </a:extLst>
                  </a:tr>
                  <a:tr h="328568">
                    <a:tc>
                      <a:txBody>
                        <a:bodyPr/>
                        <a:lstStyle/>
                        <a:p>
                          <a:pPr algn="ctr"/>
                          <a:r>
                            <a:rPr lang="es-ES_tradnl" sz="1200" dirty="0"/>
                            <a:t>9</a:t>
                          </a:r>
                        </a:p>
                      </a:txBody>
                      <a:tcPr/>
                    </a:tc>
                    <a:tc>
                      <a:txBody>
                        <a:bodyPr/>
                        <a:lstStyle/>
                        <a:p>
                          <a:pPr algn="ctr"/>
                          <a:endParaRPr lang="es-ES_tradnl" sz="1200" dirty="0"/>
                        </a:p>
                      </a:txBody>
                      <a:tcPr/>
                    </a:tc>
                    <a:extLst>
                      <a:ext uri="{0D108BD9-81ED-4DB2-BD59-A6C34878D82A}">
                        <a16:rowId xmlns:a16="http://schemas.microsoft.com/office/drawing/2014/main" val="2753817321"/>
                      </a:ext>
                    </a:extLst>
                  </a:tr>
                </a:tbl>
              </a:graphicData>
            </a:graphic>
          </p:graphicFrame>
        </mc:Choice>
        <mc:Fallback xmlns="">
          <p:graphicFrame>
            <p:nvGraphicFramePr>
              <p:cNvPr id="75" name="Tabla 75">
                <a:extLst>
                  <a:ext uri="{FF2B5EF4-FFF2-40B4-BE49-F238E27FC236}">
                    <a16:creationId xmlns:a16="http://schemas.microsoft.com/office/drawing/2014/main" id="{A2EB0F49-48FB-1ED4-464E-5FDE18E17158}"/>
                  </a:ext>
                </a:extLst>
              </p:cNvPr>
              <p:cNvGraphicFramePr>
                <a:graphicFrameLocks noGrp="1"/>
              </p:cNvGraphicFramePr>
              <p:nvPr>
                <p:extLst>
                  <p:ext uri="{D42A27DB-BD31-4B8C-83A1-F6EECF244321}">
                    <p14:modId xmlns:p14="http://schemas.microsoft.com/office/powerpoint/2010/main" val="1939987615"/>
                  </p:ext>
                </p:extLst>
              </p:nvPr>
            </p:nvGraphicFramePr>
            <p:xfrm>
              <a:off x="5680946" y="4233878"/>
              <a:ext cx="985542" cy="1642840"/>
            </p:xfrm>
            <a:graphic>
              <a:graphicData uri="http://schemas.openxmlformats.org/drawingml/2006/table">
                <a:tbl>
                  <a:tblPr firstRow="1" bandRow="1">
                    <a:tableStyleId>{5940675A-B579-460E-94D1-54222C63F5DA}</a:tableStyleId>
                  </a:tblPr>
                  <a:tblGrid>
                    <a:gridCol w="492771">
                      <a:extLst>
                        <a:ext uri="{9D8B030D-6E8A-4147-A177-3AD203B41FA5}">
                          <a16:colId xmlns:a16="http://schemas.microsoft.com/office/drawing/2014/main" val="1320092733"/>
                        </a:ext>
                      </a:extLst>
                    </a:gridCol>
                    <a:gridCol w="492771">
                      <a:extLst>
                        <a:ext uri="{9D8B030D-6E8A-4147-A177-3AD203B41FA5}">
                          <a16:colId xmlns:a16="http://schemas.microsoft.com/office/drawing/2014/main" val="461247557"/>
                        </a:ext>
                      </a:extLst>
                    </a:gridCol>
                  </a:tblGrid>
                  <a:tr h="328568">
                    <a:tc>
                      <a:txBody>
                        <a:bodyPr/>
                        <a:lstStyle/>
                        <a:p>
                          <a:endParaRPr lang="es-MX"/>
                        </a:p>
                      </a:txBody>
                      <a:tcPr>
                        <a:blipFill>
                          <a:blip r:embed="rId12"/>
                          <a:stretch>
                            <a:fillRect l="-2564" t="-3846" r="-105128" b="-407692"/>
                          </a:stretch>
                        </a:blipFill>
                      </a:tcPr>
                    </a:tc>
                    <a:tc>
                      <a:txBody>
                        <a:bodyPr/>
                        <a:lstStyle/>
                        <a:p>
                          <a:endParaRPr lang="es-MX"/>
                        </a:p>
                      </a:txBody>
                      <a:tcPr>
                        <a:blipFill>
                          <a:blip r:embed="rId12"/>
                          <a:stretch>
                            <a:fillRect l="-102564" t="-3846" r="-5128" b="-407692"/>
                          </a:stretch>
                        </a:blipFill>
                      </a:tcPr>
                    </a:tc>
                    <a:extLst>
                      <a:ext uri="{0D108BD9-81ED-4DB2-BD59-A6C34878D82A}">
                        <a16:rowId xmlns:a16="http://schemas.microsoft.com/office/drawing/2014/main" val="568303439"/>
                      </a:ext>
                    </a:extLst>
                  </a:tr>
                  <a:tr h="328568">
                    <a:tc>
                      <a:txBody>
                        <a:bodyPr/>
                        <a:lstStyle/>
                        <a:p>
                          <a:pPr algn="ctr"/>
                          <a:r>
                            <a:rPr lang="es-ES_tradnl" sz="1200" dirty="0"/>
                            <a:t>0</a:t>
                          </a:r>
                        </a:p>
                      </a:txBody>
                      <a:tcPr/>
                    </a:tc>
                    <a:tc>
                      <a:txBody>
                        <a:bodyPr/>
                        <a:lstStyle/>
                        <a:p>
                          <a:pPr algn="ctr"/>
                          <a:endParaRPr lang="es-ES_tradnl" sz="1200"/>
                        </a:p>
                      </a:txBody>
                      <a:tcPr/>
                    </a:tc>
                    <a:extLst>
                      <a:ext uri="{0D108BD9-81ED-4DB2-BD59-A6C34878D82A}">
                        <a16:rowId xmlns:a16="http://schemas.microsoft.com/office/drawing/2014/main" val="2990826328"/>
                      </a:ext>
                    </a:extLst>
                  </a:tr>
                  <a:tr h="328568">
                    <a:tc>
                      <a:txBody>
                        <a:bodyPr/>
                        <a:lstStyle/>
                        <a:p>
                          <a:pPr algn="ctr"/>
                          <a:r>
                            <a:rPr lang="es-ES_tradnl" sz="1200" dirty="0"/>
                            <a:t>3</a:t>
                          </a:r>
                        </a:p>
                      </a:txBody>
                      <a:tcPr/>
                    </a:tc>
                    <a:tc>
                      <a:txBody>
                        <a:bodyPr/>
                        <a:lstStyle/>
                        <a:p>
                          <a:pPr algn="ctr"/>
                          <a:endParaRPr lang="es-ES_tradnl" sz="1200"/>
                        </a:p>
                      </a:txBody>
                      <a:tcPr/>
                    </a:tc>
                    <a:extLst>
                      <a:ext uri="{0D108BD9-81ED-4DB2-BD59-A6C34878D82A}">
                        <a16:rowId xmlns:a16="http://schemas.microsoft.com/office/drawing/2014/main" val="2196659894"/>
                      </a:ext>
                    </a:extLst>
                  </a:tr>
                  <a:tr h="328568">
                    <a:tc>
                      <a:txBody>
                        <a:bodyPr/>
                        <a:lstStyle/>
                        <a:p>
                          <a:pPr algn="ctr"/>
                          <a:r>
                            <a:rPr lang="es-ES_tradnl" sz="1200" dirty="0"/>
                            <a:t>6</a:t>
                          </a:r>
                        </a:p>
                      </a:txBody>
                      <a:tcPr/>
                    </a:tc>
                    <a:tc>
                      <a:txBody>
                        <a:bodyPr/>
                        <a:lstStyle/>
                        <a:p>
                          <a:pPr algn="ctr"/>
                          <a:endParaRPr lang="es-ES_tradnl" sz="1200"/>
                        </a:p>
                      </a:txBody>
                      <a:tcPr/>
                    </a:tc>
                    <a:extLst>
                      <a:ext uri="{0D108BD9-81ED-4DB2-BD59-A6C34878D82A}">
                        <a16:rowId xmlns:a16="http://schemas.microsoft.com/office/drawing/2014/main" val="2148641565"/>
                      </a:ext>
                    </a:extLst>
                  </a:tr>
                  <a:tr h="328568">
                    <a:tc>
                      <a:txBody>
                        <a:bodyPr/>
                        <a:lstStyle/>
                        <a:p>
                          <a:pPr algn="ctr"/>
                          <a:r>
                            <a:rPr lang="es-ES_tradnl" sz="1200" dirty="0"/>
                            <a:t>9</a:t>
                          </a:r>
                        </a:p>
                      </a:txBody>
                      <a:tcPr/>
                    </a:tc>
                    <a:tc>
                      <a:txBody>
                        <a:bodyPr/>
                        <a:lstStyle/>
                        <a:p>
                          <a:pPr algn="ctr"/>
                          <a:endParaRPr lang="es-ES_tradnl" sz="1200" dirty="0"/>
                        </a:p>
                      </a:txBody>
                      <a:tcPr/>
                    </a:tc>
                    <a:extLst>
                      <a:ext uri="{0D108BD9-81ED-4DB2-BD59-A6C34878D82A}">
                        <a16:rowId xmlns:a16="http://schemas.microsoft.com/office/drawing/2014/main" val="2753817321"/>
                      </a:ext>
                    </a:extLst>
                  </a:tr>
                </a:tbl>
              </a:graphicData>
            </a:graphic>
          </p:graphicFrame>
        </mc:Fallback>
      </mc:AlternateContent>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809790A4-95C2-DA46-8ECA-4846637CA543}"/>
                  </a:ext>
                </a:extLst>
              </p:cNvPr>
              <p:cNvSpPr txBox="1"/>
              <p:nvPr/>
            </p:nvSpPr>
            <p:spPr>
              <a:xfrm>
                <a:off x="5608487" y="3859918"/>
                <a:ext cx="120616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MX" sz="1400" b="1" i="1" smtClean="0">
                              <a:solidFill>
                                <a:srgbClr val="FFC000"/>
                              </a:solidFill>
                              <a:latin typeface="Cambria Math" panose="02040503050406030204" pitchFamily="18" charset="0"/>
                            </a:rPr>
                          </m:ctrlPr>
                        </m:sSubPr>
                        <m:e>
                          <m:r>
                            <a:rPr lang="es-ES" sz="1400" b="1" i="1">
                              <a:solidFill>
                                <a:srgbClr val="FFC000"/>
                              </a:solidFill>
                              <a:latin typeface="Cambria Math" panose="02040503050406030204" pitchFamily="18" charset="0"/>
                            </a:rPr>
                            <m:t>𝒙</m:t>
                          </m:r>
                        </m:e>
                        <m:sub>
                          <m:r>
                            <a:rPr lang="es-ES" sz="1400" b="1" i="1">
                              <a:solidFill>
                                <a:srgbClr val="FFC000"/>
                              </a:solidFill>
                              <a:latin typeface="Cambria Math" panose="02040503050406030204" pitchFamily="18" charset="0"/>
                            </a:rPr>
                            <m:t>𝟏</m:t>
                          </m:r>
                        </m:sub>
                      </m:sSub>
                      <m:r>
                        <a:rPr lang="es-ES" sz="1400" b="1" i="1">
                          <a:solidFill>
                            <a:srgbClr val="7030A0"/>
                          </a:solidFill>
                          <a:latin typeface="Cambria Math" panose="02040503050406030204" pitchFamily="18" charset="0"/>
                        </a:rPr>
                        <m:t>+</m:t>
                      </m:r>
                      <m:sSub>
                        <m:sSubPr>
                          <m:ctrlPr>
                            <a:rPr lang="es-MX" sz="1400" b="1" i="1" smtClean="0">
                              <a:solidFill>
                                <a:schemeClr val="accent3"/>
                              </a:solidFill>
                              <a:latin typeface="Cambria Math" panose="02040503050406030204" pitchFamily="18" charset="0"/>
                            </a:rPr>
                          </m:ctrlPr>
                        </m:sSubPr>
                        <m:e>
                          <m:r>
                            <a:rPr lang="es-ES" sz="1400" b="1" i="1">
                              <a:solidFill>
                                <a:schemeClr val="accent3"/>
                              </a:solidFill>
                              <a:latin typeface="Cambria Math" panose="02040503050406030204" pitchFamily="18" charset="0"/>
                            </a:rPr>
                            <m:t>𝒙</m:t>
                          </m:r>
                        </m:e>
                        <m:sub>
                          <m:r>
                            <a:rPr lang="es-ES" sz="1400" b="1" i="1">
                              <a:solidFill>
                                <a:schemeClr val="accent3"/>
                              </a:solidFill>
                              <a:latin typeface="Cambria Math" panose="02040503050406030204" pitchFamily="18" charset="0"/>
                            </a:rPr>
                            <m:t>𝟐</m:t>
                          </m:r>
                        </m:sub>
                      </m:sSub>
                      <m:r>
                        <a:rPr lang="es-MX" sz="1400" b="1" i="1">
                          <a:solidFill>
                            <a:srgbClr val="7030A0"/>
                          </a:solidFill>
                          <a:latin typeface="Cambria Math" panose="02040503050406030204" pitchFamily="18" charset="0"/>
                          <a:ea typeface="Cambria Math" panose="02040503050406030204" pitchFamily="18" charset="0"/>
                        </a:rPr>
                        <m:t>≥</m:t>
                      </m:r>
                      <m:r>
                        <a:rPr lang="es-ES" sz="1400" b="1" i="1" smtClean="0">
                          <a:solidFill>
                            <a:srgbClr val="7030A0"/>
                          </a:solidFill>
                          <a:latin typeface="Cambria Math" panose="02040503050406030204" pitchFamily="18" charset="0"/>
                          <a:ea typeface="Cambria Math" panose="02040503050406030204" pitchFamily="18" charset="0"/>
                        </a:rPr>
                        <m:t>𝟗</m:t>
                      </m:r>
                    </m:oMath>
                  </m:oMathPara>
                </a14:m>
                <a:endParaRPr lang="es-ES_tradnl" sz="1400" dirty="0"/>
              </a:p>
            </p:txBody>
          </p:sp>
        </mc:Choice>
        <mc:Fallback xmlns="">
          <p:sp>
            <p:nvSpPr>
              <p:cNvPr id="77" name="CuadroTexto 76">
                <a:extLst>
                  <a:ext uri="{FF2B5EF4-FFF2-40B4-BE49-F238E27FC236}">
                    <a16:creationId xmlns:a16="http://schemas.microsoft.com/office/drawing/2014/main" id="{809790A4-95C2-DA46-8ECA-4846637CA543}"/>
                  </a:ext>
                </a:extLst>
              </p:cNvPr>
              <p:cNvSpPr txBox="1">
                <a:spLocks noRot="1" noChangeAspect="1" noMove="1" noResize="1" noEditPoints="1" noAdjustHandles="1" noChangeArrowheads="1" noChangeShapeType="1" noTextEdit="1"/>
              </p:cNvSpPr>
              <p:nvPr/>
            </p:nvSpPr>
            <p:spPr>
              <a:xfrm>
                <a:off x="5608487" y="3859918"/>
                <a:ext cx="1206168" cy="307777"/>
              </a:xfrm>
              <a:prstGeom prst="rect">
                <a:avLst/>
              </a:prstGeom>
              <a:blipFill>
                <a:blip r:embed="rId13"/>
                <a:stretch>
                  <a:fillRect/>
                </a:stretch>
              </a:blipFill>
            </p:spPr>
            <p:txBody>
              <a:bodyPr/>
              <a:lstStyle/>
              <a:p>
                <a:r>
                  <a:rPr lang="es-ES_tradnl">
                    <a:noFill/>
                  </a:rPr>
                  <a:t> </a:t>
                </a:r>
              </a:p>
            </p:txBody>
          </p:sp>
        </mc:Fallback>
      </mc:AlternateContent>
    </p:spTree>
    <p:extLst>
      <p:ext uri="{BB962C8B-B14F-4D97-AF65-F5344CB8AC3E}">
        <p14:creationId xmlns:p14="http://schemas.microsoft.com/office/powerpoint/2010/main" val="2217789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19FA22-5F6A-4A9F-BC43-2E177FBFAFE1}"/>
              </a:ext>
            </a:extLst>
          </p:cNvPr>
          <p:cNvSpPr>
            <a:spLocks noGrp="1"/>
          </p:cNvSpPr>
          <p:nvPr>
            <p:ph type="title"/>
          </p:nvPr>
        </p:nvSpPr>
        <p:spPr/>
        <p:txBody>
          <a:bodyPr/>
          <a:lstStyle/>
          <a:p>
            <a:r>
              <a:rPr lang="es-ES_tradnl" dirty="0"/>
              <a:t>Actividad</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7978276-6337-A359-F9C4-128B998A40BB}"/>
                  </a:ext>
                </a:extLst>
              </p:cNvPr>
              <p:cNvSpPr>
                <a:spLocks noGrp="1"/>
              </p:cNvSpPr>
              <p:nvPr>
                <p:ph idx="1"/>
              </p:nvPr>
            </p:nvSpPr>
            <p:spPr>
              <a:xfrm>
                <a:off x="1011936" y="1986957"/>
                <a:ext cx="10168128" cy="3694176"/>
              </a:xfrm>
            </p:spPr>
            <p:txBody>
              <a:bodyPr>
                <a:normAutofit/>
              </a:bodyPr>
              <a:lstStyle/>
              <a:p>
                <a:r>
                  <a:rPr lang="es-ES_tradnl" dirty="0"/>
                  <a:t>Investigue que funciones se usan tanto para calcular el error como para optimizar los valores de los parámetros </a:t>
                </a:r>
                <a14:m>
                  <m:oMath xmlns:m="http://schemas.openxmlformats.org/officeDocument/2006/math">
                    <m:r>
                      <a:rPr lang="es-ES_tradnl" i="1" smtClean="0">
                        <a:latin typeface="Cambria Math" panose="02040503050406030204" pitchFamily="18" charset="0"/>
                        <a:ea typeface="Cambria Math" panose="02040503050406030204" pitchFamily="18" charset="0"/>
                      </a:rPr>
                      <m:t>𝜃</m:t>
                    </m:r>
                  </m:oMath>
                </a14:m>
                <a:r>
                  <a:rPr lang="es-ES_tradnl" dirty="0"/>
                  <a:t> en el modelo de regresión logística.</a:t>
                </a:r>
              </a:p>
              <a:p>
                <a:r>
                  <a:rPr lang="es-ES_tradnl" dirty="0"/>
                  <a:t>Describa de forma clara, mediante un ejemplo, como se aplican las funciones de error y optimización en el modelo de regresión logística.</a:t>
                </a:r>
              </a:p>
              <a:p>
                <a:r>
                  <a:rPr lang="es-ES_tradnl" dirty="0"/>
                  <a:t>Genere una conclusión personal sobre el uso de este modelo en ejemplo de clasificación revisado en clase.</a:t>
                </a:r>
              </a:p>
            </p:txBody>
          </p:sp>
        </mc:Choice>
        <mc:Fallback xmlns="">
          <p:sp>
            <p:nvSpPr>
              <p:cNvPr id="3" name="Marcador de contenido 2">
                <a:extLst>
                  <a:ext uri="{FF2B5EF4-FFF2-40B4-BE49-F238E27FC236}">
                    <a16:creationId xmlns:a16="http://schemas.microsoft.com/office/drawing/2014/main" id="{97978276-6337-A359-F9C4-128B998A40BB}"/>
                  </a:ext>
                </a:extLst>
              </p:cNvPr>
              <p:cNvSpPr>
                <a:spLocks noGrp="1" noRot="1" noChangeAspect="1" noMove="1" noResize="1" noEditPoints="1" noAdjustHandles="1" noChangeArrowheads="1" noChangeShapeType="1" noTextEdit="1"/>
              </p:cNvSpPr>
              <p:nvPr>
                <p:ph idx="1"/>
              </p:nvPr>
            </p:nvSpPr>
            <p:spPr>
              <a:xfrm>
                <a:off x="1011936" y="1986957"/>
                <a:ext cx="10168128" cy="3694176"/>
              </a:xfrm>
              <a:blipFill>
                <a:blip r:embed="rId2"/>
                <a:stretch>
                  <a:fillRect l="-873" t="-1027"/>
                </a:stretch>
              </a:blipFill>
            </p:spPr>
            <p:txBody>
              <a:bodyPr/>
              <a:lstStyle/>
              <a:p>
                <a:r>
                  <a:rPr lang="es-ES_tradnl">
                    <a:noFill/>
                  </a:rPr>
                  <a:t> </a:t>
                </a:r>
              </a:p>
            </p:txBody>
          </p:sp>
        </mc:Fallback>
      </mc:AlternateContent>
    </p:spTree>
    <p:extLst>
      <p:ext uri="{BB962C8B-B14F-4D97-AF65-F5344CB8AC3E}">
        <p14:creationId xmlns:p14="http://schemas.microsoft.com/office/powerpoint/2010/main" val="2892798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7095-668A-C3E5-9279-7C950A325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BA5141-3601-DA9A-E549-D131754216AC}"/>
              </a:ext>
            </a:extLst>
          </p:cNvPr>
          <p:cNvSpPr>
            <a:spLocks noGrp="1"/>
          </p:cNvSpPr>
          <p:nvPr>
            <p:ph type="title"/>
          </p:nvPr>
        </p:nvSpPr>
        <p:spPr>
          <a:xfrm>
            <a:off x="613930" y="41292"/>
            <a:ext cx="11317707" cy="876656"/>
          </a:xfrm>
        </p:spPr>
        <p:txBody>
          <a:bodyPr>
            <a:normAutofit fontScale="90000"/>
          </a:bodyPr>
          <a:lstStyle/>
          <a:p>
            <a:r>
              <a:rPr lang="es-ES_tradnl" dirty="0"/>
              <a:t>									</a:t>
            </a:r>
            <a:r>
              <a:rPr lang="es-ES_tradnl" sz="2200" dirty="0"/>
              <a:t>Regresión Logística</a:t>
            </a:r>
            <a:br>
              <a:rPr lang="es-ES_tradnl" dirty="0"/>
            </a:br>
            <a:r>
              <a:rPr lang="es-ES_tradnl" dirty="0"/>
              <a:t>Función de error</a:t>
            </a:r>
          </a:p>
        </p:txBody>
      </p:sp>
      <p:sp>
        <p:nvSpPr>
          <p:cNvPr id="20" name="CuadroTexto 19">
            <a:extLst>
              <a:ext uri="{FF2B5EF4-FFF2-40B4-BE49-F238E27FC236}">
                <a16:creationId xmlns:a16="http://schemas.microsoft.com/office/drawing/2014/main" id="{D4CF5AD0-3EB4-5527-3F89-5D12636ECDAB}"/>
              </a:ext>
            </a:extLst>
          </p:cNvPr>
          <p:cNvSpPr txBox="1"/>
          <p:nvPr/>
        </p:nvSpPr>
        <p:spPr>
          <a:xfrm>
            <a:off x="566640" y="993180"/>
            <a:ext cx="11428717" cy="646331"/>
          </a:xfrm>
          <a:prstGeom prst="rect">
            <a:avLst/>
          </a:prstGeom>
          <a:noFill/>
        </p:spPr>
        <p:txBody>
          <a:bodyPr wrap="square" rtlCol="0">
            <a:spAutoFit/>
          </a:bodyPr>
          <a:lstStyle/>
          <a:p>
            <a:pPr marL="285750" indent="-285750">
              <a:buFont typeface="Arial" panose="020B0604020202020204" pitchFamily="34" charset="0"/>
              <a:buChar char="•"/>
            </a:pPr>
            <a:r>
              <a:rPr lang="es-ES_tradnl" dirty="0"/>
              <a:t>No puede utilizarse la misma función de coste que se utiliza para la regresión lineal debido a que, aplicada la regresión logística, genera óptimos locales </a:t>
            </a:r>
          </a:p>
        </p:txBody>
      </p:sp>
      <p:grpSp>
        <p:nvGrpSpPr>
          <p:cNvPr id="78" name="Grupo 77">
            <a:extLst>
              <a:ext uri="{FF2B5EF4-FFF2-40B4-BE49-F238E27FC236}">
                <a16:creationId xmlns:a16="http://schemas.microsoft.com/office/drawing/2014/main" id="{C61A4263-8982-4346-48F6-D3C211AADB46}"/>
              </a:ext>
            </a:extLst>
          </p:cNvPr>
          <p:cNvGrpSpPr/>
          <p:nvPr/>
        </p:nvGrpSpPr>
        <p:grpSpPr>
          <a:xfrm>
            <a:off x="1039047" y="3101967"/>
            <a:ext cx="3236976" cy="2688336"/>
            <a:chOff x="1051560" y="2944368"/>
            <a:chExt cx="3236976" cy="2688336"/>
          </a:xfrm>
        </p:grpSpPr>
        <p:cxnSp>
          <p:nvCxnSpPr>
            <p:cNvPr id="45" name="Conector recto 44">
              <a:extLst>
                <a:ext uri="{FF2B5EF4-FFF2-40B4-BE49-F238E27FC236}">
                  <a16:creationId xmlns:a16="http://schemas.microsoft.com/office/drawing/2014/main" id="{C523AAA8-FEE7-F39F-2D70-3DF3C1B86822}"/>
                </a:ext>
              </a:extLst>
            </p:cNvPr>
            <p:cNvCxnSpPr>
              <a:cxnSpLocks/>
            </p:cNvCxnSpPr>
            <p:nvPr/>
          </p:nvCxnSpPr>
          <p:spPr>
            <a:xfrm>
              <a:off x="1060704" y="2944368"/>
              <a:ext cx="0" cy="2688336"/>
            </a:xfrm>
            <a:prstGeom prst="line">
              <a:avLst/>
            </a:prstGeom>
          </p:spPr>
          <p:style>
            <a:lnRef idx="3">
              <a:schemeClr val="dk1"/>
            </a:lnRef>
            <a:fillRef idx="0">
              <a:schemeClr val="dk1"/>
            </a:fillRef>
            <a:effectRef idx="2">
              <a:schemeClr val="dk1"/>
            </a:effectRef>
            <a:fontRef idx="minor">
              <a:schemeClr val="tx1"/>
            </a:fontRef>
          </p:style>
        </p:cxnSp>
        <p:cxnSp>
          <p:nvCxnSpPr>
            <p:cNvPr id="69" name="Conector recto 68">
              <a:extLst>
                <a:ext uri="{FF2B5EF4-FFF2-40B4-BE49-F238E27FC236}">
                  <a16:creationId xmlns:a16="http://schemas.microsoft.com/office/drawing/2014/main" id="{958E070C-83C0-C308-B1B3-A42634E226B8}"/>
                </a:ext>
              </a:extLst>
            </p:cNvPr>
            <p:cNvCxnSpPr/>
            <p:nvPr/>
          </p:nvCxnSpPr>
          <p:spPr>
            <a:xfrm>
              <a:off x="1051560" y="5632704"/>
              <a:ext cx="3236976" cy="0"/>
            </a:xfrm>
            <a:prstGeom prst="line">
              <a:avLst/>
            </a:prstGeom>
          </p:spPr>
          <p:style>
            <a:lnRef idx="3">
              <a:schemeClr val="dk1"/>
            </a:lnRef>
            <a:fillRef idx="0">
              <a:schemeClr val="dk1"/>
            </a:fillRef>
            <a:effectRef idx="2">
              <a:schemeClr val="dk1"/>
            </a:effectRef>
            <a:fontRef idx="minor">
              <a:schemeClr val="tx1"/>
            </a:fontRef>
          </p:style>
        </p:cxnSp>
      </p:grpSp>
      <p:grpSp>
        <p:nvGrpSpPr>
          <p:cNvPr id="80" name="Grupo 79">
            <a:extLst>
              <a:ext uri="{FF2B5EF4-FFF2-40B4-BE49-F238E27FC236}">
                <a16:creationId xmlns:a16="http://schemas.microsoft.com/office/drawing/2014/main" id="{9EBA2540-51F5-E14D-8B53-D0D148411BE3}"/>
              </a:ext>
            </a:extLst>
          </p:cNvPr>
          <p:cNvGrpSpPr/>
          <p:nvPr/>
        </p:nvGrpSpPr>
        <p:grpSpPr>
          <a:xfrm>
            <a:off x="7346713" y="3080727"/>
            <a:ext cx="3236976" cy="2688336"/>
            <a:chOff x="1051560" y="2944368"/>
            <a:chExt cx="3236976" cy="2688336"/>
          </a:xfrm>
        </p:grpSpPr>
        <p:cxnSp>
          <p:nvCxnSpPr>
            <p:cNvPr id="81" name="Conector recto 80">
              <a:extLst>
                <a:ext uri="{FF2B5EF4-FFF2-40B4-BE49-F238E27FC236}">
                  <a16:creationId xmlns:a16="http://schemas.microsoft.com/office/drawing/2014/main" id="{3224B2F6-D8FF-13AD-9DD1-C4ECBF0C8576}"/>
                </a:ext>
              </a:extLst>
            </p:cNvPr>
            <p:cNvCxnSpPr>
              <a:cxnSpLocks/>
            </p:cNvCxnSpPr>
            <p:nvPr/>
          </p:nvCxnSpPr>
          <p:spPr>
            <a:xfrm>
              <a:off x="1060704" y="2944368"/>
              <a:ext cx="0" cy="2688336"/>
            </a:xfrm>
            <a:prstGeom prst="line">
              <a:avLst/>
            </a:prstGeom>
          </p:spPr>
          <p:style>
            <a:lnRef idx="3">
              <a:schemeClr val="dk1"/>
            </a:lnRef>
            <a:fillRef idx="0">
              <a:schemeClr val="dk1"/>
            </a:fillRef>
            <a:effectRef idx="2">
              <a:schemeClr val="dk1"/>
            </a:effectRef>
            <a:fontRef idx="minor">
              <a:schemeClr val="tx1"/>
            </a:fontRef>
          </p:style>
        </p:cxnSp>
        <p:cxnSp>
          <p:nvCxnSpPr>
            <p:cNvPr id="82" name="Conector recto 81">
              <a:extLst>
                <a:ext uri="{FF2B5EF4-FFF2-40B4-BE49-F238E27FC236}">
                  <a16:creationId xmlns:a16="http://schemas.microsoft.com/office/drawing/2014/main" id="{4CB85E23-2C37-8A3D-BCDE-852724636E4F}"/>
                </a:ext>
              </a:extLst>
            </p:cNvPr>
            <p:cNvCxnSpPr/>
            <p:nvPr/>
          </p:nvCxnSpPr>
          <p:spPr>
            <a:xfrm>
              <a:off x="1051560" y="5632704"/>
              <a:ext cx="3236976" cy="0"/>
            </a:xfrm>
            <a:prstGeom prst="line">
              <a:avLst/>
            </a:prstGeom>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3">
            <p14:nvContentPartPr>
              <p14:cNvPr id="9" name="Entrada de lápiz 8">
                <a:extLst>
                  <a:ext uri="{FF2B5EF4-FFF2-40B4-BE49-F238E27FC236}">
                    <a16:creationId xmlns:a16="http://schemas.microsoft.com/office/drawing/2014/main" id="{6771976B-FC29-5F3F-1C76-82E69D10AD52}"/>
                  </a:ext>
                </a:extLst>
              </p14:cNvPr>
              <p14:cNvContentPartPr/>
              <p14:nvPr/>
            </p14:nvContentPartPr>
            <p14:xfrm>
              <a:off x="468339" y="2977544"/>
              <a:ext cx="511560" cy="349560"/>
            </p14:xfrm>
          </p:contentPart>
        </mc:Choice>
        <mc:Fallback xmlns="">
          <p:pic>
            <p:nvPicPr>
              <p:cNvPr id="9" name="Entrada de lápiz 8">
                <a:extLst>
                  <a:ext uri="{FF2B5EF4-FFF2-40B4-BE49-F238E27FC236}">
                    <a16:creationId xmlns:a16="http://schemas.microsoft.com/office/drawing/2014/main" id="{6771976B-FC29-5F3F-1C76-82E69D10AD52}"/>
                  </a:ext>
                </a:extLst>
              </p:cNvPr>
              <p:cNvPicPr/>
              <p:nvPr/>
            </p:nvPicPr>
            <p:blipFill>
              <a:blip r:embed="rId4"/>
              <a:stretch>
                <a:fillRect/>
              </a:stretch>
            </p:blipFill>
            <p:spPr>
              <a:xfrm>
                <a:off x="453208" y="2962064"/>
                <a:ext cx="542182"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Entrada de lápiz 9">
                <a:extLst>
                  <a:ext uri="{FF2B5EF4-FFF2-40B4-BE49-F238E27FC236}">
                    <a16:creationId xmlns:a16="http://schemas.microsoft.com/office/drawing/2014/main" id="{28174441-FF93-04BB-1099-F0C60EBF1409}"/>
                  </a:ext>
                </a:extLst>
              </p14:cNvPr>
              <p14:cNvContentPartPr/>
              <p14:nvPr/>
            </p14:nvContentPartPr>
            <p14:xfrm>
              <a:off x="1582073" y="2746744"/>
              <a:ext cx="164520" cy="259560"/>
            </p14:xfrm>
          </p:contentPart>
        </mc:Choice>
        <mc:Fallback xmlns="">
          <p:pic>
            <p:nvPicPr>
              <p:cNvPr id="10" name="Entrada de lápiz 9">
                <a:extLst>
                  <a:ext uri="{FF2B5EF4-FFF2-40B4-BE49-F238E27FC236}">
                    <a16:creationId xmlns:a16="http://schemas.microsoft.com/office/drawing/2014/main" id="{28174441-FF93-04BB-1099-F0C60EBF1409}"/>
                  </a:ext>
                </a:extLst>
              </p:cNvPr>
              <p:cNvPicPr/>
              <p:nvPr/>
            </p:nvPicPr>
            <p:blipFill>
              <a:blip r:embed="rId6"/>
              <a:stretch>
                <a:fillRect/>
              </a:stretch>
            </p:blipFill>
            <p:spPr>
              <a:xfrm>
                <a:off x="1566593" y="2731285"/>
                <a:ext cx="195120" cy="290118"/>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Entrada de lápiz 22">
                <a:extLst>
                  <a:ext uri="{FF2B5EF4-FFF2-40B4-BE49-F238E27FC236}">
                    <a16:creationId xmlns:a16="http://schemas.microsoft.com/office/drawing/2014/main" id="{5289C755-667D-F868-8689-306702697479}"/>
                  </a:ext>
                </a:extLst>
              </p14:cNvPr>
              <p14:cNvContentPartPr/>
              <p14:nvPr/>
            </p14:nvContentPartPr>
            <p14:xfrm>
              <a:off x="1777913" y="2783824"/>
              <a:ext cx="497520" cy="254520"/>
            </p14:xfrm>
          </p:contentPart>
        </mc:Choice>
        <mc:Fallback xmlns="">
          <p:pic>
            <p:nvPicPr>
              <p:cNvPr id="23" name="Entrada de lápiz 22">
                <a:extLst>
                  <a:ext uri="{FF2B5EF4-FFF2-40B4-BE49-F238E27FC236}">
                    <a16:creationId xmlns:a16="http://schemas.microsoft.com/office/drawing/2014/main" id="{5289C755-667D-F868-8689-306702697479}"/>
                  </a:ext>
                </a:extLst>
              </p:cNvPr>
              <p:cNvPicPr/>
              <p:nvPr/>
            </p:nvPicPr>
            <p:blipFill>
              <a:blip r:embed="rId8"/>
              <a:stretch>
                <a:fillRect/>
              </a:stretch>
            </p:blipFill>
            <p:spPr>
              <a:xfrm>
                <a:off x="1762444" y="2768344"/>
                <a:ext cx="527738"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8" name="Entrada de lápiz 27">
                <a:extLst>
                  <a:ext uri="{FF2B5EF4-FFF2-40B4-BE49-F238E27FC236}">
                    <a16:creationId xmlns:a16="http://schemas.microsoft.com/office/drawing/2014/main" id="{7B4EF2E4-88C3-F294-34D3-891B2512ED02}"/>
                  </a:ext>
                </a:extLst>
              </p14:cNvPr>
              <p14:cNvContentPartPr/>
              <p14:nvPr/>
            </p14:nvContentPartPr>
            <p14:xfrm>
              <a:off x="2333393" y="2752144"/>
              <a:ext cx="434520" cy="222480"/>
            </p14:xfrm>
          </p:contentPart>
        </mc:Choice>
        <mc:Fallback xmlns="">
          <p:pic>
            <p:nvPicPr>
              <p:cNvPr id="28" name="Entrada de lápiz 27">
                <a:extLst>
                  <a:ext uri="{FF2B5EF4-FFF2-40B4-BE49-F238E27FC236}">
                    <a16:creationId xmlns:a16="http://schemas.microsoft.com/office/drawing/2014/main" id="{7B4EF2E4-88C3-F294-34D3-891B2512ED02}"/>
                  </a:ext>
                </a:extLst>
              </p:cNvPr>
              <p:cNvPicPr/>
              <p:nvPr/>
            </p:nvPicPr>
            <p:blipFill>
              <a:blip r:embed="rId10"/>
              <a:stretch>
                <a:fillRect/>
              </a:stretch>
            </p:blipFill>
            <p:spPr>
              <a:xfrm>
                <a:off x="2318260" y="2736664"/>
                <a:ext cx="465145"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4" name="Entrada de lápiz 33">
                <a:extLst>
                  <a:ext uri="{FF2B5EF4-FFF2-40B4-BE49-F238E27FC236}">
                    <a16:creationId xmlns:a16="http://schemas.microsoft.com/office/drawing/2014/main" id="{D0B4E1B1-54A9-FE3D-555E-6D6790C3C9A7}"/>
                  </a:ext>
                </a:extLst>
              </p14:cNvPr>
              <p14:cNvContentPartPr/>
              <p14:nvPr/>
            </p14:nvContentPartPr>
            <p14:xfrm>
              <a:off x="2817233" y="2773024"/>
              <a:ext cx="548640" cy="227880"/>
            </p14:xfrm>
          </p:contentPart>
        </mc:Choice>
        <mc:Fallback xmlns="">
          <p:pic>
            <p:nvPicPr>
              <p:cNvPr id="34" name="Entrada de lápiz 33">
                <a:extLst>
                  <a:ext uri="{FF2B5EF4-FFF2-40B4-BE49-F238E27FC236}">
                    <a16:creationId xmlns:a16="http://schemas.microsoft.com/office/drawing/2014/main" id="{D0B4E1B1-54A9-FE3D-555E-6D6790C3C9A7}"/>
                  </a:ext>
                </a:extLst>
              </p:cNvPr>
              <p:cNvPicPr/>
              <p:nvPr/>
            </p:nvPicPr>
            <p:blipFill>
              <a:blip r:embed="rId12"/>
              <a:stretch>
                <a:fillRect/>
              </a:stretch>
            </p:blipFill>
            <p:spPr>
              <a:xfrm>
                <a:off x="2802103" y="2757904"/>
                <a:ext cx="5792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8" name="Entrada de lápiz 37">
                <a:extLst>
                  <a:ext uri="{FF2B5EF4-FFF2-40B4-BE49-F238E27FC236}">
                    <a16:creationId xmlns:a16="http://schemas.microsoft.com/office/drawing/2014/main" id="{FFAD380A-867A-EF07-DA42-72068FB12C54}"/>
                  </a:ext>
                </a:extLst>
              </p14:cNvPr>
              <p14:cNvContentPartPr/>
              <p14:nvPr/>
            </p14:nvContentPartPr>
            <p14:xfrm>
              <a:off x="3407633" y="2805064"/>
              <a:ext cx="212040" cy="217440"/>
            </p14:xfrm>
          </p:contentPart>
        </mc:Choice>
        <mc:Fallback xmlns="">
          <p:pic>
            <p:nvPicPr>
              <p:cNvPr id="38" name="Entrada de lápiz 37">
                <a:extLst>
                  <a:ext uri="{FF2B5EF4-FFF2-40B4-BE49-F238E27FC236}">
                    <a16:creationId xmlns:a16="http://schemas.microsoft.com/office/drawing/2014/main" id="{FFAD380A-867A-EF07-DA42-72068FB12C54}"/>
                  </a:ext>
                </a:extLst>
              </p:cNvPr>
              <p:cNvPicPr/>
              <p:nvPr/>
            </p:nvPicPr>
            <p:blipFill>
              <a:blip r:embed="rId14"/>
              <a:stretch>
                <a:fillRect/>
              </a:stretch>
            </p:blipFill>
            <p:spPr>
              <a:xfrm>
                <a:off x="3392513" y="2789584"/>
                <a:ext cx="2426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1" name="Entrada de lápiz 40">
                <a:extLst>
                  <a:ext uri="{FF2B5EF4-FFF2-40B4-BE49-F238E27FC236}">
                    <a16:creationId xmlns:a16="http://schemas.microsoft.com/office/drawing/2014/main" id="{37EE7D17-1A8E-A89D-EAC8-8C2EBFD3536C}"/>
                  </a:ext>
                </a:extLst>
              </p14:cNvPr>
              <p14:cNvContentPartPr/>
              <p14:nvPr/>
            </p14:nvContentPartPr>
            <p14:xfrm>
              <a:off x="4349533" y="5530743"/>
              <a:ext cx="153720" cy="238320"/>
            </p14:xfrm>
          </p:contentPart>
        </mc:Choice>
        <mc:Fallback xmlns="">
          <p:pic>
            <p:nvPicPr>
              <p:cNvPr id="41" name="Entrada de lápiz 40">
                <a:extLst>
                  <a:ext uri="{FF2B5EF4-FFF2-40B4-BE49-F238E27FC236}">
                    <a16:creationId xmlns:a16="http://schemas.microsoft.com/office/drawing/2014/main" id="{37EE7D17-1A8E-A89D-EAC8-8C2EBFD3536C}"/>
                  </a:ext>
                </a:extLst>
              </p:cNvPr>
              <p:cNvPicPr/>
              <p:nvPr/>
            </p:nvPicPr>
            <p:blipFill>
              <a:blip r:embed="rId16"/>
              <a:stretch>
                <a:fillRect/>
              </a:stretch>
            </p:blipFill>
            <p:spPr>
              <a:xfrm>
                <a:off x="4334413" y="5515263"/>
                <a:ext cx="18432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8" name="Entrada de lápiz 47">
                <a:extLst>
                  <a:ext uri="{FF2B5EF4-FFF2-40B4-BE49-F238E27FC236}">
                    <a16:creationId xmlns:a16="http://schemas.microsoft.com/office/drawing/2014/main" id="{4FFFDFFC-F6A0-3C30-A92C-5C42062C0A00}"/>
                  </a:ext>
                </a:extLst>
              </p14:cNvPr>
              <p14:cNvContentPartPr/>
              <p14:nvPr/>
            </p14:nvContentPartPr>
            <p14:xfrm>
              <a:off x="6810565" y="2948427"/>
              <a:ext cx="477000" cy="264600"/>
            </p14:xfrm>
          </p:contentPart>
        </mc:Choice>
        <mc:Fallback xmlns="">
          <p:pic>
            <p:nvPicPr>
              <p:cNvPr id="48" name="Entrada de lápiz 47">
                <a:extLst>
                  <a:ext uri="{FF2B5EF4-FFF2-40B4-BE49-F238E27FC236}">
                    <a16:creationId xmlns:a16="http://schemas.microsoft.com/office/drawing/2014/main" id="{4FFFDFFC-F6A0-3C30-A92C-5C42062C0A00}"/>
                  </a:ext>
                </a:extLst>
              </p:cNvPr>
              <p:cNvPicPr/>
              <p:nvPr/>
            </p:nvPicPr>
            <p:blipFill>
              <a:blip r:embed="rId18"/>
              <a:stretch>
                <a:fillRect/>
              </a:stretch>
            </p:blipFill>
            <p:spPr>
              <a:xfrm>
                <a:off x="6795434" y="2933286"/>
                <a:ext cx="507623" cy="295242"/>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1" name="Entrada de lápiz 50">
                <a:extLst>
                  <a:ext uri="{FF2B5EF4-FFF2-40B4-BE49-F238E27FC236}">
                    <a16:creationId xmlns:a16="http://schemas.microsoft.com/office/drawing/2014/main" id="{003FDBB5-87C1-EA97-F47E-F4B5E8128511}"/>
                  </a:ext>
                </a:extLst>
              </p14:cNvPr>
              <p14:cNvContentPartPr/>
              <p14:nvPr/>
            </p14:nvContentPartPr>
            <p14:xfrm>
              <a:off x="10689133" y="5599503"/>
              <a:ext cx="127440" cy="190800"/>
            </p14:xfrm>
          </p:contentPart>
        </mc:Choice>
        <mc:Fallback xmlns="">
          <p:pic>
            <p:nvPicPr>
              <p:cNvPr id="51" name="Entrada de lápiz 50">
                <a:extLst>
                  <a:ext uri="{FF2B5EF4-FFF2-40B4-BE49-F238E27FC236}">
                    <a16:creationId xmlns:a16="http://schemas.microsoft.com/office/drawing/2014/main" id="{003FDBB5-87C1-EA97-F47E-F4B5E8128511}"/>
                  </a:ext>
                </a:extLst>
              </p:cNvPr>
              <p:cNvPicPr/>
              <p:nvPr/>
            </p:nvPicPr>
            <p:blipFill>
              <a:blip r:embed="rId20"/>
              <a:stretch>
                <a:fillRect/>
              </a:stretch>
            </p:blipFill>
            <p:spPr>
              <a:xfrm>
                <a:off x="10673653" y="5584383"/>
                <a:ext cx="1576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2" name="Entrada de lápiz 51">
                <a:extLst>
                  <a:ext uri="{FF2B5EF4-FFF2-40B4-BE49-F238E27FC236}">
                    <a16:creationId xmlns:a16="http://schemas.microsoft.com/office/drawing/2014/main" id="{0875839B-28BB-9176-612B-3005060BED97}"/>
                  </a:ext>
                </a:extLst>
              </p14:cNvPr>
              <p14:cNvContentPartPr/>
              <p14:nvPr/>
            </p14:nvContentPartPr>
            <p14:xfrm>
              <a:off x="7879315" y="2813524"/>
              <a:ext cx="132480" cy="259560"/>
            </p14:xfrm>
          </p:contentPart>
        </mc:Choice>
        <mc:Fallback xmlns="">
          <p:pic>
            <p:nvPicPr>
              <p:cNvPr id="52" name="Entrada de lápiz 51">
                <a:extLst>
                  <a:ext uri="{FF2B5EF4-FFF2-40B4-BE49-F238E27FC236}">
                    <a16:creationId xmlns:a16="http://schemas.microsoft.com/office/drawing/2014/main" id="{0875839B-28BB-9176-612B-3005060BED97}"/>
                  </a:ext>
                </a:extLst>
              </p:cNvPr>
              <p:cNvPicPr/>
              <p:nvPr/>
            </p:nvPicPr>
            <p:blipFill>
              <a:blip r:embed="rId22"/>
              <a:stretch>
                <a:fillRect/>
              </a:stretch>
            </p:blipFill>
            <p:spPr>
              <a:xfrm>
                <a:off x="7864195" y="2798044"/>
                <a:ext cx="1630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5" name="Entrada de lápiz 54">
                <a:extLst>
                  <a:ext uri="{FF2B5EF4-FFF2-40B4-BE49-F238E27FC236}">
                    <a16:creationId xmlns:a16="http://schemas.microsoft.com/office/drawing/2014/main" id="{683B578D-E1F2-2B90-08F0-2F9112F86E7A}"/>
                  </a:ext>
                </a:extLst>
              </p14:cNvPr>
              <p14:cNvContentPartPr/>
              <p14:nvPr/>
            </p14:nvContentPartPr>
            <p14:xfrm>
              <a:off x="8064715" y="2898124"/>
              <a:ext cx="122040" cy="180360"/>
            </p14:xfrm>
          </p:contentPart>
        </mc:Choice>
        <mc:Fallback xmlns="">
          <p:pic>
            <p:nvPicPr>
              <p:cNvPr id="55" name="Entrada de lápiz 54">
                <a:extLst>
                  <a:ext uri="{FF2B5EF4-FFF2-40B4-BE49-F238E27FC236}">
                    <a16:creationId xmlns:a16="http://schemas.microsoft.com/office/drawing/2014/main" id="{683B578D-E1F2-2B90-08F0-2F9112F86E7A}"/>
                  </a:ext>
                </a:extLst>
              </p:cNvPr>
              <p:cNvPicPr/>
              <p:nvPr/>
            </p:nvPicPr>
            <p:blipFill>
              <a:blip r:embed="rId24"/>
              <a:stretch>
                <a:fillRect/>
              </a:stretch>
            </p:blipFill>
            <p:spPr>
              <a:xfrm>
                <a:off x="8049235" y="2883004"/>
                <a:ext cx="1526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0" name="Entrada de lápiz 59">
                <a:extLst>
                  <a:ext uri="{FF2B5EF4-FFF2-40B4-BE49-F238E27FC236}">
                    <a16:creationId xmlns:a16="http://schemas.microsoft.com/office/drawing/2014/main" id="{3EC3239C-FCA6-34AC-3B57-42A88009FEF1}"/>
                  </a:ext>
                </a:extLst>
              </p14:cNvPr>
              <p14:cNvContentPartPr/>
              <p14:nvPr/>
            </p14:nvContentPartPr>
            <p14:xfrm>
              <a:off x="8239315" y="2850964"/>
              <a:ext cx="248760" cy="222120"/>
            </p14:xfrm>
          </p:contentPart>
        </mc:Choice>
        <mc:Fallback xmlns="">
          <p:pic>
            <p:nvPicPr>
              <p:cNvPr id="60" name="Entrada de lápiz 59">
                <a:extLst>
                  <a:ext uri="{FF2B5EF4-FFF2-40B4-BE49-F238E27FC236}">
                    <a16:creationId xmlns:a16="http://schemas.microsoft.com/office/drawing/2014/main" id="{3EC3239C-FCA6-34AC-3B57-42A88009FEF1}"/>
                  </a:ext>
                </a:extLst>
              </p:cNvPr>
              <p:cNvPicPr/>
              <p:nvPr/>
            </p:nvPicPr>
            <p:blipFill>
              <a:blip r:embed="rId26"/>
              <a:stretch>
                <a:fillRect/>
              </a:stretch>
            </p:blipFill>
            <p:spPr>
              <a:xfrm>
                <a:off x="8224217" y="2835844"/>
                <a:ext cx="279316"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3" name="Entrada de lápiz 62">
                <a:extLst>
                  <a:ext uri="{FF2B5EF4-FFF2-40B4-BE49-F238E27FC236}">
                    <a16:creationId xmlns:a16="http://schemas.microsoft.com/office/drawing/2014/main" id="{F4DF492F-E418-6BA2-B96B-C8CA3DA5CE7F}"/>
                  </a:ext>
                </a:extLst>
              </p14:cNvPr>
              <p14:cNvContentPartPr/>
              <p14:nvPr/>
            </p14:nvContentPartPr>
            <p14:xfrm>
              <a:off x="8567275" y="2903524"/>
              <a:ext cx="127440" cy="95400"/>
            </p14:xfrm>
          </p:contentPart>
        </mc:Choice>
        <mc:Fallback xmlns="">
          <p:pic>
            <p:nvPicPr>
              <p:cNvPr id="63" name="Entrada de lápiz 62">
                <a:extLst>
                  <a:ext uri="{FF2B5EF4-FFF2-40B4-BE49-F238E27FC236}">
                    <a16:creationId xmlns:a16="http://schemas.microsoft.com/office/drawing/2014/main" id="{F4DF492F-E418-6BA2-B96B-C8CA3DA5CE7F}"/>
                  </a:ext>
                </a:extLst>
              </p:cNvPr>
              <p:cNvPicPr/>
              <p:nvPr/>
            </p:nvPicPr>
            <p:blipFill>
              <a:blip r:embed="rId28"/>
              <a:stretch>
                <a:fillRect/>
              </a:stretch>
            </p:blipFill>
            <p:spPr>
              <a:xfrm>
                <a:off x="8552155" y="2888102"/>
                <a:ext cx="157680" cy="125526"/>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6" name="Entrada de lápiz 65">
                <a:extLst>
                  <a:ext uri="{FF2B5EF4-FFF2-40B4-BE49-F238E27FC236}">
                    <a16:creationId xmlns:a16="http://schemas.microsoft.com/office/drawing/2014/main" id="{D14F87F4-A8AC-F3B9-678A-5D5E6AB6E60A}"/>
                  </a:ext>
                </a:extLst>
              </p14:cNvPr>
              <p14:cNvContentPartPr/>
              <p14:nvPr/>
            </p14:nvContentPartPr>
            <p14:xfrm>
              <a:off x="8773915" y="2781844"/>
              <a:ext cx="264960" cy="322920"/>
            </p14:xfrm>
          </p:contentPart>
        </mc:Choice>
        <mc:Fallback xmlns="">
          <p:pic>
            <p:nvPicPr>
              <p:cNvPr id="66" name="Entrada de lápiz 65">
                <a:extLst>
                  <a:ext uri="{FF2B5EF4-FFF2-40B4-BE49-F238E27FC236}">
                    <a16:creationId xmlns:a16="http://schemas.microsoft.com/office/drawing/2014/main" id="{D14F87F4-A8AC-F3B9-678A-5D5E6AB6E60A}"/>
                  </a:ext>
                </a:extLst>
              </p:cNvPr>
              <p:cNvPicPr/>
              <p:nvPr/>
            </p:nvPicPr>
            <p:blipFill>
              <a:blip r:embed="rId30"/>
              <a:stretch>
                <a:fillRect/>
              </a:stretch>
            </p:blipFill>
            <p:spPr>
              <a:xfrm>
                <a:off x="8758435" y="2766381"/>
                <a:ext cx="295560" cy="353126"/>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1" name="Entrada de lápiz 70">
                <a:extLst>
                  <a:ext uri="{FF2B5EF4-FFF2-40B4-BE49-F238E27FC236}">
                    <a16:creationId xmlns:a16="http://schemas.microsoft.com/office/drawing/2014/main" id="{E5B3F25B-F434-DC93-43D8-10A1E53168C3}"/>
                  </a:ext>
                </a:extLst>
              </p14:cNvPr>
              <p14:cNvContentPartPr/>
              <p14:nvPr/>
            </p14:nvContentPartPr>
            <p14:xfrm>
              <a:off x="9043555" y="2818564"/>
              <a:ext cx="259560" cy="190800"/>
            </p14:xfrm>
          </p:contentPart>
        </mc:Choice>
        <mc:Fallback xmlns="">
          <p:pic>
            <p:nvPicPr>
              <p:cNvPr id="71" name="Entrada de lápiz 70">
                <a:extLst>
                  <a:ext uri="{FF2B5EF4-FFF2-40B4-BE49-F238E27FC236}">
                    <a16:creationId xmlns:a16="http://schemas.microsoft.com/office/drawing/2014/main" id="{E5B3F25B-F434-DC93-43D8-10A1E53168C3}"/>
                  </a:ext>
                </a:extLst>
              </p:cNvPr>
              <p:cNvPicPr/>
              <p:nvPr/>
            </p:nvPicPr>
            <p:blipFill>
              <a:blip r:embed="rId32"/>
              <a:stretch>
                <a:fillRect/>
              </a:stretch>
            </p:blipFill>
            <p:spPr>
              <a:xfrm>
                <a:off x="9028435" y="2803444"/>
                <a:ext cx="29016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6" name="Entrada de lápiz 75">
                <a:extLst>
                  <a:ext uri="{FF2B5EF4-FFF2-40B4-BE49-F238E27FC236}">
                    <a16:creationId xmlns:a16="http://schemas.microsoft.com/office/drawing/2014/main" id="{66014D1A-F9DF-939D-CDAB-F9FB64E6D20A}"/>
                  </a:ext>
                </a:extLst>
              </p14:cNvPr>
              <p14:cNvContentPartPr/>
              <p14:nvPr/>
            </p14:nvContentPartPr>
            <p14:xfrm>
              <a:off x="9456475" y="2781844"/>
              <a:ext cx="360000" cy="238320"/>
            </p14:xfrm>
          </p:contentPart>
        </mc:Choice>
        <mc:Fallback xmlns="">
          <p:pic>
            <p:nvPicPr>
              <p:cNvPr id="76" name="Entrada de lápiz 75">
                <a:extLst>
                  <a:ext uri="{FF2B5EF4-FFF2-40B4-BE49-F238E27FC236}">
                    <a16:creationId xmlns:a16="http://schemas.microsoft.com/office/drawing/2014/main" id="{66014D1A-F9DF-939D-CDAB-F9FB64E6D20A}"/>
                  </a:ext>
                </a:extLst>
              </p:cNvPr>
              <p:cNvPicPr/>
              <p:nvPr/>
            </p:nvPicPr>
            <p:blipFill>
              <a:blip r:embed="rId34"/>
              <a:stretch>
                <a:fillRect/>
              </a:stretch>
            </p:blipFill>
            <p:spPr>
              <a:xfrm>
                <a:off x="9441010" y="2766364"/>
                <a:ext cx="39021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4" name="Entrada de lápiz 83">
                <a:extLst>
                  <a:ext uri="{FF2B5EF4-FFF2-40B4-BE49-F238E27FC236}">
                    <a16:creationId xmlns:a16="http://schemas.microsoft.com/office/drawing/2014/main" id="{7017F7D0-9E2E-6571-1D05-B9C3D649C3DF}"/>
                  </a:ext>
                </a:extLst>
              </p14:cNvPr>
              <p14:cNvContentPartPr/>
              <p14:nvPr/>
            </p14:nvContentPartPr>
            <p14:xfrm>
              <a:off x="9874435" y="2913964"/>
              <a:ext cx="201240" cy="148320"/>
            </p14:xfrm>
          </p:contentPart>
        </mc:Choice>
        <mc:Fallback xmlns="">
          <p:pic>
            <p:nvPicPr>
              <p:cNvPr id="84" name="Entrada de lápiz 83">
                <a:extLst>
                  <a:ext uri="{FF2B5EF4-FFF2-40B4-BE49-F238E27FC236}">
                    <a16:creationId xmlns:a16="http://schemas.microsoft.com/office/drawing/2014/main" id="{7017F7D0-9E2E-6571-1D05-B9C3D649C3DF}"/>
                  </a:ext>
                </a:extLst>
              </p:cNvPr>
              <p:cNvPicPr/>
              <p:nvPr/>
            </p:nvPicPr>
            <p:blipFill>
              <a:blip r:embed="rId36"/>
              <a:stretch>
                <a:fillRect/>
              </a:stretch>
            </p:blipFill>
            <p:spPr>
              <a:xfrm>
                <a:off x="9859342" y="2898881"/>
                <a:ext cx="231426" cy="178487"/>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85" name="Entrada de lápiz 84">
                <a:extLst>
                  <a:ext uri="{FF2B5EF4-FFF2-40B4-BE49-F238E27FC236}">
                    <a16:creationId xmlns:a16="http://schemas.microsoft.com/office/drawing/2014/main" id="{F347484D-0AD4-8E02-2A40-13FAA1F84915}"/>
                  </a:ext>
                </a:extLst>
              </p14:cNvPr>
              <p14:cNvContentPartPr/>
              <p14:nvPr/>
            </p14:nvContentPartPr>
            <p14:xfrm>
              <a:off x="10101955" y="2776444"/>
              <a:ext cx="63720" cy="317880"/>
            </p14:xfrm>
          </p:contentPart>
        </mc:Choice>
        <mc:Fallback xmlns="">
          <p:pic>
            <p:nvPicPr>
              <p:cNvPr id="85" name="Entrada de lápiz 84">
                <a:extLst>
                  <a:ext uri="{FF2B5EF4-FFF2-40B4-BE49-F238E27FC236}">
                    <a16:creationId xmlns:a16="http://schemas.microsoft.com/office/drawing/2014/main" id="{F347484D-0AD4-8E02-2A40-13FAA1F84915}"/>
                  </a:ext>
                </a:extLst>
              </p:cNvPr>
              <p:cNvPicPr/>
              <p:nvPr/>
            </p:nvPicPr>
            <p:blipFill>
              <a:blip r:embed="rId38"/>
              <a:stretch>
                <a:fillRect/>
              </a:stretch>
            </p:blipFill>
            <p:spPr>
              <a:xfrm>
                <a:off x="10086835" y="2761324"/>
                <a:ext cx="9432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05" name="Entrada de lápiz 104">
                <a:extLst>
                  <a:ext uri="{FF2B5EF4-FFF2-40B4-BE49-F238E27FC236}">
                    <a16:creationId xmlns:a16="http://schemas.microsoft.com/office/drawing/2014/main" id="{63569E8F-1462-ED00-26D8-067FD9435484}"/>
                  </a:ext>
                </a:extLst>
              </p14:cNvPr>
              <p14:cNvContentPartPr/>
              <p14:nvPr/>
            </p14:nvContentPartPr>
            <p14:xfrm>
              <a:off x="4201573" y="1763703"/>
              <a:ext cx="545400" cy="327600"/>
            </p14:xfrm>
          </p:contentPart>
        </mc:Choice>
        <mc:Fallback xmlns="">
          <p:pic>
            <p:nvPicPr>
              <p:cNvPr id="105" name="Entrada de lápiz 104">
                <a:extLst>
                  <a:ext uri="{FF2B5EF4-FFF2-40B4-BE49-F238E27FC236}">
                    <a16:creationId xmlns:a16="http://schemas.microsoft.com/office/drawing/2014/main" id="{63569E8F-1462-ED00-26D8-067FD9435484}"/>
                  </a:ext>
                </a:extLst>
              </p:cNvPr>
              <p:cNvPicPr/>
              <p:nvPr/>
            </p:nvPicPr>
            <p:blipFill>
              <a:blip r:embed="rId40"/>
              <a:stretch>
                <a:fillRect/>
              </a:stretch>
            </p:blipFill>
            <p:spPr>
              <a:xfrm>
                <a:off x="4186093" y="1748240"/>
                <a:ext cx="576000" cy="357807"/>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10" name="Entrada de lápiz 109">
                <a:extLst>
                  <a:ext uri="{FF2B5EF4-FFF2-40B4-BE49-F238E27FC236}">
                    <a16:creationId xmlns:a16="http://schemas.microsoft.com/office/drawing/2014/main" id="{9B40B9D6-22D1-42CD-1174-F90B578ADA2C}"/>
                  </a:ext>
                </a:extLst>
              </p14:cNvPr>
              <p14:cNvContentPartPr/>
              <p14:nvPr/>
            </p14:nvContentPartPr>
            <p14:xfrm>
              <a:off x="4574893" y="1742463"/>
              <a:ext cx="634680" cy="396720"/>
            </p14:xfrm>
          </p:contentPart>
        </mc:Choice>
        <mc:Fallback xmlns="">
          <p:pic>
            <p:nvPicPr>
              <p:cNvPr id="110" name="Entrada de lápiz 109">
                <a:extLst>
                  <a:ext uri="{FF2B5EF4-FFF2-40B4-BE49-F238E27FC236}">
                    <a16:creationId xmlns:a16="http://schemas.microsoft.com/office/drawing/2014/main" id="{9B40B9D6-22D1-42CD-1174-F90B578ADA2C}"/>
                  </a:ext>
                </a:extLst>
              </p:cNvPr>
              <p:cNvPicPr/>
              <p:nvPr/>
            </p:nvPicPr>
            <p:blipFill>
              <a:blip r:embed="rId42"/>
              <a:stretch>
                <a:fillRect/>
              </a:stretch>
            </p:blipFill>
            <p:spPr>
              <a:xfrm>
                <a:off x="4559413" y="1727343"/>
                <a:ext cx="66528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13" name="Entrada de lápiz 112">
                <a:extLst>
                  <a:ext uri="{FF2B5EF4-FFF2-40B4-BE49-F238E27FC236}">
                    <a16:creationId xmlns:a16="http://schemas.microsoft.com/office/drawing/2014/main" id="{792D6A71-C196-C50E-C469-A1CD8FEDAECA}"/>
                  </a:ext>
                </a:extLst>
              </p14:cNvPr>
              <p14:cNvContentPartPr/>
              <p14:nvPr/>
            </p14:nvContentPartPr>
            <p14:xfrm>
              <a:off x="5461573" y="1673703"/>
              <a:ext cx="211320" cy="258840"/>
            </p14:xfrm>
          </p:contentPart>
        </mc:Choice>
        <mc:Fallback xmlns="">
          <p:pic>
            <p:nvPicPr>
              <p:cNvPr id="113" name="Entrada de lápiz 112">
                <a:extLst>
                  <a:ext uri="{FF2B5EF4-FFF2-40B4-BE49-F238E27FC236}">
                    <a16:creationId xmlns:a16="http://schemas.microsoft.com/office/drawing/2014/main" id="{792D6A71-C196-C50E-C469-A1CD8FEDAECA}"/>
                  </a:ext>
                </a:extLst>
              </p:cNvPr>
              <p:cNvPicPr/>
              <p:nvPr/>
            </p:nvPicPr>
            <p:blipFill>
              <a:blip r:embed="rId44"/>
              <a:stretch>
                <a:fillRect/>
              </a:stretch>
            </p:blipFill>
            <p:spPr>
              <a:xfrm>
                <a:off x="5446093" y="1658244"/>
                <a:ext cx="241920" cy="289038"/>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16" name="Entrada de lápiz 115">
                <a:extLst>
                  <a:ext uri="{FF2B5EF4-FFF2-40B4-BE49-F238E27FC236}">
                    <a16:creationId xmlns:a16="http://schemas.microsoft.com/office/drawing/2014/main" id="{7B379211-50AF-00A6-458B-DE949E1455A9}"/>
                  </a:ext>
                </a:extLst>
              </p14:cNvPr>
              <p14:cNvContentPartPr/>
              <p14:nvPr/>
            </p14:nvContentPartPr>
            <p14:xfrm>
              <a:off x="5302093" y="1990503"/>
              <a:ext cx="508320" cy="201600"/>
            </p14:xfrm>
          </p:contentPart>
        </mc:Choice>
        <mc:Fallback xmlns="">
          <p:pic>
            <p:nvPicPr>
              <p:cNvPr id="116" name="Entrada de lápiz 115">
                <a:extLst>
                  <a:ext uri="{FF2B5EF4-FFF2-40B4-BE49-F238E27FC236}">
                    <a16:creationId xmlns:a16="http://schemas.microsoft.com/office/drawing/2014/main" id="{7B379211-50AF-00A6-458B-DE949E1455A9}"/>
                  </a:ext>
                </a:extLst>
              </p:cNvPr>
              <p:cNvPicPr/>
              <p:nvPr/>
            </p:nvPicPr>
            <p:blipFill>
              <a:blip r:embed="rId46"/>
              <a:stretch>
                <a:fillRect/>
              </a:stretch>
            </p:blipFill>
            <p:spPr>
              <a:xfrm>
                <a:off x="5286973" y="1975383"/>
                <a:ext cx="5389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22" name="Entrada de lápiz 121">
                <a:extLst>
                  <a:ext uri="{FF2B5EF4-FFF2-40B4-BE49-F238E27FC236}">
                    <a16:creationId xmlns:a16="http://schemas.microsoft.com/office/drawing/2014/main" id="{AC3EFD8C-2119-E016-A1C1-82F25128D132}"/>
                  </a:ext>
                </a:extLst>
              </p14:cNvPr>
              <p14:cNvContentPartPr/>
              <p14:nvPr/>
            </p14:nvContentPartPr>
            <p14:xfrm>
              <a:off x="5995453" y="1620063"/>
              <a:ext cx="407520" cy="476640"/>
            </p14:xfrm>
          </p:contentPart>
        </mc:Choice>
        <mc:Fallback xmlns="">
          <p:pic>
            <p:nvPicPr>
              <p:cNvPr id="122" name="Entrada de lápiz 121">
                <a:extLst>
                  <a:ext uri="{FF2B5EF4-FFF2-40B4-BE49-F238E27FC236}">
                    <a16:creationId xmlns:a16="http://schemas.microsoft.com/office/drawing/2014/main" id="{AC3EFD8C-2119-E016-A1C1-82F25128D132}"/>
                  </a:ext>
                </a:extLst>
              </p:cNvPr>
              <p:cNvPicPr/>
              <p:nvPr/>
            </p:nvPicPr>
            <p:blipFill>
              <a:blip r:embed="rId48"/>
              <a:stretch>
                <a:fillRect/>
              </a:stretch>
            </p:blipFill>
            <p:spPr>
              <a:xfrm>
                <a:off x="5979987" y="1604943"/>
                <a:ext cx="438093" cy="507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27" name="Entrada de lápiz 126">
                <a:extLst>
                  <a:ext uri="{FF2B5EF4-FFF2-40B4-BE49-F238E27FC236}">
                    <a16:creationId xmlns:a16="http://schemas.microsoft.com/office/drawing/2014/main" id="{AD9F2020-DDD6-CCB3-1696-F68298D240EC}"/>
                  </a:ext>
                </a:extLst>
              </p14:cNvPr>
              <p14:cNvContentPartPr/>
              <p14:nvPr/>
            </p14:nvContentPartPr>
            <p14:xfrm>
              <a:off x="6074653" y="2187063"/>
              <a:ext cx="344520" cy="205920"/>
            </p14:xfrm>
          </p:contentPart>
        </mc:Choice>
        <mc:Fallback xmlns="">
          <p:pic>
            <p:nvPicPr>
              <p:cNvPr id="127" name="Entrada de lápiz 126">
                <a:extLst>
                  <a:ext uri="{FF2B5EF4-FFF2-40B4-BE49-F238E27FC236}">
                    <a16:creationId xmlns:a16="http://schemas.microsoft.com/office/drawing/2014/main" id="{AD9F2020-DDD6-CCB3-1696-F68298D240EC}"/>
                  </a:ext>
                </a:extLst>
              </p:cNvPr>
              <p:cNvPicPr/>
              <p:nvPr/>
            </p:nvPicPr>
            <p:blipFill>
              <a:blip r:embed="rId50"/>
              <a:stretch>
                <a:fillRect/>
              </a:stretch>
            </p:blipFill>
            <p:spPr>
              <a:xfrm>
                <a:off x="6059517" y="2171610"/>
                <a:ext cx="375152" cy="236107"/>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28" name="Entrada de lápiz 127">
                <a:extLst>
                  <a:ext uri="{FF2B5EF4-FFF2-40B4-BE49-F238E27FC236}">
                    <a16:creationId xmlns:a16="http://schemas.microsoft.com/office/drawing/2014/main" id="{98398FD4-B913-4496-CBCB-02441D4FDE9D}"/>
                  </a:ext>
                </a:extLst>
              </p14:cNvPr>
              <p14:cNvContentPartPr/>
              <p14:nvPr/>
            </p14:nvContentPartPr>
            <p14:xfrm>
              <a:off x="6080053" y="2143863"/>
              <a:ext cx="21600" cy="16200"/>
            </p14:xfrm>
          </p:contentPart>
        </mc:Choice>
        <mc:Fallback xmlns="">
          <p:pic>
            <p:nvPicPr>
              <p:cNvPr id="128" name="Entrada de lápiz 127">
                <a:extLst>
                  <a:ext uri="{FF2B5EF4-FFF2-40B4-BE49-F238E27FC236}">
                    <a16:creationId xmlns:a16="http://schemas.microsoft.com/office/drawing/2014/main" id="{98398FD4-B913-4496-CBCB-02441D4FDE9D}"/>
                  </a:ext>
                </a:extLst>
              </p:cNvPr>
              <p:cNvPicPr/>
              <p:nvPr/>
            </p:nvPicPr>
            <p:blipFill>
              <a:blip r:embed="rId52"/>
              <a:stretch>
                <a:fillRect/>
              </a:stretch>
            </p:blipFill>
            <p:spPr>
              <a:xfrm>
                <a:off x="6064573" y="2128743"/>
                <a:ext cx="522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29" name="Entrada de lápiz 128">
                <a:extLst>
                  <a:ext uri="{FF2B5EF4-FFF2-40B4-BE49-F238E27FC236}">
                    <a16:creationId xmlns:a16="http://schemas.microsoft.com/office/drawing/2014/main" id="{17C803CC-30AD-C8AE-D6E2-92FBC904FF38}"/>
                  </a:ext>
                </a:extLst>
              </p14:cNvPr>
              <p14:cNvContentPartPr/>
              <p14:nvPr/>
            </p14:nvContentPartPr>
            <p14:xfrm>
              <a:off x="6333853" y="2392623"/>
              <a:ext cx="106200" cy="5760"/>
            </p14:xfrm>
          </p:contentPart>
        </mc:Choice>
        <mc:Fallback xmlns="">
          <p:pic>
            <p:nvPicPr>
              <p:cNvPr id="129" name="Entrada de lápiz 128">
                <a:extLst>
                  <a:ext uri="{FF2B5EF4-FFF2-40B4-BE49-F238E27FC236}">
                    <a16:creationId xmlns:a16="http://schemas.microsoft.com/office/drawing/2014/main" id="{17C803CC-30AD-C8AE-D6E2-92FBC904FF38}"/>
                  </a:ext>
                </a:extLst>
              </p:cNvPr>
              <p:cNvPicPr/>
              <p:nvPr/>
            </p:nvPicPr>
            <p:blipFill>
              <a:blip r:embed="rId54"/>
              <a:stretch>
                <a:fillRect/>
              </a:stretch>
            </p:blipFill>
            <p:spPr>
              <a:xfrm>
                <a:off x="6318733" y="2377503"/>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30" name="Entrada de lápiz 129">
                <a:extLst>
                  <a:ext uri="{FF2B5EF4-FFF2-40B4-BE49-F238E27FC236}">
                    <a16:creationId xmlns:a16="http://schemas.microsoft.com/office/drawing/2014/main" id="{5449AA4E-76BE-3B67-B79E-7F6C8D76ACE6}"/>
                  </a:ext>
                </a:extLst>
              </p14:cNvPr>
              <p14:cNvContentPartPr/>
              <p14:nvPr/>
            </p14:nvContentPartPr>
            <p14:xfrm>
              <a:off x="6651373" y="1694223"/>
              <a:ext cx="84960" cy="455400"/>
            </p14:xfrm>
          </p:contentPart>
        </mc:Choice>
        <mc:Fallback xmlns="">
          <p:pic>
            <p:nvPicPr>
              <p:cNvPr id="130" name="Entrada de lápiz 129">
                <a:extLst>
                  <a:ext uri="{FF2B5EF4-FFF2-40B4-BE49-F238E27FC236}">
                    <a16:creationId xmlns:a16="http://schemas.microsoft.com/office/drawing/2014/main" id="{5449AA4E-76BE-3B67-B79E-7F6C8D76ACE6}"/>
                  </a:ext>
                </a:extLst>
              </p:cNvPr>
              <p:cNvPicPr/>
              <p:nvPr/>
            </p:nvPicPr>
            <p:blipFill>
              <a:blip r:embed="rId56"/>
              <a:stretch>
                <a:fillRect/>
              </a:stretch>
            </p:blipFill>
            <p:spPr>
              <a:xfrm>
                <a:off x="6636253" y="1679103"/>
                <a:ext cx="115560" cy="48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31" name="Entrada de lápiz 130">
                <a:extLst>
                  <a:ext uri="{FF2B5EF4-FFF2-40B4-BE49-F238E27FC236}">
                    <a16:creationId xmlns:a16="http://schemas.microsoft.com/office/drawing/2014/main" id="{BAED39D3-0823-ABA2-B923-065570A6CD74}"/>
                  </a:ext>
                </a:extLst>
              </p14:cNvPr>
              <p14:cNvContentPartPr/>
              <p14:nvPr/>
            </p14:nvContentPartPr>
            <p14:xfrm>
              <a:off x="6820933" y="1757583"/>
              <a:ext cx="222480" cy="312480"/>
            </p14:xfrm>
          </p:contentPart>
        </mc:Choice>
        <mc:Fallback xmlns="">
          <p:pic>
            <p:nvPicPr>
              <p:cNvPr id="131" name="Entrada de lápiz 130">
                <a:extLst>
                  <a:ext uri="{FF2B5EF4-FFF2-40B4-BE49-F238E27FC236}">
                    <a16:creationId xmlns:a16="http://schemas.microsoft.com/office/drawing/2014/main" id="{BAED39D3-0823-ABA2-B923-065570A6CD74}"/>
                  </a:ext>
                </a:extLst>
              </p:cNvPr>
              <p:cNvPicPr/>
              <p:nvPr/>
            </p:nvPicPr>
            <p:blipFill>
              <a:blip r:embed="rId58"/>
              <a:stretch>
                <a:fillRect/>
              </a:stretch>
            </p:blipFill>
            <p:spPr>
              <a:xfrm>
                <a:off x="6805453" y="1742463"/>
                <a:ext cx="25308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34" name="Entrada de lápiz 133">
                <a:extLst>
                  <a:ext uri="{FF2B5EF4-FFF2-40B4-BE49-F238E27FC236}">
                    <a16:creationId xmlns:a16="http://schemas.microsoft.com/office/drawing/2014/main" id="{7DCC46E7-64AF-1D7E-33E4-0463044EC9C4}"/>
                  </a:ext>
                </a:extLst>
              </p14:cNvPr>
              <p14:cNvContentPartPr/>
              <p14:nvPr/>
            </p14:nvContentPartPr>
            <p14:xfrm>
              <a:off x="7122253" y="1868823"/>
              <a:ext cx="164520" cy="254520"/>
            </p14:xfrm>
          </p:contentPart>
        </mc:Choice>
        <mc:Fallback xmlns="">
          <p:pic>
            <p:nvPicPr>
              <p:cNvPr id="134" name="Entrada de lápiz 133">
                <a:extLst>
                  <a:ext uri="{FF2B5EF4-FFF2-40B4-BE49-F238E27FC236}">
                    <a16:creationId xmlns:a16="http://schemas.microsoft.com/office/drawing/2014/main" id="{7DCC46E7-64AF-1D7E-33E4-0463044EC9C4}"/>
                  </a:ext>
                </a:extLst>
              </p:cNvPr>
              <p:cNvPicPr/>
              <p:nvPr/>
            </p:nvPicPr>
            <p:blipFill>
              <a:blip r:embed="rId60"/>
              <a:stretch>
                <a:fillRect/>
              </a:stretch>
            </p:blipFill>
            <p:spPr>
              <a:xfrm>
                <a:off x="7107133" y="1853703"/>
                <a:ext cx="1947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38" name="Entrada de lápiz 137">
                <a:extLst>
                  <a:ext uri="{FF2B5EF4-FFF2-40B4-BE49-F238E27FC236}">
                    <a16:creationId xmlns:a16="http://schemas.microsoft.com/office/drawing/2014/main" id="{3CF21BAA-5E5F-4DC5-50CE-8227C766261F}"/>
                  </a:ext>
                </a:extLst>
              </p14:cNvPr>
              <p14:cNvContentPartPr/>
              <p14:nvPr/>
            </p14:nvContentPartPr>
            <p14:xfrm>
              <a:off x="7397653" y="1800063"/>
              <a:ext cx="286200" cy="291240"/>
            </p14:xfrm>
          </p:contentPart>
        </mc:Choice>
        <mc:Fallback xmlns="">
          <p:pic>
            <p:nvPicPr>
              <p:cNvPr id="138" name="Entrada de lápiz 137">
                <a:extLst>
                  <a:ext uri="{FF2B5EF4-FFF2-40B4-BE49-F238E27FC236}">
                    <a16:creationId xmlns:a16="http://schemas.microsoft.com/office/drawing/2014/main" id="{3CF21BAA-5E5F-4DC5-50CE-8227C766261F}"/>
                  </a:ext>
                </a:extLst>
              </p:cNvPr>
              <p:cNvPicPr/>
              <p:nvPr/>
            </p:nvPicPr>
            <p:blipFill>
              <a:blip r:embed="rId62"/>
              <a:stretch>
                <a:fillRect/>
              </a:stretch>
            </p:blipFill>
            <p:spPr>
              <a:xfrm>
                <a:off x="7382173" y="1784943"/>
                <a:ext cx="3164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43" name="Entrada de lápiz 142">
                <a:extLst>
                  <a:ext uri="{FF2B5EF4-FFF2-40B4-BE49-F238E27FC236}">
                    <a16:creationId xmlns:a16="http://schemas.microsoft.com/office/drawing/2014/main" id="{E0A60BA0-D739-7F6C-CAF1-F4C16F521A48}"/>
                  </a:ext>
                </a:extLst>
              </p14:cNvPr>
              <p14:cNvContentPartPr/>
              <p14:nvPr/>
            </p14:nvContentPartPr>
            <p14:xfrm>
              <a:off x="7725613" y="1688823"/>
              <a:ext cx="238320" cy="191160"/>
            </p14:xfrm>
          </p:contentPart>
        </mc:Choice>
        <mc:Fallback xmlns="">
          <p:pic>
            <p:nvPicPr>
              <p:cNvPr id="143" name="Entrada de lápiz 142">
                <a:extLst>
                  <a:ext uri="{FF2B5EF4-FFF2-40B4-BE49-F238E27FC236}">
                    <a16:creationId xmlns:a16="http://schemas.microsoft.com/office/drawing/2014/main" id="{E0A60BA0-D739-7F6C-CAF1-F4C16F521A48}"/>
                  </a:ext>
                </a:extLst>
              </p:cNvPr>
              <p:cNvPicPr/>
              <p:nvPr/>
            </p:nvPicPr>
            <p:blipFill>
              <a:blip r:embed="rId64"/>
              <a:stretch>
                <a:fillRect/>
              </a:stretch>
            </p:blipFill>
            <p:spPr>
              <a:xfrm>
                <a:off x="7710493" y="1673674"/>
                <a:ext cx="268920" cy="221818"/>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44" name="Entrada de lápiz 143">
                <a:extLst>
                  <a:ext uri="{FF2B5EF4-FFF2-40B4-BE49-F238E27FC236}">
                    <a16:creationId xmlns:a16="http://schemas.microsoft.com/office/drawing/2014/main" id="{1DD4889E-591A-654A-5E11-59747D5C7902}"/>
                  </a:ext>
                </a:extLst>
              </p14:cNvPr>
              <p14:cNvContentPartPr/>
              <p14:nvPr/>
            </p14:nvContentPartPr>
            <p14:xfrm>
              <a:off x="8027293" y="1789623"/>
              <a:ext cx="84960" cy="344160"/>
            </p14:xfrm>
          </p:contentPart>
        </mc:Choice>
        <mc:Fallback xmlns="">
          <p:pic>
            <p:nvPicPr>
              <p:cNvPr id="144" name="Entrada de lápiz 143">
                <a:extLst>
                  <a:ext uri="{FF2B5EF4-FFF2-40B4-BE49-F238E27FC236}">
                    <a16:creationId xmlns:a16="http://schemas.microsoft.com/office/drawing/2014/main" id="{1DD4889E-591A-654A-5E11-59747D5C7902}"/>
                  </a:ext>
                </a:extLst>
              </p:cNvPr>
              <p:cNvPicPr/>
              <p:nvPr/>
            </p:nvPicPr>
            <p:blipFill>
              <a:blip r:embed="rId66"/>
              <a:stretch>
                <a:fillRect/>
              </a:stretch>
            </p:blipFill>
            <p:spPr>
              <a:xfrm>
                <a:off x="8012173" y="1774143"/>
                <a:ext cx="115560" cy="374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45" name="Entrada de lápiz 144">
                <a:extLst>
                  <a:ext uri="{FF2B5EF4-FFF2-40B4-BE49-F238E27FC236}">
                    <a16:creationId xmlns:a16="http://schemas.microsoft.com/office/drawing/2014/main" id="{4821EDFF-F6BD-8531-2C76-D556BCBF6CAD}"/>
                  </a:ext>
                </a:extLst>
              </p14:cNvPr>
              <p14:cNvContentPartPr/>
              <p14:nvPr/>
            </p14:nvContentPartPr>
            <p14:xfrm>
              <a:off x="8276053" y="1958823"/>
              <a:ext cx="164520" cy="16200"/>
            </p14:xfrm>
          </p:contentPart>
        </mc:Choice>
        <mc:Fallback xmlns="">
          <p:pic>
            <p:nvPicPr>
              <p:cNvPr id="145" name="Entrada de lápiz 144">
                <a:extLst>
                  <a:ext uri="{FF2B5EF4-FFF2-40B4-BE49-F238E27FC236}">
                    <a16:creationId xmlns:a16="http://schemas.microsoft.com/office/drawing/2014/main" id="{4821EDFF-F6BD-8531-2C76-D556BCBF6CAD}"/>
                  </a:ext>
                </a:extLst>
              </p:cNvPr>
              <p:cNvPicPr/>
              <p:nvPr/>
            </p:nvPicPr>
            <p:blipFill>
              <a:blip r:embed="rId68"/>
              <a:stretch>
                <a:fillRect/>
              </a:stretch>
            </p:blipFill>
            <p:spPr>
              <a:xfrm>
                <a:off x="8260573" y="1943703"/>
                <a:ext cx="19476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48" name="Entrada de lápiz 147">
                <a:extLst>
                  <a:ext uri="{FF2B5EF4-FFF2-40B4-BE49-F238E27FC236}">
                    <a16:creationId xmlns:a16="http://schemas.microsoft.com/office/drawing/2014/main" id="{F8306C28-C858-1264-ED88-176B1896008A}"/>
                  </a:ext>
                </a:extLst>
              </p14:cNvPr>
              <p14:cNvContentPartPr/>
              <p14:nvPr/>
            </p14:nvContentPartPr>
            <p14:xfrm>
              <a:off x="8625253" y="1852983"/>
              <a:ext cx="201600" cy="402480"/>
            </p14:xfrm>
          </p:contentPart>
        </mc:Choice>
        <mc:Fallback xmlns="">
          <p:pic>
            <p:nvPicPr>
              <p:cNvPr id="148" name="Entrada de lápiz 147">
                <a:extLst>
                  <a:ext uri="{FF2B5EF4-FFF2-40B4-BE49-F238E27FC236}">
                    <a16:creationId xmlns:a16="http://schemas.microsoft.com/office/drawing/2014/main" id="{F8306C28-C858-1264-ED88-176B1896008A}"/>
                  </a:ext>
                </a:extLst>
              </p:cNvPr>
              <p:cNvPicPr/>
              <p:nvPr/>
            </p:nvPicPr>
            <p:blipFill>
              <a:blip r:embed="rId70"/>
              <a:stretch>
                <a:fillRect/>
              </a:stretch>
            </p:blipFill>
            <p:spPr>
              <a:xfrm>
                <a:off x="8610133" y="1837863"/>
                <a:ext cx="231840" cy="433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53" name="Entrada de lápiz 152">
                <a:extLst>
                  <a:ext uri="{FF2B5EF4-FFF2-40B4-BE49-F238E27FC236}">
                    <a16:creationId xmlns:a16="http://schemas.microsoft.com/office/drawing/2014/main" id="{7664D558-5CD4-A5F4-7998-7C484058EC3D}"/>
                  </a:ext>
                </a:extLst>
              </p14:cNvPr>
              <p14:cNvContentPartPr/>
              <p14:nvPr/>
            </p14:nvContentPartPr>
            <p14:xfrm>
              <a:off x="8868613" y="1699623"/>
              <a:ext cx="270360" cy="254520"/>
            </p14:xfrm>
          </p:contentPart>
        </mc:Choice>
        <mc:Fallback xmlns="">
          <p:pic>
            <p:nvPicPr>
              <p:cNvPr id="153" name="Entrada de lápiz 152">
                <a:extLst>
                  <a:ext uri="{FF2B5EF4-FFF2-40B4-BE49-F238E27FC236}">
                    <a16:creationId xmlns:a16="http://schemas.microsoft.com/office/drawing/2014/main" id="{7664D558-5CD4-A5F4-7998-7C484058EC3D}"/>
                  </a:ext>
                </a:extLst>
              </p:cNvPr>
              <p:cNvPicPr/>
              <p:nvPr/>
            </p:nvPicPr>
            <p:blipFill>
              <a:blip r:embed="rId72"/>
              <a:stretch>
                <a:fillRect/>
              </a:stretch>
            </p:blipFill>
            <p:spPr>
              <a:xfrm>
                <a:off x="8853493" y="1684143"/>
                <a:ext cx="30060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54" name="Entrada de lápiz 153">
                <a:extLst>
                  <a:ext uri="{FF2B5EF4-FFF2-40B4-BE49-F238E27FC236}">
                    <a16:creationId xmlns:a16="http://schemas.microsoft.com/office/drawing/2014/main" id="{67E2F7BF-195D-6652-D5B7-4AAD9BF06236}"/>
                  </a:ext>
                </a:extLst>
              </p14:cNvPr>
              <p14:cNvContentPartPr/>
              <p14:nvPr/>
            </p14:nvContentPartPr>
            <p14:xfrm>
              <a:off x="9207373" y="1657143"/>
              <a:ext cx="79560" cy="513720"/>
            </p14:xfrm>
          </p:contentPart>
        </mc:Choice>
        <mc:Fallback xmlns="">
          <p:pic>
            <p:nvPicPr>
              <p:cNvPr id="154" name="Entrada de lápiz 153">
                <a:extLst>
                  <a:ext uri="{FF2B5EF4-FFF2-40B4-BE49-F238E27FC236}">
                    <a16:creationId xmlns:a16="http://schemas.microsoft.com/office/drawing/2014/main" id="{67E2F7BF-195D-6652-D5B7-4AAD9BF06236}"/>
                  </a:ext>
                </a:extLst>
              </p:cNvPr>
              <p:cNvPicPr/>
              <p:nvPr/>
            </p:nvPicPr>
            <p:blipFill>
              <a:blip r:embed="rId74"/>
              <a:stretch>
                <a:fillRect/>
              </a:stretch>
            </p:blipFill>
            <p:spPr>
              <a:xfrm>
                <a:off x="9191893" y="1642023"/>
                <a:ext cx="11016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55" name="Entrada de lápiz 154">
                <a:extLst>
                  <a:ext uri="{FF2B5EF4-FFF2-40B4-BE49-F238E27FC236}">
                    <a16:creationId xmlns:a16="http://schemas.microsoft.com/office/drawing/2014/main" id="{C5B6CDF6-8933-191A-F777-4A534B249E90}"/>
                  </a:ext>
                </a:extLst>
              </p14:cNvPr>
              <p14:cNvContentPartPr/>
              <p14:nvPr/>
            </p14:nvContentPartPr>
            <p14:xfrm>
              <a:off x="9291973" y="1540863"/>
              <a:ext cx="190800" cy="137880"/>
            </p14:xfrm>
          </p:contentPart>
        </mc:Choice>
        <mc:Fallback xmlns="">
          <p:pic>
            <p:nvPicPr>
              <p:cNvPr id="155" name="Entrada de lápiz 154">
                <a:extLst>
                  <a:ext uri="{FF2B5EF4-FFF2-40B4-BE49-F238E27FC236}">
                    <a16:creationId xmlns:a16="http://schemas.microsoft.com/office/drawing/2014/main" id="{C5B6CDF6-8933-191A-F777-4A534B249E90}"/>
                  </a:ext>
                </a:extLst>
              </p:cNvPr>
              <p:cNvPicPr/>
              <p:nvPr/>
            </p:nvPicPr>
            <p:blipFill>
              <a:blip r:embed="rId76"/>
              <a:stretch>
                <a:fillRect/>
              </a:stretch>
            </p:blipFill>
            <p:spPr>
              <a:xfrm>
                <a:off x="9276853" y="1525383"/>
                <a:ext cx="2214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57" name="Entrada de lápiz 156">
                <a:extLst>
                  <a:ext uri="{FF2B5EF4-FFF2-40B4-BE49-F238E27FC236}">
                    <a16:creationId xmlns:a16="http://schemas.microsoft.com/office/drawing/2014/main" id="{C1C6A49C-E521-AF2C-E14C-3320F9DC22DE}"/>
                  </a:ext>
                </a:extLst>
              </p14:cNvPr>
              <p14:cNvContentPartPr/>
              <p14:nvPr/>
            </p14:nvContentPartPr>
            <p14:xfrm>
              <a:off x="1989373" y="3371823"/>
              <a:ext cx="1630080" cy="2397600"/>
            </p14:xfrm>
          </p:contentPart>
        </mc:Choice>
        <mc:Fallback xmlns="">
          <p:pic>
            <p:nvPicPr>
              <p:cNvPr id="157" name="Entrada de lápiz 156">
                <a:extLst>
                  <a:ext uri="{FF2B5EF4-FFF2-40B4-BE49-F238E27FC236}">
                    <a16:creationId xmlns:a16="http://schemas.microsoft.com/office/drawing/2014/main" id="{C1C6A49C-E521-AF2C-E14C-3320F9DC22DE}"/>
                  </a:ext>
                </a:extLst>
              </p:cNvPr>
              <p:cNvPicPr/>
              <p:nvPr/>
            </p:nvPicPr>
            <p:blipFill>
              <a:blip r:embed="rId78"/>
              <a:stretch>
                <a:fillRect/>
              </a:stretch>
            </p:blipFill>
            <p:spPr>
              <a:xfrm>
                <a:off x="1974253" y="3356343"/>
                <a:ext cx="1660680" cy="24278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58" name="Entrada de lápiz 157">
                <a:extLst>
                  <a:ext uri="{FF2B5EF4-FFF2-40B4-BE49-F238E27FC236}">
                    <a16:creationId xmlns:a16="http://schemas.microsoft.com/office/drawing/2014/main" id="{D72A1888-0E94-E44B-9A6B-94F766F4779D}"/>
                  </a:ext>
                </a:extLst>
              </p14:cNvPr>
              <p14:cNvContentPartPr/>
              <p14:nvPr/>
            </p14:nvContentPartPr>
            <p14:xfrm>
              <a:off x="2894413" y="5721183"/>
              <a:ext cx="111600" cy="143280"/>
            </p14:xfrm>
          </p:contentPart>
        </mc:Choice>
        <mc:Fallback xmlns="">
          <p:pic>
            <p:nvPicPr>
              <p:cNvPr id="158" name="Entrada de lápiz 157">
                <a:extLst>
                  <a:ext uri="{FF2B5EF4-FFF2-40B4-BE49-F238E27FC236}">
                    <a16:creationId xmlns:a16="http://schemas.microsoft.com/office/drawing/2014/main" id="{D72A1888-0E94-E44B-9A6B-94F766F4779D}"/>
                  </a:ext>
                </a:extLst>
              </p:cNvPr>
              <p:cNvPicPr/>
              <p:nvPr/>
            </p:nvPicPr>
            <p:blipFill>
              <a:blip r:embed="rId80"/>
              <a:stretch>
                <a:fillRect/>
              </a:stretch>
            </p:blipFill>
            <p:spPr>
              <a:xfrm>
                <a:off x="2883613" y="5710383"/>
                <a:ext cx="13284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59" name="Entrada de lápiz 158">
                <a:extLst>
                  <a:ext uri="{FF2B5EF4-FFF2-40B4-BE49-F238E27FC236}">
                    <a16:creationId xmlns:a16="http://schemas.microsoft.com/office/drawing/2014/main" id="{1FB72B2F-E000-C81C-3412-C147630E9412}"/>
                  </a:ext>
                </a:extLst>
              </p14:cNvPr>
              <p14:cNvContentPartPr/>
              <p14:nvPr/>
            </p14:nvContentPartPr>
            <p14:xfrm>
              <a:off x="2571493" y="6049143"/>
              <a:ext cx="148680" cy="153720"/>
            </p14:xfrm>
          </p:contentPart>
        </mc:Choice>
        <mc:Fallback xmlns="">
          <p:pic>
            <p:nvPicPr>
              <p:cNvPr id="159" name="Entrada de lápiz 158">
                <a:extLst>
                  <a:ext uri="{FF2B5EF4-FFF2-40B4-BE49-F238E27FC236}">
                    <a16:creationId xmlns:a16="http://schemas.microsoft.com/office/drawing/2014/main" id="{1FB72B2F-E000-C81C-3412-C147630E9412}"/>
                  </a:ext>
                </a:extLst>
              </p:cNvPr>
              <p:cNvPicPr/>
              <p:nvPr/>
            </p:nvPicPr>
            <p:blipFill>
              <a:blip r:embed="rId82"/>
              <a:stretch>
                <a:fillRect/>
              </a:stretch>
            </p:blipFill>
            <p:spPr>
              <a:xfrm>
                <a:off x="2560667" y="6038343"/>
                <a:ext cx="169972"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71" name="Entrada de lápiz 170">
                <a:extLst>
                  <a:ext uri="{FF2B5EF4-FFF2-40B4-BE49-F238E27FC236}">
                    <a16:creationId xmlns:a16="http://schemas.microsoft.com/office/drawing/2014/main" id="{B61AAFCC-2149-BBB5-C2E8-2209239DEAB1}"/>
                  </a:ext>
                </a:extLst>
              </p14:cNvPr>
              <p14:cNvContentPartPr/>
              <p14:nvPr/>
            </p14:nvContentPartPr>
            <p14:xfrm>
              <a:off x="2698573" y="5899383"/>
              <a:ext cx="804600" cy="388440"/>
            </p14:xfrm>
          </p:contentPart>
        </mc:Choice>
        <mc:Fallback xmlns="">
          <p:pic>
            <p:nvPicPr>
              <p:cNvPr id="171" name="Entrada de lápiz 170">
                <a:extLst>
                  <a:ext uri="{FF2B5EF4-FFF2-40B4-BE49-F238E27FC236}">
                    <a16:creationId xmlns:a16="http://schemas.microsoft.com/office/drawing/2014/main" id="{B61AAFCC-2149-BBB5-C2E8-2209239DEAB1}"/>
                  </a:ext>
                </a:extLst>
              </p:cNvPr>
              <p:cNvPicPr/>
              <p:nvPr/>
            </p:nvPicPr>
            <p:blipFill>
              <a:blip r:embed="rId84"/>
              <a:stretch>
                <a:fillRect/>
              </a:stretch>
            </p:blipFill>
            <p:spPr>
              <a:xfrm>
                <a:off x="2687773" y="5888583"/>
                <a:ext cx="82584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78" name="Entrada de lápiz 177">
                <a:extLst>
                  <a:ext uri="{FF2B5EF4-FFF2-40B4-BE49-F238E27FC236}">
                    <a16:creationId xmlns:a16="http://schemas.microsoft.com/office/drawing/2014/main" id="{6D8EC8D7-E11A-A2B1-4042-960EF65E9E1D}"/>
                  </a:ext>
                </a:extLst>
              </p14:cNvPr>
              <p14:cNvContentPartPr/>
              <p14:nvPr/>
            </p14:nvContentPartPr>
            <p14:xfrm>
              <a:off x="2682733" y="6224463"/>
              <a:ext cx="884160" cy="401760"/>
            </p14:xfrm>
          </p:contentPart>
        </mc:Choice>
        <mc:Fallback xmlns="">
          <p:pic>
            <p:nvPicPr>
              <p:cNvPr id="178" name="Entrada de lápiz 177">
                <a:extLst>
                  <a:ext uri="{FF2B5EF4-FFF2-40B4-BE49-F238E27FC236}">
                    <a16:creationId xmlns:a16="http://schemas.microsoft.com/office/drawing/2014/main" id="{6D8EC8D7-E11A-A2B1-4042-960EF65E9E1D}"/>
                  </a:ext>
                </a:extLst>
              </p:cNvPr>
              <p:cNvPicPr/>
              <p:nvPr/>
            </p:nvPicPr>
            <p:blipFill>
              <a:blip r:embed="rId86"/>
              <a:stretch>
                <a:fillRect/>
              </a:stretch>
            </p:blipFill>
            <p:spPr>
              <a:xfrm>
                <a:off x="2671933" y="6214023"/>
                <a:ext cx="905400" cy="423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79" name="Entrada de lápiz 178">
                <a:extLst>
                  <a:ext uri="{FF2B5EF4-FFF2-40B4-BE49-F238E27FC236}">
                    <a16:creationId xmlns:a16="http://schemas.microsoft.com/office/drawing/2014/main" id="{8383CCC1-7F10-A2CC-1D28-FE1280DD6397}"/>
                  </a:ext>
                </a:extLst>
              </p14:cNvPr>
              <p14:cNvContentPartPr/>
              <p14:nvPr/>
            </p14:nvContentPartPr>
            <p14:xfrm>
              <a:off x="2915653" y="5763663"/>
              <a:ext cx="69120" cy="63720"/>
            </p14:xfrm>
          </p:contentPart>
        </mc:Choice>
        <mc:Fallback xmlns="">
          <p:pic>
            <p:nvPicPr>
              <p:cNvPr id="179" name="Entrada de lápiz 178">
                <a:extLst>
                  <a:ext uri="{FF2B5EF4-FFF2-40B4-BE49-F238E27FC236}">
                    <a16:creationId xmlns:a16="http://schemas.microsoft.com/office/drawing/2014/main" id="{8383CCC1-7F10-A2CC-1D28-FE1280DD6397}"/>
                  </a:ext>
                </a:extLst>
              </p:cNvPr>
              <p:cNvPicPr/>
              <p:nvPr/>
            </p:nvPicPr>
            <p:blipFill>
              <a:blip r:embed="rId88"/>
              <a:stretch>
                <a:fillRect/>
              </a:stretch>
            </p:blipFill>
            <p:spPr>
              <a:xfrm>
                <a:off x="2904853" y="5752863"/>
                <a:ext cx="903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82" name="Entrada de lápiz 181">
                <a:extLst>
                  <a:ext uri="{FF2B5EF4-FFF2-40B4-BE49-F238E27FC236}">
                    <a16:creationId xmlns:a16="http://schemas.microsoft.com/office/drawing/2014/main" id="{D31361F0-0B63-C337-7126-2222305C751E}"/>
                  </a:ext>
                </a:extLst>
              </p14:cNvPr>
              <p14:cNvContentPartPr/>
              <p14:nvPr/>
            </p14:nvContentPartPr>
            <p14:xfrm>
              <a:off x="3418213" y="3403503"/>
              <a:ext cx="259560" cy="1074600"/>
            </p14:xfrm>
          </p:contentPart>
        </mc:Choice>
        <mc:Fallback xmlns="">
          <p:pic>
            <p:nvPicPr>
              <p:cNvPr id="182" name="Entrada de lápiz 181">
                <a:extLst>
                  <a:ext uri="{FF2B5EF4-FFF2-40B4-BE49-F238E27FC236}">
                    <a16:creationId xmlns:a16="http://schemas.microsoft.com/office/drawing/2014/main" id="{D31361F0-0B63-C337-7126-2222305C751E}"/>
                  </a:ext>
                </a:extLst>
              </p:cNvPr>
              <p:cNvPicPr/>
              <p:nvPr/>
            </p:nvPicPr>
            <p:blipFill>
              <a:blip r:embed="rId90"/>
              <a:stretch>
                <a:fillRect/>
              </a:stretch>
            </p:blipFill>
            <p:spPr>
              <a:xfrm>
                <a:off x="3407773" y="3392703"/>
                <a:ext cx="280800" cy="10958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86" name="Entrada de lápiz 185">
                <a:extLst>
                  <a:ext uri="{FF2B5EF4-FFF2-40B4-BE49-F238E27FC236}">
                    <a16:creationId xmlns:a16="http://schemas.microsoft.com/office/drawing/2014/main" id="{79AC42D5-F795-6723-294E-EC9B6129BA19}"/>
                  </a:ext>
                </a:extLst>
              </p14:cNvPr>
              <p14:cNvContentPartPr/>
              <p14:nvPr/>
            </p14:nvContentPartPr>
            <p14:xfrm>
              <a:off x="2973613" y="4556943"/>
              <a:ext cx="565920" cy="1260000"/>
            </p14:xfrm>
          </p:contentPart>
        </mc:Choice>
        <mc:Fallback xmlns="">
          <p:pic>
            <p:nvPicPr>
              <p:cNvPr id="186" name="Entrada de lápiz 185">
                <a:extLst>
                  <a:ext uri="{FF2B5EF4-FFF2-40B4-BE49-F238E27FC236}">
                    <a16:creationId xmlns:a16="http://schemas.microsoft.com/office/drawing/2014/main" id="{79AC42D5-F795-6723-294E-EC9B6129BA19}"/>
                  </a:ext>
                </a:extLst>
              </p:cNvPr>
              <p:cNvPicPr/>
              <p:nvPr/>
            </p:nvPicPr>
            <p:blipFill>
              <a:blip r:embed="rId92"/>
              <a:stretch>
                <a:fillRect/>
              </a:stretch>
            </p:blipFill>
            <p:spPr>
              <a:xfrm>
                <a:off x="2963173" y="4546500"/>
                <a:ext cx="587160" cy="1281246"/>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90" name="Entrada de lápiz 189">
                <a:extLst>
                  <a:ext uri="{FF2B5EF4-FFF2-40B4-BE49-F238E27FC236}">
                    <a16:creationId xmlns:a16="http://schemas.microsoft.com/office/drawing/2014/main" id="{36FB52D6-24AC-C17E-1EC0-137AC6ABB638}"/>
                  </a:ext>
                </a:extLst>
              </p14:cNvPr>
              <p14:cNvContentPartPr/>
              <p14:nvPr/>
            </p14:nvContentPartPr>
            <p14:xfrm>
              <a:off x="7498093" y="3292263"/>
              <a:ext cx="3201840" cy="2445120"/>
            </p14:xfrm>
          </p:contentPart>
        </mc:Choice>
        <mc:Fallback xmlns="">
          <p:pic>
            <p:nvPicPr>
              <p:cNvPr id="190" name="Entrada de lápiz 189">
                <a:extLst>
                  <a:ext uri="{FF2B5EF4-FFF2-40B4-BE49-F238E27FC236}">
                    <a16:creationId xmlns:a16="http://schemas.microsoft.com/office/drawing/2014/main" id="{36FB52D6-24AC-C17E-1EC0-137AC6ABB638}"/>
                  </a:ext>
                </a:extLst>
              </p:cNvPr>
              <p:cNvPicPr/>
              <p:nvPr/>
            </p:nvPicPr>
            <p:blipFill>
              <a:blip r:embed="rId94"/>
              <a:stretch>
                <a:fillRect/>
              </a:stretch>
            </p:blipFill>
            <p:spPr>
              <a:xfrm>
                <a:off x="7484053" y="3278223"/>
                <a:ext cx="3230280" cy="2473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91" name="Entrada de lápiz 190">
                <a:extLst>
                  <a:ext uri="{FF2B5EF4-FFF2-40B4-BE49-F238E27FC236}">
                    <a16:creationId xmlns:a16="http://schemas.microsoft.com/office/drawing/2014/main" id="{BFA9AF2E-95EB-6FF6-2B9C-863CDCF5D0A0}"/>
                  </a:ext>
                </a:extLst>
              </p14:cNvPr>
              <p14:cNvContentPartPr/>
              <p14:nvPr/>
            </p14:nvContentPartPr>
            <p14:xfrm>
              <a:off x="9212773" y="5684103"/>
              <a:ext cx="84960" cy="100800"/>
            </p14:xfrm>
          </p:contentPart>
        </mc:Choice>
        <mc:Fallback xmlns="">
          <p:pic>
            <p:nvPicPr>
              <p:cNvPr id="191" name="Entrada de lápiz 190">
                <a:extLst>
                  <a:ext uri="{FF2B5EF4-FFF2-40B4-BE49-F238E27FC236}">
                    <a16:creationId xmlns:a16="http://schemas.microsoft.com/office/drawing/2014/main" id="{BFA9AF2E-95EB-6FF6-2B9C-863CDCF5D0A0}"/>
                  </a:ext>
                </a:extLst>
              </p:cNvPr>
              <p:cNvPicPr/>
              <p:nvPr/>
            </p:nvPicPr>
            <p:blipFill>
              <a:blip r:embed="rId96"/>
              <a:stretch>
                <a:fillRect/>
              </a:stretch>
            </p:blipFill>
            <p:spPr>
              <a:xfrm>
                <a:off x="9201973" y="5673663"/>
                <a:ext cx="10620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02" name="Entrada de lápiz 201">
                <a:extLst>
                  <a:ext uri="{FF2B5EF4-FFF2-40B4-BE49-F238E27FC236}">
                    <a16:creationId xmlns:a16="http://schemas.microsoft.com/office/drawing/2014/main" id="{D0C5E2A7-629B-EFB3-C2AB-715DA60FA7BB}"/>
                  </a:ext>
                </a:extLst>
              </p14:cNvPr>
              <p14:cNvContentPartPr/>
              <p14:nvPr/>
            </p14:nvContentPartPr>
            <p14:xfrm>
              <a:off x="8821093" y="5856543"/>
              <a:ext cx="942120" cy="325440"/>
            </p14:xfrm>
          </p:contentPart>
        </mc:Choice>
        <mc:Fallback xmlns="">
          <p:pic>
            <p:nvPicPr>
              <p:cNvPr id="202" name="Entrada de lápiz 201">
                <a:extLst>
                  <a:ext uri="{FF2B5EF4-FFF2-40B4-BE49-F238E27FC236}">
                    <a16:creationId xmlns:a16="http://schemas.microsoft.com/office/drawing/2014/main" id="{D0C5E2A7-629B-EFB3-C2AB-715DA60FA7BB}"/>
                  </a:ext>
                </a:extLst>
              </p:cNvPr>
              <p:cNvPicPr/>
              <p:nvPr/>
            </p:nvPicPr>
            <p:blipFill>
              <a:blip r:embed="rId98"/>
              <a:stretch>
                <a:fillRect/>
              </a:stretch>
            </p:blipFill>
            <p:spPr>
              <a:xfrm>
                <a:off x="8810293" y="5845743"/>
                <a:ext cx="96336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10" name="Entrada de lápiz 209">
                <a:extLst>
                  <a:ext uri="{FF2B5EF4-FFF2-40B4-BE49-F238E27FC236}">
                    <a16:creationId xmlns:a16="http://schemas.microsoft.com/office/drawing/2014/main" id="{3EA06B7A-6B9B-B7F9-02CE-48C2F3B1C805}"/>
                  </a:ext>
                </a:extLst>
              </p14:cNvPr>
              <p14:cNvContentPartPr/>
              <p14:nvPr/>
            </p14:nvContentPartPr>
            <p14:xfrm>
              <a:off x="8964013" y="6194943"/>
              <a:ext cx="799200" cy="330840"/>
            </p14:xfrm>
          </p:contentPart>
        </mc:Choice>
        <mc:Fallback xmlns="">
          <p:pic>
            <p:nvPicPr>
              <p:cNvPr id="210" name="Entrada de lápiz 209">
                <a:extLst>
                  <a:ext uri="{FF2B5EF4-FFF2-40B4-BE49-F238E27FC236}">
                    <a16:creationId xmlns:a16="http://schemas.microsoft.com/office/drawing/2014/main" id="{3EA06B7A-6B9B-B7F9-02CE-48C2F3B1C805}"/>
                  </a:ext>
                </a:extLst>
              </p:cNvPr>
              <p:cNvPicPr/>
              <p:nvPr/>
            </p:nvPicPr>
            <p:blipFill>
              <a:blip r:embed="rId100"/>
              <a:stretch>
                <a:fillRect/>
              </a:stretch>
            </p:blipFill>
            <p:spPr>
              <a:xfrm>
                <a:off x="8953218" y="6184503"/>
                <a:ext cx="82043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11" name="Entrada de lápiz 210">
                <a:extLst>
                  <a:ext uri="{FF2B5EF4-FFF2-40B4-BE49-F238E27FC236}">
                    <a16:creationId xmlns:a16="http://schemas.microsoft.com/office/drawing/2014/main" id="{D75C480A-FFF0-9443-2802-9C94ADC8EF12}"/>
                  </a:ext>
                </a:extLst>
              </p14:cNvPr>
              <p14:cNvContentPartPr/>
              <p14:nvPr/>
            </p14:nvContentPartPr>
            <p14:xfrm>
              <a:off x="10540813" y="3858543"/>
              <a:ext cx="63720" cy="69120"/>
            </p14:xfrm>
          </p:contentPart>
        </mc:Choice>
        <mc:Fallback xmlns="">
          <p:pic>
            <p:nvPicPr>
              <p:cNvPr id="211" name="Entrada de lápiz 210">
                <a:extLst>
                  <a:ext uri="{FF2B5EF4-FFF2-40B4-BE49-F238E27FC236}">
                    <a16:creationId xmlns:a16="http://schemas.microsoft.com/office/drawing/2014/main" id="{D75C480A-FFF0-9443-2802-9C94ADC8EF12}"/>
                  </a:ext>
                </a:extLst>
              </p:cNvPr>
              <p:cNvPicPr/>
              <p:nvPr/>
            </p:nvPicPr>
            <p:blipFill>
              <a:blip r:embed="rId102"/>
              <a:stretch>
                <a:fillRect/>
              </a:stretch>
            </p:blipFill>
            <p:spPr>
              <a:xfrm>
                <a:off x="10530373" y="3847743"/>
                <a:ext cx="849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12" name="Entrada de lápiz 211">
                <a:extLst>
                  <a:ext uri="{FF2B5EF4-FFF2-40B4-BE49-F238E27FC236}">
                    <a16:creationId xmlns:a16="http://schemas.microsoft.com/office/drawing/2014/main" id="{C09CEDEB-460F-7DFF-5D3D-0B38B576097F}"/>
                  </a:ext>
                </a:extLst>
              </p14:cNvPr>
              <p14:cNvContentPartPr/>
              <p14:nvPr/>
            </p14:nvContentPartPr>
            <p14:xfrm>
              <a:off x="10249933" y="4456503"/>
              <a:ext cx="47880" cy="74520"/>
            </p14:xfrm>
          </p:contentPart>
        </mc:Choice>
        <mc:Fallback xmlns="">
          <p:pic>
            <p:nvPicPr>
              <p:cNvPr id="212" name="Entrada de lápiz 211">
                <a:extLst>
                  <a:ext uri="{FF2B5EF4-FFF2-40B4-BE49-F238E27FC236}">
                    <a16:creationId xmlns:a16="http://schemas.microsoft.com/office/drawing/2014/main" id="{C09CEDEB-460F-7DFF-5D3D-0B38B576097F}"/>
                  </a:ext>
                </a:extLst>
              </p:cNvPr>
              <p:cNvPicPr/>
              <p:nvPr/>
            </p:nvPicPr>
            <p:blipFill>
              <a:blip r:embed="rId104"/>
              <a:stretch>
                <a:fillRect/>
              </a:stretch>
            </p:blipFill>
            <p:spPr>
              <a:xfrm>
                <a:off x="10239133" y="4445703"/>
                <a:ext cx="691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13" name="Entrada de lápiz 212">
                <a:extLst>
                  <a:ext uri="{FF2B5EF4-FFF2-40B4-BE49-F238E27FC236}">
                    <a16:creationId xmlns:a16="http://schemas.microsoft.com/office/drawing/2014/main" id="{232F85FA-4021-BADE-0DC6-D76C36A7C7F3}"/>
                  </a:ext>
                </a:extLst>
              </p14:cNvPr>
              <p14:cNvContentPartPr/>
              <p14:nvPr/>
            </p14:nvContentPartPr>
            <p14:xfrm>
              <a:off x="10027453" y="4906143"/>
              <a:ext cx="69120" cy="69120"/>
            </p14:xfrm>
          </p:contentPart>
        </mc:Choice>
        <mc:Fallback xmlns="">
          <p:pic>
            <p:nvPicPr>
              <p:cNvPr id="213" name="Entrada de lápiz 212">
                <a:extLst>
                  <a:ext uri="{FF2B5EF4-FFF2-40B4-BE49-F238E27FC236}">
                    <a16:creationId xmlns:a16="http://schemas.microsoft.com/office/drawing/2014/main" id="{232F85FA-4021-BADE-0DC6-D76C36A7C7F3}"/>
                  </a:ext>
                </a:extLst>
              </p:cNvPr>
              <p:cNvPicPr/>
              <p:nvPr/>
            </p:nvPicPr>
            <p:blipFill>
              <a:blip r:embed="rId106"/>
              <a:stretch>
                <a:fillRect/>
              </a:stretch>
            </p:blipFill>
            <p:spPr>
              <a:xfrm>
                <a:off x="10017013" y="4895703"/>
                <a:ext cx="903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14" name="Entrada de lápiz 213">
                <a:extLst>
                  <a:ext uri="{FF2B5EF4-FFF2-40B4-BE49-F238E27FC236}">
                    <a16:creationId xmlns:a16="http://schemas.microsoft.com/office/drawing/2014/main" id="{6BF585E7-FB47-9C15-87F2-CE5A1340B017}"/>
                  </a:ext>
                </a:extLst>
              </p14:cNvPr>
              <p14:cNvContentPartPr/>
              <p14:nvPr/>
            </p14:nvContentPartPr>
            <p14:xfrm>
              <a:off x="10800013" y="4187223"/>
              <a:ext cx="58680" cy="110880"/>
            </p14:xfrm>
          </p:contentPart>
        </mc:Choice>
        <mc:Fallback xmlns="">
          <p:pic>
            <p:nvPicPr>
              <p:cNvPr id="214" name="Entrada de lápiz 213">
                <a:extLst>
                  <a:ext uri="{FF2B5EF4-FFF2-40B4-BE49-F238E27FC236}">
                    <a16:creationId xmlns:a16="http://schemas.microsoft.com/office/drawing/2014/main" id="{6BF585E7-FB47-9C15-87F2-CE5A1340B017}"/>
                  </a:ext>
                </a:extLst>
              </p:cNvPr>
              <p:cNvPicPr/>
              <p:nvPr/>
            </p:nvPicPr>
            <p:blipFill>
              <a:blip r:embed="rId108"/>
              <a:stretch>
                <a:fillRect/>
              </a:stretch>
            </p:blipFill>
            <p:spPr>
              <a:xfrm>
                <a:off x="10789573" y="4176423"/>
                <a:ext cx="799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15" name="Entrada de lápiz 214">
                <a:extLst>
                  <a:ext uri="{FF2B5EF4-FFF2-40B4-BE49-F238E27FC236}">
                    <a16:creationId xmlns:a16="http://schemas.microsoft.com/office/drawing/2014/main" id="{4D3D59A9-DCA1-0978-8334-2D357A88F049}"/>
                  </a:ext>
                </a:extLst>
              </p14:cNvPr>
              <p14:cNvContentPartPr/>
              <p14:nvPr/>
            </p14:nvContentPartPr>
            <p14:xfrm>
              <a:off x="10710013" y="4345263"/>
              <a:ext cx="142200" cy="132480"/>
            </p14:xfrm>
          </p:contentPart>
        </mc:Choice>
        <mc:Fallback xmlns="">
          <p:pic>
            <p:nvPicPr>
              <p:cNvPr id="215" name="Entrada de lápiz 214">
                <a:extLst>
                  <a:ext uri="{FF2B5EF4-FFF2-40B4-BE49-F238E27FC236}">
                    <a16:creationId xmlns:a16="http://schemas.microsoft.com/office/drawing/2014/main" id="{4D3D59A9-DCA1-0978-8334-2D357A88F049}"/>
                  </a:ext>
                </a:extLst>
              </p:cNvPr>
              <p:cNvPicPr/>
              <p:nvPr/>
            </p:nvPicPr>
            <p:blipFill>
              <a:blip r:embed="rId110"/>
              <a:stretch>
                <a:fillRect/>
              </a:stretch>
            </p:blipFill>
            <p:spPr>
              <a:xfrm>
                <a:off x="10699573" y="4334823"/>
                <a:ext cx="1634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16" name="Entrada de lápiz 215">
                <a:extLst>
                  <a:ext uri="{FF2B5EF4-FFF2-40B4-BE49-F238E27FC236}">
                    <a16:creationId xmlns:a16="http://schemas.microsoft.com/office/drawing/2014/main" id="{C4FCC49D-ECED-2CB6-03A3-3B5B9550139A}"/>
                  </a:ext>
                </a:extLst>
              </p14:cNvPr>
              <p14:cNvContentPartPr/>
              <p14:nvPr/>
            </p14:nvContentPartPr>
            <p14:xfrm>
              <a:off x="10900813" y="4377663"/>
              <a:ext cx="47880" cy="195480"/>
            </p14:xfrm>
          </p:contentPart>
        </mc:Choice>
        <mc:Fallback xmlns="">
          <p:pic>
            <p:nvPicPr>
              <p:cNvPr id="216" name="Entrada de lápiz 215">
                <a:extLst>
                  <a:ext uri="{FF2B5EF4-FFF2-40B4-BE49-F238E27FC236}">
                    <a16:creationId xmlns:a16="http://schemas.microsoft.com/office/drawing/2014/main" id="{C4FCC49D-ECED-2CB6-03A3-3B5B9550139A}"/>
                  </a:ext>
                </a:extLst>
              </p:cNvPr>
              <p:cNvPicPr/>
              <p:nvPr/>
            </p:nvPicPr>
            <p:blipFill>
              <a:blip r:embed="rId112"/>
              <a:stretch>
                <a:fillRect/>
              </a:stretch>
            </p:blipFill>
            <p:spPr>
              <a:xfrm>
                <a:off x="10890013" y="4367223"/>
                <a:ext cx="691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17" name="Entrada de lápiz 216">
                <a:extLst>
                  <a:ext uri="{FF2B5EF4-FFF2-40B4-BE49-F238E27FC236}">
                    <a16:creationId xmlns:a16="http://schemas.microsoft.com/office/drawing/2014/main" id="{BAA75EFC-EE28-B5C0-5246-F62EEB11AA22}"/>
                  </a:ext>
                </a:extLst>
              </p14:cNvPr>
              <p14:cNvContentPartPr/>
              <p14:nvPr/>
            </p14:nvContentPartPr>
            <p14:xfrm>
              <a:off x="10884613" y="4361103"/>
              <a:ext cx="132480" cy="116640"/>
            </p14:xfrm>
          </p:contentPart>
        </mc:Choice>
        <mc:Fallback xmlns="">
          <p:pic>
            <p:nvPicPr>
              <p:cNvPr id="217" name="Entrada de lápiz 216">
                <a:extLst>
                  <a:ext uri="{FF2B5EF4-FFF2-40B4-BE49-F238E27FC236}">
                    <a16:creationId xmlns:a16="http://schemas.microsoft.com/office/drawing/2014/main" id="{BAA75EFC-EE28-B5C0-5246-F62EEB11AA22}"/>
                  </a:ext>
                </a:extLst>
              </p:cNvPr>
              <p:cNvPicPr/>
              <p:nvPr/>
            </p:nvPicPr>
            <p:blipFill>
              <a:blip r:embed="rId114"/>
              <a:stretch>
                <a:fillRect/>
              </a:stretch>
            </p:blipFill>
            <p:spPr>
              <a:xfrm>
                <a:off x="10874173" y="4350663"/>
                <a:ext cx="15372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18" name="Entrada de lápiz 217">
                <a:extLst>
                  <a:ext uri="{FF2B5EF4-FFF2-40B4-BE49-F238E27FC236}">
                    <a16:creationId xmlns:a16="http://schemas.microsoft.com/office/drawing/2014/main" id="{33CB481A-2C55-9A1C-9437-A94D107B651A}"/>
                  </a:ext>
                </a:extLst>
              </p14:cNvPr>
              <p14:cNvContentPartPr/>
              <p14:nvPr/>
            </p14:nvContentPartPr>
            <p14:xfrm>
              <a:off x="11022493" y="4186503"/>
              <a:ext cx="79560" cy="275400"/>
            </p14:xfrm>
          </p:contentPart>
        </mc:Choice>
        <mc:Fallback xmlns="">
          <p:pic>
            <p:nvPicPr>
              <p:cNvPr id="218" name="Entrada de lápiz 217">
                <a:extLst>
                  <a:ext uri="{FF2B5EF4-FFF2-40B4-BE49-F238E27FC236}">
                    <a16:creationId xmlns:a16="http://schemas.microsoft.com/office/drawing/2014/main" id="{33CB481A-2C55-9A1C-9437-A94D107B651A}"/>
                  </a:ext>
                </a:extLst>
              </p:cNvPr>
              <p:cNvPicPr/>
              <p:nvPr/>
            </p:nvPicPr>
            <p:blipFill>
              <a:blip r:embed="rId116"/>
              <a:stretch>
                <a:fillRect/>
              </a:stretch>
            </p:blipFill>
            <p:spPr>
              <a:xfrm>
                <a:off x="11011693" y="4176063"/>
                <a:ext cx="10080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19" name="Entrada de lápiz 218">
                <a:extLst>
                  <a:ext uri="{FF2B5EF4-FFF2-40B4-BE49-F238E27FC236}">
                    <a16:creationId xmlns:a16="http://schemas.microsoft.com/office/drawing/2014/main" id="{7B988737-9682-DD46-9278-F1690188C0FF}"/>
                  </a:ext>
                </a:extLst>
              </p14:cNvPr>
              <p14:cNvContentPartPr/>
              <p14:nvPr/>
            </p14:nvContentPartPr>
            <p14:xfrm>
              <a:off x="11001253" y="4371903"/>
              <a:ext cx="137880" cy="5760"/>
            </p14:xfrm>
          </p:contentPart>
        </mc:Choice>
        <mc:Fallback xmlns="">
          <p:pic>
            <p:nvPicPr>
              <p:cNvPr id="219" name="Entrada de lápiz 218">
                <a:extLst>
                  <a:ext uri="{FF2B5EF4-FFF2-40B4-BE49-F238E27FC236}">
                    <a16:creationId xmlns:a16="http://schemas.microsoft.com/office/drawing/2014/main" id="{7B988737-9682-DD46-9278-F1690188C0FF}"/>
                  </a:ext>
                </a:extLst>
              </p:cNvPr>
              <p:cNvPicPr/>
              <p:nvPr/>
            </p:nvPicPr>
            <p:blipFill>
              <a:blip r:embed="rId118"/>
              <a:stretch>
                <a:fillRect/>
              </a:stretch>
            </p:blipFill>
            <p:spPr>
              <a:xfrm>
                <a:off x="10990453" y="4361103"/>
                <a:ext cx="159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20" name="Entrada de lápiz 219">
                <a:extLst>
                  <a:ext uri="{FF2B5EF4-FFF2-40B4-BE49-F238E27FC236}">
                    <a16:creationId xmlns:a16="http://schemas.microsoft.com/office/drawing/2014/main" id="{05B808AE-9F16-E401-C816-99DAAAEF6142}"/>
                  </a:ext>
                </a:extLst>
              </p14:cNvPr>
              <p14:cNvContentPartPr/>
              <p14:nvPr/>
            </p14:nvContentPartPr>
            <p14:xfrm>
              <a:off x="11165413" y="4408983"/>
              <a:ext cx="26640" cy="63720"/>
            </p14:xfrm>
          </p:contentPart>
        </mc:Choice>
        <mc:Fallback xmlns="">
          <p:pic>
            <p:nvPicPr>
              <p:cNvPr id="220" name="Entrada de lápiz 219">
                <a:extLst>
                  <a:ext uri="{FF2B5EF4-FFF2-40B4-BE49-F238E27FC236}">
                    <a16:creationId xmlns:a16="http://schemas.microsoft.com/office/drawing/2014/main" id="{05B808AE-9F16-E401-C816-99DAAAEF6142}"/>
                  </a:ext>
                </a:extLst>
              </p:cNvPr>
              <p:cNvPicPr/>
              <p:nvPr/>
            </p:nvPicPr>
            <p:blipFill>
              <a:blip r:embed="rId120"/>
              <a:stretch>
                <a:fillRect/>
              </a:stretch>
            </p:blipFill>
            <p:spPr>
              <a:xfrm>
                <a:off x="11154613" y="4398183"/>
                <a:ext cx="4788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21" name="Entrada de lápiz 220">
                <a:extLst>
                  <a:ext uri="{FF2B5EF4-FFF2-40B4-BE49-F238E27FC236}">
                    <a16:creationId xmlns:a16="http://schemas.microsoft.com/office/drawing/2014/main" id="{1B915EF6-6821-E197-0ABA-6118D9C33962}"/>
                  </a:ext>
                </a:extLst>
              </p14:cNvPr>
              <p14:cNvContentPartPr/>
              <p14:nvPr/>
            </p14:nvContentPartPr>
            <p14:xfrm>
              <a:off x="11144533" y="4287303"/>
              <a:ext cx="31680" cy="47880"/>
            </p14:xfrm>
          </p:contentPart>
        </mc:Choice>
        <mc:Fallback xmlns="">
          <p:pic>
            <p:nvPicPr>
              <p:cNvPr id="221" name="Entrada de lápiz 220">
                <a:extLst>
                  <a:ext uri="{FF2B5EF4-FFF2-40B4-BE49-F238E27FC236}">
                    <a16:creationId xmlns:a16="http://schemas.microsoft.com/office/drawing/2014/main" id="{1B915EF6-6821-E197-0ABA-6118D9C33962}"/>
                  </a:ext>
                </a:extLst>
              </p:cNvPr>
              <p:cNvPicPr/>
              <p:nvPr/>
            </p:nvPicPr>
            <p:blipFill>
              <a:blip r:embed="rId122"/>
              <a:stretch>
                <a:fillRect/>
              </a:stretch>
            </p:blipFill>
            <p:spPr>
              <a:xfrm>
                <a:off x="11134093" y="4276503"/>
                <a:ext cx="529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22" name="Entrada de lápiz 221">
                <a:extLst>
                  <a:ext uri="{FF2B5EF4-FFF2-40B4-BE49-F238E27FC236}">
                    <a16:creationId xmlns:a16="http://schemas.microsoft.com/office/drawing/2014/main" id="{941D00FD-2E1A-059E-8C46-D966DBDCF76B}"/>
                  </a:ext>
                </a:extLst>
              </p14:cNvPr>
              <p14:cNvContentPartPr/>
              <p14:nvPr/>
            </p14:nvContentPartPr>
            <p14:xfrm>
              <a:off x="11244613" y="4361103"/>
              <a:ext cx="291240" cy="100800"/>
            </p14:xfrm>
          </p:contentPart>
        </mc:Choice>
        <mc:Fallback xmlns="">
          <p:pic>
            <p:nvPicPr>
              <p:cNvPr id="222" name="Entrada de lápiz 221">
                <a:extLst>
                  <a:ext uri="{FF2B5EF4-FFF2-40B4-BE49-F238E27FC236}">
                    <a16:creationId xmlns:a16="http://schemas.microsoft.com/office/drawing/2014/main" id="{941D00FD-2E1A-059E-8C46-D966DBDCF76B}"/>
                  </a:ext>
                </a:extLst>
              </p:cNvPr>
              <p:cNvPicPr/>
              <p:nvPr/>
            </p:nvPicPr>
            <p:blipFill>
              <a:blip r:embed="rId124"/>
              <a:stretch>
                <a:fillRect/>
              </a:stretch>
            </p:blipFill>
            <p:spPr>
              <a:xfrm>
                <a:off x="11233813" y="4350663"/>
                <a:ext cx="3124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23" name="Entrada de lápiz 222">
                <a:extLst>
                  <a:ext uri="{FF2B5EF4-FFF2-40B4-BE49-F238E27FC236}">
                    <a16:creationId xmlns:a16="http://schemas.microsoft.com/office/drawing/2014/main" id="{6F85B2DA-97A8-3DCA-B82A-DC7F8D4FEB18}"/>
                  </a:ext>
                </a:extLst>
              </p14:cNvPr>
              <p14:cNvContentPartPr/>
              <p14:nvPr/>
            </p14:nvContentPartPr>
            <p14:xfrm>
              <a:off x="11535493" y="4361103"/>
              <a:ext cx="106200" cy="122040"/>
            </p14:xfrm>
          </p:contentPart>
        </mc:Choice>
        <mc:Fallback xmlns="">
          <p:pic>
            <p:nvPicPr>
              <p:cNvPr id="223" name="Entrada de lápiz 222">
                <a:extLst>
                  <a:ext uri="{FF2B5EF4-FFF2-40B4-BE49-F238E27FC236}">
                    <a16:creationId xmlns:a16="http://schemas.microsoft.com/office/drawing/2014/main" id="{6F85B2DA-97A8-3DCA-B82A-DC7F8D4FEB18}"/>
                  </a:ext>
                </a:extLst>
              </p:cNvPr>
              <p:cNvPicPr/>
              <p:nvPr/>
            </p:nvPicPr>
            <p:blipFill>
              <a:blip r:embed="rId126"/>
              <a:stretch>
                <a:fillRect/>
              </a:stretch>
            </p:blipFill>
            <p:spPr>
              <a:xfrm>
                <a:off x="11525053" y="4350663"/>
                <a:ext cx="1274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24" name="Entrada de lápiz 223">
                <a:extLst>
                  <a:ext uri="{FF2B5EF4-FFF2-40B4-BE49-F238E27FC236}">
                    <a16:creationId xmlns:a16="http://schemas.microsoft.com/office/drawing/2014/main" id="{7679A818-2A01-635E-AA87-13999D571C61}"/>
                  </a:ext>
                </a:extLst>
              </p14:cNvPr>
              <p14:cNvContentPartPr/>
              <p14:nvPr/>
            </p14:nvContentPartPr>
            <p14:xfrm>
              <a:off x="11678413" y="4329423"/>
              <a:ext cx="143280" cy="174960"/>
            </p14:xfrm>
          </p:contentPart>
        </mc:Choice>
        <mc:Fallback xmlns="">
          <p:pic>
            <p:nvPicPr>
              <p:cNvPr id="224" name="Entrada de lápiz 223">
                <a:extLst>
                  <a:ext uri="{FF2B5EF4-FFF2-40B4-BE49-F238E27FC236}">
                    <a16:creationId xmlns:a16="http://schemas.microsoft.com/office/drawing/2014/main" id="{7679A818-2A01-635E-AA87-13999D571C61}"/>
                  </a:ext>
                </a:extLst>
              </p:cNvPr>
              <p:cNvPicPr/>
              <p:nvPr/>
            </p:nvPicPr>
            <p:blipFill>
              <a:blip r:embed="rId128"/>
              <a:stretch>
                <a:fillRect/>
              </a:stretch>
            </p:blipFill>
            <p:spPr>
              <a:xfrm>
                <a:off x="11667973" y="4318983"/>
                <a:ext cx="1645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25" name="Entrada de lápiz 224">
                <a:extLst>
                  <a:ext uri="{FF2B5EF4-FFF2-40B4-BE49-F238E27FC236}">
                    <a16:creationId xmlns:a16="http://schemas.microsoft.com/office/drawing/2014/main" id="{BAF54002-FCC9-CB11-CCDA-1102F38C7557}"/>
                  </a:ext>
                </a:extLst>
              </p14:cNvPr>
              <p14:cNvContentPartPr/>
              <p14:nvPr/>
            </p14:nvContentPartPr>
            <p14:xfrm>
              <a:off x="10810813" y="4609863"/>
              <a:ext cx="84960" cy="212040"/>
            </p14:xfrm>
          </p:contentPart>
        </mc:Choice>
        <mc:Fallback xmlns="">
          <p:pic>
            <p:nvPicPr>
              <p:cNvPr id="225" name="Entrada de lápiz 224">
                <a:extLst>
                  <a:ext uri="{FF2B5EF4-FFF2-40B4-BE49-F238E27FC236}">
                    <a16:creationId xmlns:a16="http://schemas.microsoft.com/office/drawing/2014/main" id="{BAF54002-FCC9-CB11-CCDA-1102F38C7557}"/>
                  </a:ext>
                </a:extLst>
              </p:cNvPr>
              <p:cNvPicPr/>
              <p:nvPr/>
            </p:nvPicPr>
            <p:blipFill>
              <a:blip r:embed="rId130"/>
              <a:stretch>
                <a:fillRect/>
              </a:stretch>
            </p:blipFill>
            <p:spPr>
              <a:xfrm>
                <a:off x="10800013" y="4599423"/>
                <a:ext cx="1062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26" name="Entrada de lápiz 225">
                <a:extLst>
                  <a:ext uri="{FF2B5EF4-FFF2-40B4-BE49-F238E27FC236}">
                    <a16:creationId xmlns:a16="http://schemas.microsoft.com/office/drawing/2014/main" id="{A3FD7AD5-70FA-A241-2203-82FE48F17AC7}"/>
                  </a:ext>
                </a:extLst>
              </p14:cNvPr>
              <p14:cNvContentPartPr/>
              <p14:nvPr/>
            </p14:nvContentPartPr>
            <p14:xfrm>
              <a:off x="10985413" y="4715703"/>
              <a:ext cx="90360" cy="111600"/>
            </p14:xfrm>
          </p:contentPart>
        </mc:Choice>
        <mc:Fallback xmlns="">
          <p:pic>
            <p:nvPicPr>
              <p:cNvPr id="226" name="Entrada de lápiz 225">
                <a:extLst>
                  <a:ext uri="{FF2B5EF4-FFF2-40B4-BE49-F238E27FC236}">
                    <a16:creationId xmlns:a16="http://schemas.microsoft.com/office/drawing/2014/main" id="{A3FD7AD5-70FA-A241-2203-82FE48F17AC7}"/>
                  </a:ext>
                </a:extLst>
              </p:cNvPr>
              <p:cNvPicPr/>
              <p:nvPr/>
            </p:nvPicPr>
            <p:blipFill>
              <a:blip r:embed="rId132"/>
              <a:stretch>
                <a:fillRect/>
              </a:stretch>
            </p:blipFill>
            <p:spPr>
              <a:xfrm>
                <a:off x="10974613" y="4705263"/>
                <a:ext cx="1116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27" name="Entrada de lápiz 226">
                <a:extLst>
                  <a:ext uri="{FF2B5EF4-FFF2-40B4-BE49-F238E27FC236}">
                    <a16:creationId xmlns:a16="http://schemas.microsoft.com/office/drawing/2014/main" id="{BB69109B-A394-CBAC-8ABE-4A356009B0FF}"/>
                  </a:ext>
                </a:extLst>
              </p14:cNvPr>
              <p14:cNvContentPartPr/>
              <p14:nvPr/>
            </p14:nvContentPartPr>
            <p14:xfrm>
              <a:off x="11117533" y="4715703"/>
              <a:ext cx="111600" cy="106200"/>
            </p14:xfrm>
          </p:contentPart>
        </mc:Choice>
        <mc:Fallback xmlns="">
          <p:pic>
            <p:nvPicPr>
              <p:cNvPr id="227" name="Entrada de lápiz 226">
                <a:extLst>
                  <a:ext uri="{FF2B5EF4-FFF2-40B4-BE49-F238E27FC236}">
                    <a16:creationId xmlns:a16="http://schemas.microsoft.com/office/drawing/2014/main" id="{BB69109B-A394-CBAC-8ABE-4A356009B0FF}"/>
                  </a:ext>
                </a:extLst>
              </p:cNvPr>
              <p:cNvPicPr/>
              <p:nvPr/>
            </p:nvPicPr>
            <p:blipFill>
              <a:blip r:embed="rId134"/>
              <a:stretch>
                <a:fillRect/>
              </a:stretch>
            </p:blipFill>
            <p:spPr>
              <a:xfrm>
                <a:off x="11107093" y="4705263"/>
                <a:ext cx="1328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28" name="Entrada de lápiz 227">
                <a:extLst>
                  <a:ext uri="{FF2B5EF4-FFF2-40B4-BE49-F238E27FC236}">
                    <a16:creationId xmlns:a16="http://schemas.microsoft.com/office/drawing/2014/main" id="{824B3D4C-DABB-E16F-C49E-F330A17957B6}"/>
                  </a:ext>
                </a:extLst>
              </p14:cNvPr>
              <p14:cNvContentPartPr/>
              <p14:nvPr/>
            </p14:nvContentPartPr>
            <p14:xfrm>
              <a:off x="11260453" y="4715703"/>
              <a:ext cx="74520" cy="100800"/>
            </p14:xfrm>
          </p:contentPart>
        </mc:Choice>
        <mc:Fallback xmlns="">
          <p:pic>
            <p:nvPicPr>
              <p:cNvPr id="228" name="Entrada de lápiz 227">
                <a:extLst>
                  <a:ext uri="{FF2B5EF4-FFF2-40B4-BE49-F238E27FC236}">
                    <a16:creationId xmlns:a16="http://schemas.microsoft.com/office/drawing/2014/main" id="{824B3D4C-DABB-E16F-C49E-F330A17957B6}"/>
                  </a:ext>
                </a:extLst>
              </p:cNvPr>
              <p:cNvPicPr/>
              <p:nvPr/>
            </p:nvPicPr>
            <p:blipFill>
              <a:blip r:embed="rId136"/>
              <a:stretch>
                <a:fillRect/>
              </a:stretch>
            </p:blipFill>
            <p:spPr>
              <a:xfrm>
                <a:off x="11250013" y="4705263"/>
                <a:ext cx="957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29" name="Entrada de lápiz 228">
                <a:extLst>
                  <a:ext uri="{FF2B5EF4-FFF2-40B4-BE49-F238E27FC236}">
                    <a16:creationId xmlns:a16="http://schemas.microsoft.com/office/drawing/2014/main" id="{97A7B856-C122-FB52-A4C1-EE6524A7425D}"/>
                  </a:ext>
                </a:extLst>
              </p14:cNvPr>
              <p14:cNvContentPartPr/>
              <p14:nvPr/>
            </p14:nvContentPartPr>
            <p14:xfrm>
              <a:off x="11334613" y="4715703"/>
              <a:ext cx="53280" cy="95760"/>
            </p14:xfrm>
          </p:contentPart>
        </mc:Choice>
        <mc:Fallback xmlns="">
          <p:pic>
            <p:nvPicPr>
              <p:cNvPr id="229" name="Entrada de lápiz 228">
                <a:extLst>
                  <a:ext uri="{FF2B5EF4-FFF2-40B4-BE49-F238E27FC236}">
                    <a16:creationId xmlns:a16="http://schemas.microsoft.com/office/drawing/2014/main" id="{97A7B856-C122-FB52-A4C1-EE6524A7425D}"/>
                  </a:ext>
                </a:extLst>
              </p:cNvPr>
              <p:cNvPicPr/>
              <p:nvPr/>
            </p:nvPicPr>
            <p:blipFill>
              <a:blip r:embed="rId138"/>
              <a:stretch>
                <a:fillRect/>
              </a:stretch>
            </p:blipFill>
            <p:spPr>
              <a:xfrm>
                <a:off x="11323813" y="4705263"/>
                <a:ext cx="745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30" name="Entrada de lápiz 229">
                <a:extLst>
                  <a:ext uri="{FF2B5EF4-FFF2-40B4-BE49-F238E27FC236}">
                    <a16:creationId xmlns:a16="http://schemas.microsoft.com/office/drawing/2014/main" id="{C442B7F6-04F8-5B89-93A2-C0869E9CE793}"/>
                  </a:ext>
                </a:extLst>
              </p14:cNvPr>
              <p14:cNvContentPartPr/>
              <p14:nvPr/>
            </p14:nvContentPartPr>
            <p14:xfrm>
              <a:off x="11345053" y="4615263"/>
              <a:ext cx="90360" cy="212040"/>
            </p14:xfrm>
          </p:contentPart>
        </mc:Choice>
        <mc:Fallback xmlns="">
          <p:pic>
            <p:nvPicPr>
              <p:cNvPr id="230" name="Entrada de lápiz 229">
                <a:extLst>
                  <a:ext uri="{FF2B5EF4-FFF2-40B4-BE49-F238E27FC236}">
                    <a16:creationId xmlns:a16="http://schemas.microsoft.com/office/drawing/2014/main" id="{C442B7F6-04F8-5B89-93A2-C0869E9CE793}"/>
                  </a:ext>
                </a:extLst>
              </p:cNvPr>
              <p:cNvPicPr/>
              <p:nvPr/>
            </p:nvPicPr>
            <p:blipFill>
              <a:blip r:embed="rId140"/>
              <a:stretch>
                <a:fillRect/>
              </a:stretch>
            </p:blipFill>
            <p:spPr>
              <a:xfrm>
                <a:off x="11334613" y="4604463"/>
                <a:ext cx="111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31" name="Entrada de lápiz 230">
                <a:extLst>
                  <a:ext uri="{FF2B5EF4-FFF2-40B4-BE49-F238E27FC236}">
                    <a16:creationId xmlns:a16="http://schemas.microsoft.com/office/drawing/2014/main" id="{97580F04-B594-1674-D633-3894409F2362}"/>
                  </a:ext>
                </a:extLst>
              </p14:cNvPr>
              <p14:cNvContentPartPr/>
              <p14:nvPr/>
            </p14:nvContentPartPr>
            <p14:xfrm>
              <a:off x="11477533" y="4710303"/>
              <a:ext cx="106200" cy="111600"/>
            </p14:xfrm>
          </p:contentPart>
        </mc:Choice>
        <mc:Fallback xmlns="">
          <p:pic>
            <p:nvPicPr>
              <p:cNvPr id="231" name="Entrada de lápiz 230">
                <a:extLst>
                  <a:ext uri="{FF2B5EF4-FFF2-40B4-BE49-F238E27FC236}">
                    <a16:creationId xmlns:a16="http://schemas.microsoft.com/office/drawing/2014/main" id="{97580F04-B594-1674-D633-3894409F2362}"/>
                  </a:ext>
                </a:extLst>
              </p:cNvPr>
              <p:cNvPicPr/>
              <p:nvPr/>
            </p:nvPicPr>
            <p:blipFill>
              <a:blip r:embed="rId142"/>
              <a:stretch>
                <a:fillRect/>
              </a:stretch>
            </p:blipFill>
            <p:spPr>
              <a:xfrm>
                <a:off x="11466733" y="4699863"/>
                <a:ext cx="1274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32" name="Entrada de lápiz 231">
                <a:extLst>
                  <a:ext uri="{FF2B5EF4-FFF2-40B4-BE49-F238E27FC236}">
                    <a16:creationId xmlns:a16="http://schemas.microsoft.com/office/drawing/2014/main" id="{BA399DD7-C2C4-D2A3-8D50-24C28D037CA2}"/>
                  </a:ext>
                </a:extLst>
              </p14:cNvPr>
              <p14:cNvContentPartPr/>
              <p14:nvPr/>
            </p14:nvContentPartPr>
            <p14:xfrm>
              <a:off x="11562133" y="4694463"/>
              <a:ext cx="174240" cy="148680"/>
            </p14:xfrm>
          </p:contentPart>
        </mc:Choice>
        <mc:Fallback xmlns="">
          <p:pic>
            <p:nvPicPr>
              <p:cNvPr id="232" name="Entrada de lápiz 231">
                <a:extLst>
                  <a:ext uri="{FF2B5EF4-FFF2-40B4-BE49-F238E27FC236}">
                    <a16:creationId xmlns:a16="http://schemas.microsoft.com/office/drawing/2014/main" id="{BA399DD7-C2C4-D2A3-8D50-24C28D037CA2}"/>
                  </a:ext>
                </a:extLst>
              </p:cNvPr>
              <p:cNvPicPr/>
              <p:nvPr/>
            </p:nvPicPr>
            <p:blipFill>
              <a:blip r:embed="rId144"/>
              <a:stretch>
                <a:fillRect/>
              </a:stretch>
            </p:blipFill>
            <p:spPr>
              <a:xfrm>
                <a:off x="11551333" y="4684023"/>
                <a:ext cx="195480" cy="169920"/>
              </a:xfrm>
              <a:prstGeom prst="rect">
                <a:avLst/>
              </a:prstGeom>
            </p:spPr>
          </p:pic>
        </mc:Fallback>
      </mc:AlternateContent>
    </p:spTree>
    <p:extLst>
      <p:ext uri="{BB962C8B-B14F-4D97-AF65-F5344CB8AC3E}">
        <p14:creationId xmlns:p14="http://schemas.microsoft.com/office/powerpoint/2010/main" val="1083845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7095-668A-C3E5-9279-7C950A325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BA5141-3601-DA9A-E549-D131754216AC}"/>
              </a:ext>
            </a:extLst>
          </p:cNvPr>
          <p:cNvSpPr>
            <a:spLocks noGrp="1"/>
          </p:cNvSpPr>
          <p:nvPr>
            <p:ph type="title"/>
          </p:nvPr>
        </p:nvSpPr>
        <p:spPr>
          <a:xfrm>
            <a:off x="613930" y="41292"/>
            <a:ext cx="11317707" cy="646331"/>
          </a:xfrm>
        </p:spPr>
        <p:txBody>
          <a:bodyPr>
            <a:normAutofit fontScale="90000"/>
          </a:bodyPr>
          <a:lstStyle/>
          <a:p>
            <a:r>
              <a:rPr lang="es-ES_tradnl" dirty="0"/>
              <a:t>									</a:t>
            </a:r>
            <a:r>
              <a:rPr lang="es-ES_tradnl" sz="2200" dirty="0"/>
              <a:t>Regresión Logística</a:t>
            </a:r>
            <a:br>
              <a:rPr lang="es-ES_tradnl" dirty="0"/>
            </a:br>
            <a:r>
              <a:rPr lang="es-ES_tradnl" dirty="0"/>
              <a:t>Función de error</a:t>
            </a:r>
          </a:p>
        </p:txBody>
      </p:sp>
      <p:sp>
        <p:nvSpPr>
          <p:cNvPr id="20" name="CuadroTexto 19">
            <a:extLst>
              <a:ext uri="{FF2B5EF4-FFF2-40B4-BE49-F238E27FC236}">
                <a16:creationId xmlns:a16="http://schemas.microsoft.com/office/drawing/2014/main" id="{D4CF5AD0-3EB4-5527-3F89-5D12636ECDAB}"/>
              </a:ext>
            </a:extLst>
          </p:cNvPr>
          <p:cNvSpPr txBox="1"/>
          <p:nvPr/>
        </p:nvSpPr>
        <p:spPr>
          <a:xfrm>
            <a:off x="391910" y="891647"/>
            <a:ext cx="11428717" cy="646331"/>
          </a:xfrm>
          <a:prstGeom prst="rect">
            <a:avLst/>
          </a:prstGeom>
          <a:noFill/>
        </p:spPr>
        <p:txBody>
          <a:bodyPr wrap="square" rtlCol="0">
            <a:spAutoFit/>
          </a:bodyPr>
          <a:lstStyle/>
          <a:p>
            <a:pPr marL="285750" indent="-285750">
              <a:buFont typeface="Arial" panose="020B0604020202020204" pitchFamily="34" charset="0"/>
              <a:buChar char="•"/>
            </a:pPr>
            <a:r>
              <a:rPr lang="es-ES_tradnl" dirty="0"/>
              <a:t>No puede utilizarse la misma función de coste que se utiliza para la regresión lineal debido a que, aplicada la regresión logística, genera óptimos locales </a:t>
            </a:r>
          </a:p>
        </p:txBody>
      </p:sp>
      <p:grpSp>
        <p:nvGrpSpPr>
          <p:cNvPr id="9" name="Grupo 8">
            <a:extLst>
              <a:ext uri="{FF2B5EF4-FFF2-40B4-BE49-F238E27FC236}">
                <a16:creationId xmlns:a16="http://schemas.microsoft.com/office/drawing/2014/main" id="{0147F43A-05E6-0D33-A5A1-38525B6DCC4C}"/>
              </a:ext>
            </a:extLst>
          </p:cNvPr>
          <p:cNvGrpSpPr/>
          <p:nvPr/>
        </p:nvGrpSpPr>
        <p:grpSpPr>
          <a:xfrm>
            <a:off x="932688" y="2944368"/>
            <a:ext cx="3454908" cy="3021985"/>
            <a:chOff x="932688" y="2944368"/>
            <a:chExt cx="3454908" cy="3021985"/>
          </a:xfrm>
        </p:grpSpPr>
        <p:grpSp>
          <p:nvGrpSpPr>
            <p:cNvPr id="78" name="Grupo 77">
              <a:extLst>
                <a:ext uri="{FF2B5EF4-FFF2-40B4-BE49-F238E27FC236}">
                  <a16:creationId xmlns:a16="http://schemas.microsoft.com/office/drawing/2014/main" id="{C61A4263-8982-4346-48F6-D3C211AADB46}"/>
                </a:ext>
              </a:extLst>
            </p:cNvPr>
            <p:cNvGrpSpPr/>
            <p:nvPr/>
          </p:nvGrpSpPr>
          <p:grpSpPr>
            <a:xfrm>
              <a:off x="1051560" y="2944368"/>
              <a:ext cx="3236976" cy="2688336"/>
              <a:chOff x="1051560" y="2944368"/>
              <a:chExt cx="3236976" cy="2688336"/>
            </a:xfrm>
          </p:grpSpPr>
          <p:cxnSp>
            <p:nvCxnSpPr>
              <p:cNvPr id="45" name="Conector recto 44">
                <a:extLst>
                  <a:ext uri="{FF2B5EF4-FFF2-40B4-BE49-F238E27FC236}">
                    <a16:creationId xmlns:a16="http://schemas.microsoft.com/office/drawing/2014/main" id="{C523AAA8-FEE7-F39F-2D70-3DF3C1B86822}"/>
                  </a:ext>
                </a:extLst>
              </p:cNvPr>
              <p:cNvCxnSpPr>
                <a:cxnSpLocks/>
              </p:cNvCxnSpPr>
              <p:nvPr/>
            </p:nvCxnSpPr>
            <p:spPr>
              <a:xfrm>
                <a:off x="1060704" y="2944368"/>
                <a:ext cx="0" cy="2688336"/>
              </a:xfrm>
              <a:prstGeom prst="line">
                <a:avLst/>
              </a:prstGeom>
            </p:spPr>
            <p:style>
              <a:lnRef idx="3">
                <a:schemeClr val="dk1"/>
              </a:lnRef>
              <a:fillRef idx="0">
                <a:schemeClr val="dk1"/>
              </a:fillRef>
              <a:effectRef idx="2">
                <a:schemeClr val="dk1"/>
              </a:effectRef>
              <a:fontRef idx="minor">
                <a:schemeClr val="tx1"/>
              </a:fontRef>
            </p:style>
          </p:cxnSp>
          <p:cxnSp>
            <p:nvCxnSpPr>
              <p:cNvPr id="69" name="Conector recto 68">
                <a:extLst>
                  <a:ext uri="{FF2B5EF4-FFF2-40B4-BE49-F238E27FC236}">
                    <a16:creationId xmlns:a16="http://schemas.microsoft.com/office/drawing/2014/main" id="{958E070C-83C0-C308-B1B3-A42634E226B8}"/>
                  </a:ext>
                </a:extLst>
              </p:cNvPr>
              <p:cNvCxnSpPr/>
              <p:nvPr/>
            </p:nvCxnSpPr>
            <p:spPr>
              <a:xfrm>
                <a:off x="1051560" y="5632704"/>
                <a:ext cx="3236976" cy="0"/>
              </a:xfrm>
              <a:prstGeom prst="line">
                <a:avLst/>
              </a:prstGeom>
            </p:spPr>
            <p:style>
              <a:lnRef idx="3">
                <a:schemeClr val="dk1"/>
              </a:lnRef>
              <a:fillRef idx="0">
                <a:schemeClr val="dk1"/>
              </a:fillRef>
              <a:effectRef idx="2">
                <a:schemeClr val="dk1"/>
              </a:effectRef>
              <a:fontRef idx="minor">
                <a:schemeClr val="tx1"/>
              </a:fontRef>
            </p:style>
          </p:cxnSp>
        </p:grpSp>
        <p:sp>
          <p:nvSpPr>
            <p:cNvPr id="4" name="CuadroTexto 3">
              <a:extLst>
                <a:ext uri="{FF2B5EF4-FFF2-40B4-BE49-F238E27FC236}">
                  <a16:creationId xmlns:a16="http://schemas.microsoft.com/office/drawing/2014/main" id="{680CEB4E-9FED-6F7F-F901-5AFA0F8E8708}"/>
                </a:ext>
              </a:extLst>
            </p:cNvPr>
            <p:cNvSpPr txBox="1"/>
            <p:nvPr/>
          </p:nvSpPr>
          <p:spPr>
            <a:xfrm>
              <a:off x="932688" y="5632704"/>
              <a:ext cx="228600" cy="307777"/>
            </a:xfrm>
            <a:prstGeom prst="rect">
              <a:avLst/>
            </a:prstGeom>
            <a:noFill/>
          </p:spPr>
          <p:txBody>
            <a:bodyPr wrap="square" rtlCol="0">
              <a:spAutoFit/>
            </a:bodyPr>
            <a:lstStyle/>
            <a:p>
              <a:r>
                <a:rPr lang="es-ES_tradnl" sz="1400" dirty="0"/>
                <a:t>0</a:t>
              </a:r>
            </a:p>
          </p:txBody>
        </p:sp>
        <p:sp>
          <p:nvSpPr>
            <p:cNvPr id="5" name="CuadroTexto 4">
              <a:extLst>
                <a:ext uri="{FF2B5EF4-FFF2-40B4-BE49-F238E27FC236}">
                  <a16:creationId xmlns:a16="http://schemas.microsoft.com/office/drawing/2014/main" id="{36EDC51F-345E-6669-AB4F-0B5D98A75773}"/>
                </a:ext>
              </a:extLst>
            </p:cNvPr>
            <p:cNvSpPr txBox="1"/>
            <p:nvPr/>
          </p:nvSpPr>
          <p:spPr>
            <a:xfrm>
              <a:off x="4158996" y="5658576"/>
              <a:ext cx="228600" cy="307777"/>
            </a:xfrm>
            <a:prstGeom prst="rect">
              <a:avLst/>
            </a:prstGeom>
            <a:noFill/>
          </p:spPr>
          <p:txBody>
            <a:bodyPr wrap="square" rtlCol="0">
              <a:spAutoFit/>
            </a:bodyPr>
            <a:lstStyle/>
            <a:p>
              <a:r>
                <a:rPr lang="es-ES_tradnl" sz="1400" dirty="0"/>
                <a:t>1</a:t>
              </a:r>
            </a:p>
          </p:txBody>
        </p:sp>
      </p:grpSp>
      <p:grpSp>
        <p:nvGrpSpPr>
          <p:cNvPr id="8" name="Grupo 7">
            <a:extLst>
              <a:ext uri="{FF2B5EF4-FFF2-40B4-BE49-F238E27FC236}">
                <a16:creationId xmlns:a16="http://schemas.microsoft.com/office/drawing/2014/main" id="{436A9E8E-E6C7-79DA-F6FE-1407269B6483}"/>
              </a:ext>
            </a:extLst>
          </p:cNvPr>
          <p:cNvGrpSpPr/>
          <p:nvPr/>
        </p:nvGrpSpPr>
        <p:grpSpPr>
          <a:xfrm>
            <a:off x="7271004" y="2944368"/>
            <a:ext cx="3454908" cy="3002138"/>
            <a:chOff x="7271004" y="2944368"/>
            <a:chExt cx="3454908" cy="3002138"/>
          </a:xfrm>
        </p:grpSpPr>
        <p:grpSp>
          <p:nvGrpSpPr>
            <p:cNvPr id="80" name="Grupo 79">
              <a:extLst>
                <a:ext uri="{FF2B5EF4-FFF2-40B4-BE49-F238E27FC236}">
                  <a16:creationId xmlns:a16="http://schemas.microsoft.com/office/drawing/2014/main" id="{9EBA2540-51F5-E14D-8B53-D0D148411BE3}"/>
                </a:ext>
              </a:extLst>
            </p:cNvPr>
            <p:cNvGrpSpPr/>
            <p:nvPr/>
          </p:nvGrpSpPr>
          <p:grpSpPr>
            <a:xfrm>
              <a:off x="7385304" y="2944368"/>
              <a:ext cx="3236976" cy="2688336"/>
              <a:chOff x="1051560" y="2944368"/>
              <a:chExt cx="3236976" cy="2688336"/>
            </a:xfrm>
          </p:grpSpPr>
          <p:cxnSp>
            <p:nvCxnSpPr>
              <p:cNvPr id="81" name="Conector recto 80">
                <a:extLst>
                  <a:ext uri="{FF2B5EF4-FFF2-40B4-BE49-F238E27FC236}">
                    <a16:creationId xmlns:a16="http://schemas.microsoft.com/office/drawing/2014/main" id="{3224B2F6-D8FF-13AD-9DD1-C4ECBF0C8576}"/>
                  </a:ext>
                </a:extLst>
              </p:cNvPr>
              <p:cNvCxnSpPr>
                <a:cxnSpLocks/>
              </p:cNvCxnSpPr>
              <p:nvPr/>
            </p:nvCxnSpPr>
            <p:spPr>
              <a:xfrm>
                <a:off x="1060704" y="2944368"/>
                <a:ext cx="0" cy="2688336"/>
              </a:xfrm>
              <a:prstGeom prst="line">
                <a:avLst/>
              </a:prstGeom>
            </p:spPr>
            <p:style>
              <a:lnRef idx="3">
                <a:schemeClr val="dk1"/>
              </a:lnRef>
              <a:fillRef idx="0">
                <a:schemeClr val="dk1"/>
              </a:fillRef>
              <a:effectRef idx="2">
                <a:schemeClr val="dk1"/>
              </a:effectRef>
              <a:fontRef idx="minor">
                <a:schemeClr val="tx1"/>
              </a:fontRef>
            </p:style>
          </p:cxnSp>
          <p:cxnSp>
            <p:nvCxnSpPr>
              <p:cNvPr id="82" name="Conector recto 81">
                <a:extLst>
                  <a:ext uri="{FF2B5EF4-FFF2-40B4-BE49-F238E27FC236}">
                    <a16:creationId xmlns:a16="http://schemas.microsoft.com/office/drawing/2014/main" id="{4CB85E23-2C37-8A3D-BCDE-852724636E4F}"/>
                  </a:ext>
                </a:extLst>
              </p:cNvPr>
              <p:cNvCxnSpPr/>
              <p:nvPr/>
            </p:nvCxnSpPr>
            <p:spPr>
              <a:xfrm>
                <a:off x="1051560" y="5632704"/>
                <a:ext cx="3236976" cy="0"/>
              </a:xfrm>
              <a:prstGeom prst="line">
                <a:avLst/>
              </a:prstGeom>
            </p:spPr>
            <p:style>
              <a:lnRef idx="3">
                <a:schemeClr val="dk1"/>
              </a:lnRef>
              <a:fillRef idx="0">
                <a:schemeClr val="dk1"/>
              </a:fillRef>
              <a:effectRef idx="2">
                <a:schemeClr val="dk1"/>
              </a:effectRef>
              <a:fontRef idx="minor">
                <a:schemeClr val="tx1"/>
              </a:fontRef>
            </p:style>
          </p:cxnSp>
        </p:grpSp>
        <p:sp>
          <p:nvSpPr>
            <p:cNvPr id="6" name="CuadroTexto 5">
              <a:extLst>
                <a:ext uri="{FF2B5EF4-FFF2-40B4-BE49-F238E27FC236}">
                  <a16:creationId xmlns:a16="http://schemas.microsoft.com/office/drawing/2014/main" id="{212844D6-14B0-B24B-03DE-F5998D3F0F25}"/>
                </a:ext>
              </a:extLst>
            </p:cNvPr>
            <p:cNvSpPr txBox="1"/>
            <p:nvPr/>
          </p:nvSpPr>
          <p:spPr>
            <a:xfrm>
              <a:off x="7271004" y="5612857"/>
              <a:ext cx="228600" cy="307777"/>
            </a:xfrm>
            <a:prstGeom prst="rect">
              <a:avLst/>
            </a:prstGeom>
            <a:noFill/>
          </p:spPr>
          <p:txBody>
            <a:bodyPr wrap="square" rtlCol="0">
              <a:spAutoFit/>
            </a:bodyPr>
            <a:lstStyle/>
            <a:p>
              <a:r>
                <a:rPr lang="es-ES_tradnl" sz="1400" dirty="0"/>
                <a:t>0</a:t>
              </a:r>
            </a:p>
          </p:txBody>
        </p:sp>
        <p:sp>
          <p:nvSpPr>
            <p:cNvPr id="7" name="CuadroTexto 6">
              <a:extLst>
                <a:ext uri="{FF2B5EF4-FFF2-40B4-BE49-F238E27FC236}">
                  <a16:creationId xmlns:a16="http://schemas.microsoft.com/office/drawing/2014/main" id="{89FD4750-5E6A-8FB0-E2D7-2B1DEFFE63A7}"/>
                </a:ext>
              </a:extLst>
            </p:cNvPr>
            <p:cNvSpPr txBox="1"/>
            <p:nvPr/>
          </p:nvSpPr>
          <p:spPr>
            <a:xfrm>
              <a:off x="10497312" y="5638729"/>
              <a:ext cx="228600" cy="307777"/>
            </a:xfrm>
            <a:prstGeom prst="rect">
              <a:avLst/>
            </a:prstGeom>
            <a:noFill/>
          </p:spPr>
          <p:txBody>
            <a:bodyPr wrap="square" rtlCol="0">
              <a:spAutoFit/>
            </a:bodyPr>
            <a:lstStyle/>
            <a:p>
              <a:r>
                <a:rPr lang="es-ES_tradnl" sz="1400" dirty="0"/>
                <a:t>1</a:t>
              </a:r>
            </a:p>
          </p:txBody>
        </p:sp>
      </p:gr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3836F450-DFBA-72C0-4753-3F44AE9E3F1E}"/>
                  </a:ext>
                </a:extLst>
              </p:cNvPr>
              <p:cNvSpPr txBox="1"/>
              <p:nvPr/>
            </p:nvSpPr>
            <p:spPr>
              <a:xfrm>
                <a:off x="8856324" y="2667369"/>
                <a:ext cx="8640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rPr>
                        <m:t>𝒔</m:t>
                      </m:r>
                      <m:r>
                        <a:rPr lang="es-MX" b="1" i="1" smtClean="0">
                          <a:latin typeface="Cambria Math" panose="02040503050406030204" pitchFamily="18" charset="0"/>
                        </a:rPr>
                        <m:t>í </m:t>
                      </m:r>
                      <m:r>
                        <a:rPr lang="es-MX" b="1" i="1" smtClean="0">
                          <a:latin typeface="Cambria Math" panose="02040503050406030204" pitchFamily="18" charset="0"/>
                        </a:rPr>
                        <m:t>𝒚</m:t>
                      </m:r>
                      <m:r>
                        <a:rPr lang="es-MX" b="1" i="1" smtClean="0">
                          <a:latin typeface="Cambria Math" panose="02040503050406030204" pitchFamily="18" charset="0"/>
                        </a:rPr>
                        <m:t>=</m:t>
                      </m:r>
                      <m:r>
                        <a:rPr lang="es-MX" b="1" i="1" smtClean="0">
                          <a:latin typeface="Cambria Math" panose="02040503050406030204" pitchFamily="18" charset="0"/>
                        </a:rPr>
                        <m:t>𝟎</m:t>
                      </m:r>
                    </m:oMath>
                  </m:oMathPara>
                </a14:m>
                <a:endParaRPr lang="es-MX" b="1" dirty="0"/>
              </a:p>
            </p:txBody>
          </p:sp>
        </mc:Choice>
        <mc:Fallback xmlns="">
          <p:sp>
            <p:nvSpPr>
              <p:cNvPr id="3" name="CuadroTexto 2">
                <a:extLst>
                  <a:ext uri="{FF2B5EF4-FFF2-40B4-BE49-F238E27FC236}">
                    <a16:creationId xmlns:a16="http://schemas.microsoft.com/office/drawing/2014/main" id="{3836F450-DFBA-72C0-4753-3F44AE9E3F1E}"/>
                  </a:ext>
                </a:extLst>
              </p:cNvPr>
              <p:cNvSpPr txBox="1">
                <a:spLocks noRot="1" noChangeAspect="1" noMove="1" noResize="1" noEditPoints="1" noAdjustHandles="1" noChangeArrowheads="1" noChangeShapeType="1" noTextEdit="1"/>
              </p:cNvSpPr>
              <p:nvPr/>
            </p:nvSpPr>
            <p:spPr>
              <a:xfrm>
                <a:off x="8856324" y="2667369"/>
                <a:ext cx="864019" cy="276999"/>
              </a:xfrm>
              <a:prstGeom prst="rect">
                <a:avLst/>
              </a:prstGeom>
              <a:blipFill>
                <a:blip r:embed="rId3"/>
                <a:stretch>
                  <a:fillRect l="-7042" r="-5634" b="-2888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893DFD9C-0031-C97B-4313-307E5A962708}"/>
                  </a:ext>
                </a:extLst>
              </p:cNvPr>
              <p:cNvSpPr txBox="1"/>
              <p:nvPr/>
            </p:nvSpPr>
            <p:spPr>
              <a:xfrm>
                <a:off x="2461925" y="2688940"/>
                <a:ext cx="8640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1" i="1" smtClean="0">
                          <a:latin typeface="Cambria Math" panose="02040503050406030204" pitchFamily="18" charset="0"/>
                        </a:rPr>
                        <m:t>𝒔</m:t>
                      </m:r>
                      <m:r>
                        <a:rPr lang="es-MX" b="1" i="1" smtClean="0">
                          <a:latin typeface="Cambria Math" panose="02040503050406030204" pitchFamily="18" charset="0"/>
                        </a:rPr>
                        <m:t>í </m:t>
                      </m:r>
                      <m:r>
                        <a:rPr lang="es-MX" b="1" i="1" smtClean="0">
                          <a:latin typeface="Cambria Math" panose="02040503050406030204" pitchFamily="18" charset="0"/>
                        </a:rPr>
                        <m:t>𝒚</m:t>
                      </m:r>
                      <m:r>
                        <a:rPr lang="es-MX" b="1" i="1" smtClean="0">
                          <a:latin typeface="Cambria Math" panose="02040503050406030204" pitchFamily="18" charset="0"/>
                        </a:rPr>
                        <m:t>=</m:t>
                      </m:r>
                      <m:r>
                        <a:rPr lang="es-MX" b="1" i="1" smtClean="0">
                          <a:latin typeface="Cambria Math" panose="02040503050406030204" pitchFamily="18" charset="0"/>
                        </a:rPr>
                        <m:t>𝟏</m:t>
                      </m:r>
                    </m:oMath>
                  </m:oMathPara>
                </a14:m>
                <a:endParaRPr lang="es-MX" b="1" dirty="0"/>
              </a:p>
            </p:txBody>
          </p:sp>
        </mc:Choice>
        <mc:Fallback xmlns="">
          <p:sp>
            <p:nvSpPr>
              <p:cNvPr id="10" name="CuadroTexto 9">
                <a:extLst>
                  <a:ext uri="{FF2B5EF4-FFF2-40B4-BE49-F238E27FC236}">
                    <a16:creationId xmlns:a16="http://schemas.microsoft.com/office/drawing/2014/main" id="{893DFD9C-0031-C97B-4313-307E5A962708}"/>
                  </a:ext>
                </a:extLst>
              </p:cNvPr>
              <p:cNvSpPr txBox="1">
                <a:spLocks noRot="1" noChangeAspect="1" noMove="1" noResize="1" noEditPoints="1" noAdjustHandles="1" noChangeArrowheads="1" noChangeShapeType="1" noTextEdit="1"/>
              </p:cNvSpPr>
              <p:nvPr/>
            </p:nvSpPr>
            <p:spPr>
              <a:xfrm>
                <a:off x="2461925" y="2688940"/>
                <a:ext cx="864019" cy="276999"/>
              </a:xfrm>
              <a:prstGeom prst="rect">
                <a:avLst/>
              </a:prstGeom>
              <a:blipFill>
                <a:blip r:embed="rId4"/>
                <a:stretch>
                  <a:fillRect l="-7042" r="-5634" b="-2608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CDC54CD-8C56-8470-1981-64DF002CD57E}"/>
                  </a:ext>
                </a:extLst>
              </p:cNvPr>
              <p:cNvSpPr txBox="1"/>
              <p:nvPr/>
            </p:nvSpPr>
            <p:spPr>
              <a:xfrm>
                <a:off x="2572564" y="5827853"/>
                <a:ext cx="6427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r>
                        <a:rPr lang="es-MX" b="1" i="1" smtClean="0">
                          <a:latin typeface="Cambria Math" panose="02040503050406030204" pitchFamily="18" charset="0"/>
                        </a:rPr>
                        <m:t>(</m:t>
                      </m:r>
                      <m:r>
                        <a:rPr lang="es-MX" b="1" i="1" smtClean="0">
                          <a:latin typeface="Cambria Math" panose="02040503050406030204" pitchFamily="18" charset="0"/>
                        </a:rPr>
                        <m:t>𝒙</m:t>
                      </m:r>
                      <m:r>
                        <a:rPr lang="es-MX" b="1" i="1" smtClean="0">
                          <a:latin typeface="Cambria Math" panose="02040503050406030204" pitchFamily="18" charset="0"/>
                        </a:rPr>
                        <m:t>)</m:t>
                      </m:r>
                    </m:oMath>
                  </m:oMathPara>
                </a14:m>
                <a:endParaRPr lang="es-MX" b="1" dirty="0"/>
              </a:p>
            </p:txBody>
          </p:sp>
        </mc:Choice>
        <mc:Fallback xmlns="">
          <p:sp>
            <p:nvSpPr>
              <p:cNvPr id="11" name="CuadroTexto 10">
                <a:extLst>
                  <a:ext uri="{FF2B5EF4-FFF2-40B4-BE49-F238E27FC236}">
                    <a16:creationId xmlns:a16="http://schemas.microsoft.com/office/drawing/2014/main" id="{7CDC54CD-8C56-8470-1981-64DF002CD57E}"/>
                  </a:ext>
                </a:extLst>
              </p:cNvPr>
              <p:cNvSpPr txBox="1">
                <a:spLocks noRot="1" noChangeAspect="1" noMove="1" noResize="1" noEditPoints="1" noAdjustHandles="1" noChangeArrowheads="1" noChangeShapeType="1" noTextEdit="1"/>
              </p:cNvSpPr>
              <p:nvPr/>
            </p:nvSpPr>
            <p:spPr>
              <a:xfrm>
                <a:off x="2572564" y="5827853"/>
                <a:ext cx="642740" cy="276999"/>
              </a:xfrm>
              <a:prstGeom prst="rect">
                <a:avLst/>
              </a:prstGeom>
              <a:blipFill>
                <a:blip r:embed="rId5"/>
                <a:stretch>
                  <a:fillRect l="-8571" r="-13333" b="-37778"/>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08DEAF3-BFC0-B07B-D7F8-E5AEF04D85C1}"/>
                  </a:ext>
                </a:extLst>
              </p:cNvPr>
              <p:cNvSpPr txBox="1"/>
              <p:nvPr/>
            </p:nvSpPr>
            <p:spPr>
              <a:xfrm>
                <a:off x="8966963" y="5773384"/>
                <a:ext cx="6427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1" i="1" smtClean="0">
                              <a:latin typeface="Cambria Math" panose="02040503050406030204" pitchFamily="18" charset="0"/>
                            </a:rPr>
                          </m:ctrlPr>
                        </m:sSubPr>
                        <m:e>
                          <m:r>
                            <a:rPr lang="es-MX" b="1" i="1" smtClean="0">
                              <a:latin typeface="Cambria Math" panose="02040503050406030204" pitchFamily="18" charset="0"/>
                            </a:rPr>
                            <m:t>𝒉</m:t>
                          </m:r>
                        </m:e>
                        <m:sub>
                          <m:r>
                            <a:rPr lang="es-MX" b="1" i="1" smtClean="0">
                              <a:latin typeface="Cambria Math" panose="02040503050406030204" pitchFamily="18" charset="0"/>
                              <a:ea typeface="Cambria Math" panose="02040503050406030204" pitchFamily="18" charset="0"/>
                            </a:rPr>
                            <m:t>𝜽</m:t>
                          </m:r>
                        </m:sub>
                      </m:sSub>
                      <m:r>
                        <a:rPr lang="es-MX" b="1" i="1" smtClean="0">
                          <a:latin typeface="Cambria Math" panose="02040503050406030204" pitchFamily="18" charset="0"/>
                        </a:rPr>
                        <m:t>(</m:t>
                      </m:r>
                      <m:r>
                        <a:rPr lang="es-MX" b="1" i="1" smtClean="0">
                          <a:latin typeface="Cambria Math" panose="02040503050406030204" pitchFamily="18" charset="0"/>
                        </a:rPr>
                        <m:t>𝒙</m:t>
                      </m:r>
                      <m:r>
                        <a:rPr lang="es-MX" b="1" i="1" smtClean="0">
                          <a:latin typeface="Cambria Math" panose="02040503050406030204" pitchFamily="18" charset="0"/>
                        </a:rPr>
                        <m:t>)</m:t>
                      </m:r>
                    </m:oMath>
                  </m:oMathPara>
                </a14:m>
                <a:endParaRPr lang="es-MX" b="1" dirty="0"/>
              </a:p>
            </p:txBody>
          </p:sp>
        </mc:Choice>
        <mc:Fallback xmlns="">
          <p:sp>
            <p:nvSpPr>
              <p:cNvPr id="12" name="CuadroTexto 11">
                <a:extLst>
                  <a:ext uri="{FF2B5EF4-FFF2-40B4-BE49-F238E27FC236}">
                    <a16:creationId xmlns:a16="http://schemas.microsoft.com/office/drawing/2014/main" id="{108DEAF3-BFC0-B07B-D7F8-E5AEF04D85C1}"/>
                  </a:ext>
                </a:extLst>
              </p:cNvPr>
              <p:cNvSpPr txBox="1">
                <a:spLocks noRot="1" noChangeAspect="1" noMove="1" noResize="1" noEditPoints="1" noAdjustHandles="1" noChangeArrowheads="1" noChangeShapeType="1" noTextEdit="1"/>
              </p:cNvSpPr>
              <p:nvPr/>
            </p:nvSpPr>
            <p:spPr>
              <a:xfrm>
                <a:off x="8966963" y="5773384"/>
                <a:ext cx="642740" cy="276999"/>
              </a:xfrm>
              <a:prstGeom prst="rect">
                <a:avLst/>
              </a:prstGeom>
              <a:blipFill>
                <a:blip r:embed="rId6"/>
                <a:stretch>
                  <a:fillRect l="-9524" r="-13333" b="-34783"/>
                </a:stretch>
              </a:blipFill>
            </p:spPr>
            <p:txBody>
              <a:bodyPr/>
              <a:lstStyle/>
              <a:p>
                <a:r>
                  <a:rPr lang="es-MX">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13" name="Entrada de lápiz 12">
                <a:extLst>
                  <a:ext uri="{FF2B5EF4-FFF2-40B4-BE49-F238E27FC236}">
                    <a16:creationId xmlns:a16="http://schemas.microsoft.com/office/drawing/2014/main" id="{76650B29-1111-32CD-57FC-E6CBD82EB35F}"/>
                  </a:ext>
                </a:extLst>
              </p14:cNvPr>
              <p14:cNvContentPartPr/>
              <p14:nvPr/>
            </p14:nvContentPartPr>
            <p14:xfrm>
              <a:off x="3598213" y="1659173"/>
              <a:ext cx="201600" cy="254520"/>
            </p14:xfrm>
          </p:contentPart>
        </mc:Choice>
        <mc:Fallback xmlns="">
          <p:pic>
            <p:nvPicPr>
              <p:cNvPr id="13" name="Entrada de lápiz 12">
                <a:extLst>
                  <a:ext uri="{FF2B5EF4-FFF2-40B4-BE49-F238E27FC236}">
                    <a16:creationId xmlns:a16="http://schemas.microsoft.com/office/drawing/2014/main" id="{76650B29-1111-32CD-57FC-E6CBD82EB35F}"/>
                  </a:ext>
                </a:extLst>
              </p:cNvPr>
              <p:cNvPicPr/>
              <p:nvPr/>
            </p:nvPicPr>
            <p:blipFill>
              <a:blip r:embed="rId8"/>
              <a:stretch>
                <a:fillRect/>
              </a:stretch>
            </p:blipFill>
            <p:spPr>
              <a:xfrm>
                <a:off x="3587413" y="1648733"/>
                <a:ext cx="22284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Entrada de lápiz 15">
                <a:extLst>
                  <a:ext uri="{FF2B5EF4-FFF2-40B4-BE49-F238E27FC236}">
                    <a16:creationId xmlns:a16="http://schemas.microsoft.com/office/drawing/2014/main" id="{AC7C492A-D3C3-FE59-EF53-4200BDE4129E}"/>
                  </a:ext>
                </a:extLst>
              </p14:cNvPr>
              <p14:cNvContentPartPr/>
              <p14:nvPr/>
            </p14:nvContentPartPr>
            <p14:xfrm>
              <a:off x="3820333" y="1759973"/>
              <a:ext cx="169920" cy="206640"/>
            </p14:xfrm>
          </p:contentPart>
        </mc:Choice>
        <mc:Fallback xmlns="">
          <p:pic>
            <p:nvPicPr>
              <p:cNvPr id="16" name="Entrada de lápiz 15">
                <a:extLst>
                  <a:ext uri="{FF2B5EF4-FFF2-40B4-BE49-F238E27FC236}">
                    <a16:creationId xmlns:a16="http://schemas.microsoft.com/office/drawing/2014/main" id="{AC7C492A-D3C3-FE59-EF53-4200BDE4129E}"/>
                  </a:ext>
                </a:extLst>
              </p:cNvPr>
              <p:cNvPicPr/>
              <p:nvPr/>
            </p:nvPicPr>
            <p:blipFill>
              <a:blip r:embed="rId10"/>
              <a:stretch>
                <a:fillRect/>
              </a:stretch>
            </p:blipFill>
            <p:spPr>
              <a:xfrm>
                <a:off x="3809871" y="1749173"/>
                <a:ext cx="191205"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Entrada de lápiz 21">
                <a:extLst>
                  <a:ext uri="{FF2B5EF4-FFF2-40B4-BE49-F238E27FC236}">
                    <a16:creationId xmlns:a16="http://schemas.microsoft.com/office/drawing/2014/main" id="{C90A1F1D-058B-DF6B-7C6A-F546E662686D}"/>
                  </a:ext>
                </a:extLst>
              </p14:cNvPr>
              <p14:cNvContentPartPr/>
              <p14:nvPr/>
            </p14:nvContentPartPr>
            <p14:xfrm>
              <a:off x="4047853" y="1709933"/>
              <a:ext cx="291240" cy="256680"/>
            </p14:xfrm>
          </p:contentPart>
        </mc:Choice>
        <mc:Fallback xmlns="">
          <p:pic>
            <p:nvPicPr>
              <p:cNvPr id="22" name="Entrada de lápiz 21">
                <a:extLst>
                  <a:ext uri="{FF2B5EF4-FFF2-40B4-BE49-F238E27FC236}">
                    <a16:creationId xmlns:a16="http://schemas.microsoft.com/office/drawing/2014/main" id="{C90A1F1D-058B-DF6B-7C6A-F546E662686D}"/>
                  </a:ext>
                </a:extLst>
              </p:cNvPr>
              <p:cNvPicPr/>
              <p:nvPr/>
            </p:nvPicPr>
            <p:blipFill>
              <a:blip r:embed="rId12"/>
              <a:stretch>
                <a:fillRect/>
              </a:stretch>
            </p:blipFill>
            <p:spPr>
              <a:xfrm>
                <a:off x="4037413" y="1699133"/>
                <a:ext cx="31248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Entrada de lápiz 24">
                <a:extLst>
                  <a:ext uri="{FF2B5EF4-FFF2-40B4-BE49-F238E27FC236}">
                    <a16:creationId xmlns:a16="http://schemas.microsoft.com/office/drawing/2014/main" id="{BE7A8C59-88DF-F978-0439-1D1DE9A24B74}"/>
                  </a:ext>
                </a:extLst>
              </p14:cNvPr>
              <p14:cNvContentPartPr/>
              <p14:nvPr/>
            </p14:nvContentPartPr>
            <p14:xfrm>
              <a:off x="4429093" y="1754573"/>
              <a:ext cx="159120" cy="111600"/>
            </p14:xfrm>
          </p:contentPart>
        </mc:Choice>
        <mc:Fallback xmlns="">
          <p:pic>
            <p:nvPicPr>
              <p:cNvPr id="25" name="Entrada de lápiz 24">
                <a:extLst>
                  <a:ext uri="{FF2B5EF4-FFF2-40B4-BE49-F238E27FC236}">
                    <a16:creationId xmlns:a16="http://schemas.microsoft.com/office/drawing/2014/main" id="{BE7A8C59-88DF-F978-0439-1D1DE9A24B74}"/>
                  </a:ext>
                </a:extLst>
              </p:cNvPr>
              <p:cNvPicPr/>
              <p:nvPr/>
            </p:nvPicPr>
            <p:blipFill>
              <a:blip r:embed="rId14"/>
              <a:stretch>
                <a:fillRect/>
              </a:stretch>
            </p:blipFill>
            <p:spPr>
              <a:xfrm>
                <a:off x="4418293" y="1743773"/>
                <a:ext cx="1803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8" name="Entrada de lápiz 27">
                <a:extLst>
                  <a:ext uri="{FF2B5EF4-FFF2-40B4-BE49-F238E27FC236}">
                    <a16:creationId xmlns:a16="http://schemas.microsoft.com/office/drawing/2014/main" id="{C338A7F1-1CA6-B8E0-88C3-9B9A908ABE0D}"/>
                  </a:ext>
                </a:extLst>
              </p14:cNvPr>
              <p14:cNvContentPartPr/>
              <p14:nvPr/>
            </p14:nvContentPartPr>
            <p14:xfrm>
              <a:off x="4730413" y="1590413"/>
              <a:ext cx="312480" cy="392040"/>
            </p14:xfrm>
          </p:contentPart>
        </mc:Choice>
        <mc:Fallback xmlns="">
          <p:pic>
            <p:nvPicPr>
              <p:cNvPr id="28" name="Entrada de lápiz 27">
                <a:extLst>
                  <a:ext uri="{FF2B5EF4-FFF2-40B4-BE49-F238E27FC236}">
                    <a16:creationId xmlns:a16="http://schemas.microsoft.com/office/drawing/2014/main" id="{C338A7F1-1CA6-B8E0-88C3-9B9A908ABE0D}"/>
                  </a:ext>
                </a:extLst>
              </p:cNvPr>
              <p:cNvPicPr/>
              <p:nvPr/>
            </p:nvPicPr>
            <p:blipFill>
              <a:blip r:embed="rId16"/>
              <a:stretch>
                <a:fillRect/>
              </a:stretch>
            </p:blipFill>
            <p:spPr>
              <a:xfrm>
                <a:off x="4719973" y="1579973"/>
                <a:ext cx="33372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2" name="Entrada de lápiz 31">
                <a:extLst>
                  <a:ext uri="{FF2B5EF4-FFF2-40B4-BE49-F238E27FC236}">
                    <a16:creationId xmlns:a16="http://schemas.microsoft.com/office/drawing/2014/main" id="{6E1FF27E-072B-25FE-09F6-D605007F44DF}"/>
                  </a:ext>
                </a:extLst>
              </p14:cNvPr>
              <p14:cNvContentPartPr/>
              <p14:nvPr/>
            </p14:nvContentPartPr>
            <p14:xfrm>
              <a:off x="5132893" y="1638293"/>
              <a:ext cx="338760" cy="259560"/>
            </p14:xfrm>
          </p:contentPart>
        </mc:Choice>
        <mc:Fallback xmlns="">
          <p:pic>
            <p:nvPicPr>
              <p:cNvPr id="32" name="Entrada de lápiz 31">
                <a:extLst>
                  <a:ext uri="{FF2B5EF4-FFF2-40B4-BE49-F238E27FC236}">
                    <a16:creationId xmlns:a16="http://schemas.microsoft.com/office/drawing/2014/main" id="{6E1FF27E-072B-25FE-09F6-D605007F44DF}"/>
                  </a:ext>
                </a:extLst>
              </p:cNvPr>
              <p:cNvPicPr/>
              <p:nvPr/>
            </p:nvPicPr>
            <p:blipFill>
              <a:blip r:embed="rId18"/>
              <a:stretch>
                <a:fillRect/>
              </a:stretch>
            </p:blipFill>
            <p:spPr>
              <a:xfrm>
                <a:off x="5122104" y="1627493"/>
                <a:ext cx="359977"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5" name="Entrada de lápiz 34">
                <a:extLst>
                  <a:ext uri="{FF2B5EF4-FFF2-40B4-BE49-F238E27FC236}">
                    <a16:creationId xmlns:a16="http://schemas.microsoft.com/office/drawing/2014/main" id="{E07B3D53-7936-7FF3-F0B5-336EEB647309}"/>
                  </a:ext>
                </a:extLst>
              </p14:cNvPr>
              <p14:cNvContentPartPr/>
              <p14:nvPr/>
            </p14:nvContentPartPr>
            <p14:xfrm>
              <a:off x="5608813" y="1694093"/>
              <a:ext cx="153720" cy="193320"/>
            </p14:xfrm>
          </p:contentPart>
        </mc:Choice>
        <mc:Fallback xmlns="">
          <p:pic>
            <p:nvPicPr>
              <p:cNvPr id="35" name="Entrada de lápiz 34">
                <a:extLst>
                  <a:ext uri="{FF2B5EF4-FFF2-40B4-BE49-F238E27FC236}">
                    <a16:creationId xmlns:a16="http://schemas.microsoft.com/office/drawing/2014/main" id="{E07B3D53-7936-7FF3-F0B5-336EEB647309}"/>
                  </a:ext>
                </a:extLst>
              </p:cNvPr>
              <p:cNvPicPr/>
              <p:nvPr/>
            </p:nvPicPr>
            <p:blipFill>
              <a:blip r:embed="rId20"/>
              <a:stretch>
                <a:fillRect/>
              </a:stretch>
            </p:blipFill>
            <p:spPr>
              <a:xfrm>
                <a:off x="5598373" y="1683293"/>
                <a:ext cx="17496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9" name="Entrada de lápiz 38">
                <a:extLst>
                  <a:ext uri="{FF2B5EF4-FFF2-40B4-BE49-F238E27FC236}">
                    <a16:creationId xmlns:a16="http://schemas.microsoft.com/office/drawing/2014/main" id="{2C2C04A6-71B6-9868-ADFE-62DA7CAD4181}"/>
                  </a:ext>
                </a:extLst>
              </p14:cNvPr>
              <p14:cNvContentPartPr/>
              <p14:nvPr/>
            </p14:nvContentPartPr>
            <p14:xfrm>
              <a:off x="5857573" y="1611653"/>
              <a:ext cx="328320" cy="365400"/>
            </p14:xfrm>
          </p:contentPart>
        </mc:Choice>
        <mc:Fallback xmlns="">
          <p:pic>
            <p:nvPicPr>
              <p:cNvPr id="39" name="Entrada de lápiz 38">
                <a:extLst>
                  <a:ext uri="{FF2B5EF4-FFF2-40B4-BE49-F238E27FC236}">
                    <a16:creationId xmlns:a16="http://schemas.microsoft.com/office/drawing/2014/main" id="{2C2C04A6-71B6-9868-ADFE-62DA7CAD4181}"/>
                  </a:ext>
                </a:extLst>
              </p:cNvPr>
              <p:cNvPicPr/>
              <p:nvPr/>
            </p:nvPicPr>
            <p:blipFill>
              <a:blip r:embed="rId22"/>
              <a:stretch>
                <a:fillRect/>
              </a:stretch>
            </p:blipFill>
            <p:spPr>
              <a:xfrm>
                <a:off x="5847133" y="1601213"/>
                <a:ext cx="34956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3" name="Entrada de lápiz 42">
                <a:extLst>
                  <a:ext uri="{FF2B5EF4-FFF2-40B4-BE49-F238E27FC236}">
                    <a16:creationId xmlns:a16="http://schemas.microsoft.com/office/drawing/2014/main" id="{DBE85C4E-7795-8D0A-1D19-355B40A91DFE}"/>
                  </a:ext>
                </a:extLst>
              </p14:cNvPr>
              <p14:cNvContentPartPr/>
              <p14:nvPr/>
            </p14:nvContentPartPr>
            <p14:xfrm>
              <a:off x="6217573" y="1585373"/>
              <a:ext cx="307080" cy="360360"/>
            </p14:xfrm>
          </p:contentPart>
        </mc:Choice>
        <mc:Fallback xmlns="">
          <p:pic>
            <p:nvPicPr>
              <p:cNvPr id="43" name="Entrada de lápiz 42">
                <a:extLst>
                  <a:ext uri="{FF2B5EF4-FFF2-40B4-BE49-F238E27FC236}">
                    <a16:creationId xmlns:a16="http://schemas.microsoft.com/office/drawing/2014/main" id="{DBE85C4E-7795-8D0A-1D19-355B40A91DFE}"/>
                  </a:ext>
                </a:extLst>
              </p:cNvPr>
              <p:cNvPicPr/>
              <p:nvPr/>
            </p:nvPicPr>
            <p:blipFill>
              <a:blip r:embed="rId24"/>
              <a:stretch>
                <a:fillRect/>
              </a:stretch>
            </p:blipFill>
            <p:spPr>
              <a:xfrm>
                <a:off x="6206786" y="1574573"/>
                <a:ext cx="328295"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Entrada de lápiz 43">
                <a:extLst>
                  <a:ext uri="{FF2B5EF4-FFF2-40B4-BE49-F238E27FC236}">
                    <a16:creationId xmlns:a16="http://schemas.microsoft.com/office/drawing/2014/main" id="{07E371A4-B97C-DBC5-8DD0-15BACFA65146}"/>
                  </a:ext>
                </a:extLst>
              </p14:cNvPr>
              <p14:cNvContentPartPr/>
              <p14:nvPr/>
            </p14:nvContentPartPr>
            <p14:xfrm>
              <a:off x="1100989" y="2939693"/>
              <a:ext cx="3080160" cy="2656800"/>
            </p14:xfrm>
          </p:contentPart>
        </mc:Choice>
        <mc:Fallback xmlns="">
          <p:pic>
            <p:nvPicPr>
              <p:cNvPr id="44" name="Entrada de lápiz 43">
                <a:extLst>
                  <a:ext uri="{FF2B5EF4-FFF2-40B4-BE49-F238E27FC236}">
                    <a16:creationId xmlns:a16="http://schemas.microsoft.com/office/drawing/2014/main" id="{07E371A4-B97C-DBC5-8DD0-15BACFA65146}"/>
                  </a:ext>
                </a:extLst>
              </p:cNvPr>
              <p:cNvPicPr/>
              <p:nvPr/>
            </p:nvPicPr>
            <p:blipFill>
              <a:blip r:embed="rId26"/>
              <a:stretch>
                <a:fillRect/>
              </a:stretch>
            </p:blipFill>
            <p:spPr>
              <a:xfrm>
                <a:off x="1085509" y="2924573"/>
                <a:ext cx="3110760" cy="2687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6" name="Entrada de lápiz 45">
                <a:extLst>
                  <a:ext uri="{FF2B5EF4-FFF2-40B4-BE49-F238E27FC236}">
                    <a16:creationId xmlns:a16="http://schemas.microsoft.com/office/drawing/2014/main" id="{A2C7A68C-ACF5-1F7C-4869-C582987C030D}"/>
                  </a:ext>
                </a:extLst>
              </p14:cNvPr>
              <p14:cNvContentPartPr/>
              <p14:nvPr/>
            </p14:nvContentPartPr>
            <p14:xfrm>
              <a:off x="7434733" y="3045533"/>
              <a:ext cx="2979720" cy="2550960"/>
            </p14:xfrm>
          </p:contentPart>
        </mc:Choice>
        <mc:Fallback xmlns="">
          <p:pic>
            <p:nvPicPr>
              <p:cNvPr id="46" name="Entrada de lápiz 45">
                <a:extLst>
                  <a:ext uri="{FF2B5EF4-FFF2-40B4-BE49-F238E27FC236}">
                    <a16:creationId xmlns:a16="http://schemas.microsoft.com/office/drawing/2014/main" id="{A2C7A68C-ACF5-1F7C-4869-C582987C030D}"/>
                  </a:ext>
                </a:extLst>
              </p:cNvPr>
              <p:cNvPicPr/>
              <p:nvPr/>
            </p:nvPicPr>
            <p:blipFill>
              <a:blip r:embed="rId28"/>
              <a:stretch>
                <a:fillRect/>
              </a:stretch>
            </p:blipFill>
            <p:spPr>
              <a:xfrm>
                <a:off x="7419253" y="3030413"/>
                <a:ext cx="3009960" cy="2581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8" name="Entrada de lápiz 67">
                <a:extLst>
                  <a:ext uri="{FF2B5EF4-FFF2-40B4-BE49-F238E27FC236}">
                    <a16:creationId xmlns:a16="http://schemas.microsoft.com/office/drawing/2014/main" id="{24CCA7A9-7AAE-7082-C9BE-35E042279B8D}"/>
                  </a:ext>
                </a:extLst>
              </p14:cNvPr>
              <p14:cNvContentPartPr/>
              <p14:nvPr/>
            </p14:nvContentPartPr>
            <p14:xfrm>
              <a:off x="536773" y="2574653"/>
              <a:ext cx="653760" cy="360360"/>
            </p14:xfrm>
          </p:contentPart>
        </mc:Choice>
        <mc:Fallback xmlns="">
          <p:pic>
            <p:nvPicPr>
              <p:cNvPr id="68" name="Entrada de lápiz 67">
                <a:extLst>
                  <a:ext uri="{FF2B5EF4-FFF2-40B4-BE49-F238E27FC236}">
                    <a16:creationId xmlns:a16="http://schemas.microsoft.com/office/drawing/2014/main" id="{24CCA7A9-7AAE-7082-C9BE-35E042279B8D}"/>
                  </a:ext>
                </a:extLst>
              </p:cNvPr>
              <p:cNvPicPr/>
              <p:nvPr/>
            </p:nvPicPr>
            <p:blipFill>
              <a:blip r:embed="rId30"/>
              <a:stretch>
                <a:fillRect/>
              </a:stretch>
            </p:blipFill>
            <p:spPr>
              <a:xfrm>
                <a:off x="525979" y="2564213"/>
                <a:ext cx="674988"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9" name="Entrada de lápiz 78">
                <a:extLst>
                  <a:ext uri="{FF2B5EF4-FFF2-40B4-BE49-F238E27FC236}">
                    <a16:creationId xmlns:a16="http://schemas.microsoft.com/office/drawing/2014/main" id="{90A2D066-38E2-AAA1-E112-2A6B77414ED1}"/>
                  </a:ext>
                </a:extLst>
              </p14:cNvPr>
              <p14:cNvContentPartPr/>
              <p14:nvPr/>
            </p14:nvContentPartPr>
            <p14:xfrm>
              <a:off x="1238053" y="2434973"/>
              <a:ext cx="709200" cy="537120"/>
            </p14:xfrm>
          </p:contentPart>
        </mc:Choice>
        <mc:Fallback xmlns="">
          <p:pic>
            <p:nvPicPr>
              <p:cNvPr id="79" name="Entrada de lápiz 78">
                <a:extLst>
                  <a:ext uri="{FF2B5EF4-FFF2-40B4-BE49-F238E27FC236}">
                    <a16:creationId xmlns:a16="http://schemas.microsoft.com/office/drawing/2014/main" id="{90A2D066-38E2-AAA1-E112-2A6B77414ED1}"/>
                  </a:ext>
                </a:extLst>
              </p:cNvPr>
              <p:cNvPicPr/>
              <p:nvPr/>
            </p:nvPicPr>
            <p:blipFill>
              <a:blip r:embed="rId32"/>
              <a:stretch>
                <a:fillRect/>
              </a:stretch>
            </p:blipFill>
            <p:spPr>
              <a:xfrm>
                <a:off x="1227618" y="2424173"/>
                <a:ext cx="730429"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Entrada de lápiz 87">
                <a:extLst>
                  <a:ext uri="{FF2B5EF4-FFF2-40B4-BE49-F238E27FC236}">
                    <a16:creationId xmlns:a16="http://schemas.microsoft.com/office/drawing/2014/main" id="{617D4558-77DC-C328-7946-02858FDFAE06}"/>
                  </a:ext>
                </a:extLst>
              </p14:cNvPr>
              <p14:cNvContentPartPr/>
              <p14:nvPr/>
            </p14:nvContentPartPr>
            <p14:xfrm>
              <a:off x="6894733" y="2648813"/>
              <a:ext cx="614520" cy="365400"/>
            </p14:xfrm>
          </p:contentPart>
        </mc:Choice>
        <mc:Fallback xmlns="">
          <p:pic>
            <p:nvPicPr>
              <p:cNvPr id="88" name="Entrada de lápiz 87">
                <a:extLst>
                  <a:ext uri="{FF2B5EF4-FFF2-40B4-BE49-F238E27FC236}">
                    <a16:creationId xmlns:a16="http://schemas.microsoft.com/office/drawing/2014/main" id="{617D4558-77DC-C328-7946-02858FDFAE06}"/>
                  </a:ext>
                </a:extLst>
              </p:cNvPr>
              <p:cNvPicPr/>
              <p:nvPr/>
            </p:nvPicPr>
            <p:blipFill>
              <a:blip r:embed="rId34"/>
              <a:stretch>
                <a:fillRect/>
              </a:stretch>
            </p:blipFill>
            <p:spPr>
              <a:xfrm>
                <a:off x="6884287" y="2638373"/>
                <a:ext cx="635772"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93" name="Entrada de lápiz 92">
                <a:extLst>
                  <a:ext uri="{FF2B5EF4-FFF2-40B4-BE49-F238E27FC236}">
                    <a16:creationId xmlns:a16="http://schemas.microsoft.com/office/drawing/2014/main" id="{C04B8852-399E-36DC-8C0B-1DEC53565098}"/>
                  </a:ext>
                </a:extLst>
              </p14:cNvPr>
              <p14:cNvContentPartPr/>
              <p14:nvPr/>
            </p14:nvContentPartPr>
            <p14:xfrm>
              <a:off x="7535173" y="2691293"/>
              <a:ext cx="249120" cy="238320"/>
            </p14:xfrm>
          </p:contentPart>
        </mc:Choice>
        <mc:Fallback xmlns="">
          <p:pic>
            <p:nvPicPr>
              <p:cNvPr id="93" name="Entrada de lápiz 92">
                <a:extLst>
                  <a:ext uri="{FF2B5EF4-FFF2-40B4-BE49-F238E27FC236}">
                    <a16:creationId xmlns:a16="http://schemas.microsoft.com/office/drawing/2014/main" id="{C04B8852-399E-36DC-8C0B-1DEC53565098}"/>
                  </a:ext>
                </a:extLst>
              </p:cNvPr>
              <p:cNvPicPr/>
              <p:nvPr/>
            </p:nvPicPr>
            <p:blipFill>
              <a:blip r:embed="rId36"/>
              <a:stretch>
                <a:fillRect/>
              </a:stretch>
            </p:blipFill>
            <p:spPr>
              <a:xfrm>
                <a:off x="7524373" y="2680493"/>
                <a:ext cx="2703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8" name="Entrada de lápiz 97">
                <a:extLst>
                  <a:ext uri="{FF2B5EF4-FFF2-40B4-BE49-F238E27FC236}">
                    <a16:creationId xmlns:a16="http://schemas.microsoft.com/office/drawing/2014/main" id="{7F2C76D1-E759-297F-4920-B6F51CBD64CB}"/>
                  </a:ext>
                </a:extLst>
              </p14:cNvPr>
              <p14:cNvContentPartPr/>
              <p14:nvPr/>
            </p14:nvContentPartPr>
            <p14:xfrm>
              <a:off x="7837213" y="2516693"/>
              <a:ext cx="386280" cy="476640"/>
            </p14:xfrm>
          </p:contentPart>
        </mc:Choice>
        <mc:Fallback xmlns="">
          <p:pic>
            <p:nvPicPr>
              <p:cNvPr id="98" name="Entrada de lápiz 97">
                <a:extLst>
                  <a:ext uri="{FF2B5EF4-FFF2-40B4-BE49-F238E27FC236}">
                    <a16:creationId xmlns:a16="http://schemas.microsoft.com/office/drawing/2014/main" id="{7F2C76D1-E759-297F-4920-B6F51CBD64CB}"/>
                  </a:ext>
                </a:extLst>
              </p:cNvPr>
              <p:cNvPicPr/>
              <p:nvPr/>
            </p:nvPicPr>
            <p:blipFill>
              <a:blip r:embed="rId38"/>
              <a:stretch>
                <a:fillRect/>
              </a:stretch>
            </p:blipFill>
            <p:spPr>
              <a:xfrm>
                <a:off x="7826763" y="2505893"/>
                <a:ext cx="40754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13" name="Entrada de lápiz 112">
                <a:extLst>
                  <a:ext uri="{FF2B5EF4-FFF2-40B4-BE49-F238E27FC236}">
                    <a16:creationId xmlns:a16="http://schemas.microsoft.com/office/drawing/2014/main" id="{670E437B-C0FE-986F-AE10-FA02731CD06E}"/>
                  </a:ext>
                </a:extLst>
              </p14:cNvPr>
              <p14:cNvContentPartPr/>
              <p14:nvPr/>
            </p14:nvContentPartPr>
            <p14:xfrm>
              <a:off x="1534333" y="6141173"/>
              <a:ext cx="349560" cy="349560"/>
            </p14:xfrm>
          </p:contentPart>
        </mc:Choice>
        <mc:Fallback xmlns="">
          <p:pic>
            <p:nvPicPr>
              <p:cNvPr id="113" name="Entrada de lápiz 112">
                <a:extLst>
                  <a:ext uri="{FF2B5EF4-FFF2-40B4-BE49-F238E27FC236}">
                    <a16:creationId xmlns:a16="http://schemas.microsoft.com/office/drawing/2014/main" id="{670E437B-C0FE-986F-AE10-FA02731CD06E}"/>
                  </a:ext>
                </a:extLst>
              </p:cNvPr>
              <p:cNvPicPr/>
              <p:nvPr/>
            </p:nvPicPr>
            <p:blipFill>
              <a:blip r:embed="rId40"/>
              <a:stretch>
                <a:fillRect/>
              </a:stretch>
            </p:blipFill>
            <p:spPr>
              <a:xfrm>
                <a:off x="1523893" y="6130733"/>
                <a:ext cx="37080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14" name="Entrada de lápiz 113">
                <a:extLst>
                  <a:ext uri="{FF2B5EF4-FFF2-40B4-BE49-F238E27FC236}">
                    <a16:creationId xmlns:a16="http://schemas.microsoft.com/office/drawing/2014/main" id="{49E68355-A602-FC12-AEC9-F998EB183D1D}"/>
                  </a:ext>
                </a:extLst>
              </p14:cNvPr>
              <p14:cNvContentPartPr/>
              <p14:nvPr/>
            </p14:nvContentPartPr>
            <p14:xfrm>
              <a:off x="1920613" y="6216053"/>
              <a:ext cx="217440" cy="285480"/>
            </p14:xfrm>
          </p:contentPart>
        </mc:Choice>
        <mc:Fallback xmlns="">
          <p:pic>
            <p:nvPicPr>
              <p:cNvPr id="114" name="Entrada de lápiz 113">
                <a:extLst>
                  <a:ext uri="{FF2B5EF4-FFF2-40B4-BE49-F238E27FC236}">
                    <a16:creationId xmlns:a16="http://schemas.microsoft.com/office/drawing/2014/main" id="{49E68355-A602-FC12-AEC9-F998EB183D1D}"/>
                  </a:ext>
                </a:extLst>
              </p:cNvPr>
              <p:cNvPicPr/>
              <p:nvPr/>
            </p:nvPicPr>
            <p:blipFill>
              <a:blip r:embed="rId42"/>
              <a:stretch>
                <a:fillRect/>
              </a:stretch>
            </p:blipFill>
            <p:spPr>
              <a:xfrm>
                <a:off x="1910173" y="6205253"/>
                <a:ext cx="23868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17" name="Entrada de lápiz 116">
                <a:extLst>
                  <a:ext uri="{FF2B5EF4-FFF2-40B4-BE49-F238E27FC236}">
                    <a16:creationId xmlns:a16="http://schemas.microsoft.com/office/drawing/2014/main" id="{BFF33A91-B8FA-B43F-69E1-F287B06A2AE9}"/>
                  </a:ext>
                </a:extLst>
              </p14:cNvPr>
              <p14:cNvContentPartPr/>
              <p14:nvPr/>
            </p14:nvContentPartPr>
            <p14:xfrm>
              <a:off x="2169373" y="6352853"/>
              <a:ext cx="174960" cy="185400"/>
            </p14:xfrm>
          </p:contentPart>
        </mc:Choice>
        <mc:Fallback xmlns="">
          <p:pic>
            <p:nvPicPr>
              <p:cNvPr id="117" name="Entrada de lápiz 116">
                <a:extLst>
                  <a:ext uri="{FF2B5EF4-FFF2-40B4-BE49-F238E27FC236}">
                    <a16:creationId xmlns:a16="http://schemas.microsoft.com/office/drawing/2014/main" id="{BFF33A91-B8FA-B43F-69E1-F287B06A2AE9}"/>
                  </a:ext>
                </a:extLst>
              </p:cNvPr>
              <p:cNvPicPr/>
              <p:nvPr/>
            </p:nvPicPr>
            <p:blipFill>
              <a:blip r:embed="rId44"/>
              <a:stretch>
                <a:fillRect/>
              </a:stretch>
            </p:blipFill>
            <p:spPr>
              <a:xfrm>
                <a:off x="2158933" y="6342413"/>
                <a:ext cx="19980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22" name="Entrada de lápiz 121">
                <a:extLst>
                  <a:ext uri="{FF2B5EF4-FFF2-40B4-BE49-F238E27FC236}">
                    <a16:creationId xmlns:a16="http://schemas.microsoft.com/office/drawing/2014/main" id="{4CCA838B-5AA4-4601-9F51-A5734A6A4835}"/>
                  </a:ext>
                </a:extLst>
              </p14:cNvPr>
              <p14:cNvContentPartPr/>
              <p14:nvPr/>
            </p14:nvContentPartPr>
            <p14:xfrm>
              <a:off x="2391493" y="6268253"/>
              <a:ext cx="286200" cy="217440"/>
            </p14:xfrm>
          </p:contentPart>
        </mc:Choice>
        <mc:Fallback xmlns="">
          <p:pic>
            <p:nvPicPr>
              <p:cNvPr id="122" name="Entrada de lápiz 121">
                <a:extLst>
                  <a:ext uri="{FF2B5EF4-FFF2-40B4-BE49-F238E27FC236}">
                    <a16:creationId xmlns:a16="http://schemas.microsoft.com/office/drawing/2014/main" id="{4CCA838B-5AA4-4601-9F51-A5734A6A4835}"/>
                  </a:ext>
                </a:extLst>
              </p:cNvPr>
              <p:cNvPicPr/>
              <p:nvPr/>
            </p:nvPicPr>
            <p:blipFill>
              <a:blip r:embed="rId46"/>
              <a:stretch>
                <a:fillRect/>
              </a:stretch>
            </p:blipFill>
            <p:spPr>
              <a:xfrm>
                <a:off x="2381053" y="6257813"/>
                <a:ext cx="3074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26" name="Entrada de lápiz 125">
                <a:extLst>
                  <a:ext uri="{FF2B5EF4-FFF2-40B4-BE49-F238E27FC236}">
                    <a16:creationId xmlns:a16="http://schemas.microsoft.com/office/drawing/2014/main" id="{433CE301-9106-892B-96C5-86FE7C551DB3}"/>
                  </a:ext>
                </a:extLst>
              </p14:cNvPr>
              <p14:cNvContentPartPr/>
              <p14:nvPr/>
            </p14:nvContentPartPr>
            <p14:xfrm>
              <a:off x="2730253" y="6316133"/>
              <a:ext cx="243720" cy="243360"/>
            </p14:xfrm>
          </p:contentPart>
        </mc:Choice>
        <mc:Fallback xmlns="">
          <p:pic>
            <p:nvPicPr>
              <p:cNvPr id="126" name="Entrada de lápiz 125">
                <a:extLst>
                  <a:ext uri="{FF2B5EF4-FFF2-40B4-BE49-F238E27FC236}">
                    <a16:creationId xmlns:a16="http://schemas.microsoft.com/office/drawing/2014/main" id="{433CE301-9106-892B-96C5-86FE7C551DB3}"/>
                  </a:ext>
                </a:extLst>
              </p:cNvPr>
              <p:cNvPicPr/>
              <p:nvPr/>
            </p:nvPicPr>
            <p:blipFill>
              <a:blip r:embed="rId48"/>
              <a:stretch>
                <a:fillRect/>
              </a:stretch>
            </p:blipFill>
            <p:spPr>
              <a:xfrm>
                <a:off x="2719813" y="6305349"/>
                <a:ext cx="264960" cy="264569"/>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27" name="Entrada de lápiz 126">
                <a:extLst>
                  <a:ext uri="{FF2B5EF4-FFF2-40B4-BE49-F238E27FC236}">
                    <a16:creationId xmlns:a16="http://schemas.microsoft.com/office/drawing/2014/main" id="{266BF8C4-1318-A12C-E956-3DD0EB4D2285}"/>
                  </a:ext>
                </a:extLst>
              </p14:cNvPr>
              <p14:cNvContentPartPr/>
              <p14:nvPr/>
            </p14:nvContentPartPr>
            <p14:xfrm>
              <a:off x="3016813" y="6162413"/>
              <a:ext cx="79200" cy="381240"/>
            </p14:xfrm>
          </p:contentPart>
        </mc:Choice>
        <mc:Fallback xmlns="">
          <p:pic>
            <p:nvPicPr>
              <p:cNvPr id="127" name="Entrada de lápiz 126">
                <a:extLst>
                  <a:ext uri="{FF2B5EF4-FFF2-40B4-BE49-F238E27FC236}">
                    <a16:creationId xmlns:a16="http://schemas.microsoft.com/office/drawing/2014/main" id="{266BF8C4-1318-A12C-E956-3DD0EB4D2285}"/>
                  </a:ext>
                </a:extLst>
              </p:cNvPr>
              <p:cNvPicPr/>
              <p:nvPr/>
            </p:nvPicPr>
            <p:blipFill>
              <a:blip r:embed="rId50"/>
              <a:stretch>
                <a:fillRect/>
              </a:stretch>
            </p:blipFill>
            <p:spPr>
              <a:xfrm>
                <a:off x="3006013" y="6151973"/>
                <a:ext cx="10044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34" name="Entrada de lápiz 133">
                <a:extLst>
                  <a:ext uri="{FF2B5EF4-FFF2-40B4-BE49-F238E27FC236}">
                    <a16:creationId xmlns:a16="http://schemas.microsoft.com/office/drawing/2014/main" id="{7E06636E-9E95-D89E-A5E2-51E92392C2D4}"/>
                  </a:ext>
                </a:extLst>
              </p14:cNvPr>
              <p14:cNvContentPartPr/>
              <p14:nvPr/>
            </p14:nvContentPartPr>
            <p14:xfrm>
              <a:off x="3148213" y="6123173"/>
              <a:ext cx="825840" cy="462960"/>
            </p14:xfrm>
          </p:contentPart>
        </mc:Choice>
        <mc:Fallback xmlns="">
          <p:pic>
            <p:nvPicPr>
              <p:cNvPr id="134" name="Entrada de lápiz 133">
                <a:extLst>
                  <a:ext uri="{FF2B5EF4-FFF2-40B4-BE49-F238E27FC236}">
                    <a16:creationId xmlns:a16="http://schemas.microsoft.com/office/drawing/2014/main" id="{7E06636E-9E95-D89E-A5E2-51E92392C2D4}"/>
                  </a:ext>
                </a:extLst>
              </p:cNvPr>
              <p:cNvPicPr/>
              <p:nvPr/>
            </p:nvPicPr>
            <p:blipFill>
              <a:blip r:embed="rId52"/>
              <a:stretch>
                <a:fillRect/>
              </a:stretch>
            </p:blipFill>
            <p:spPr>
              <a:xfrm>
                <a:off x="3137773" y="6112373"/>
                <a:ext cx="847080" cy="4842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35" name="Entrada de lápiz 134">
                <a:extLst>
                  <a:ext uri="{FF2B5EF4-FFF2-40B4-BE49-F238E27FC236}">
                    <a16:creationId xmlns:a16="http://schemas.microsoft.com/office/drawing/2014/main" id="{6C2DDE54-504D-C0AD-1A7E-1E3BB02FAC75}"/>
                  </a:ext>
                </a:extLst>
              </p14:cNvPr>
              <p14:cNvContentPartPr/>
              <p14:nvPr/>
            </p14:nvContentPartPr>
            <p14:xfrm>
              <a:off x="4074493" y="6088253"/>
              <a:ext cx="116640" cy="354960"/>
            </p14:xfrm>
          </p:contentPart>
        </mc:Choice>
        <mc:Fallback xmlns="">
          <p:pic>
            <p:nvPicPr>
              <p:cNvPr id="135" name="Entrada de lápiz 134">
                <a:extLst>
                  <a:ext uri="{FF2B5EF4-FFF2-40B4-BE49-F238E27FC236}">
                    <a16:creationId xmlns:a16="http://schemas.microsoft.com/office/drawing/2014/main" id="{6C2DDE54-504D-C0AD-1A7E-1E3BB02FAC75}"/>
                  </a:ext>
                </a:extLst>
              </p:cNvPr>
              <p:cNvPicPr/>
              <p:nvPr/>
            </p:nvPicPr>
            <p:blipFill>
              <a:blip r:embed="rId54"/>
              <a:stretch>
                <a:fillRect/>
              </a:stretch>
            </p:blipFill>
            <p:spPr>
              <a:xfrm>
                <a:off x="4063693" y="6077813"/>
                <a:ext cx="13788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43" name="Entrada de lápiz 142">
                <a:extLst>
                  <a:ext uri="{FF2B5EF4-FFF2-40B4-BE49-F238E27FC236}">
                    <a16:creationId xmlns:a16="http://schemas.microsoft.com/office/drawing/2014/main" id="{41685E34-FB95-0D20-F47D-AC132275486B}"/>
                  </a:ext>
                </a:extLst>
              </p14:cNvPr>
              <p14:cNvContentPartPr/>
              <p14:nvPr/>
            </p14:nvContentPartPr>
            <p14:xfrm>
              <a:off x="4259533" y="6145853"/>
              <a:ext cx="825840" cy="355680"/>
            </p14:xfrm>
          </p:contentPart>
        </mc:Choice>
        <mc:Fallback xmlns="">
          <p:pic>
            <p:nvPicPr>
              <p:cNvPr id="143" name="Entrada de lápiz 142">
                <a:extLst>
                  <a:ext uri="{FF2B5EF4-FFF2-40B4-BE49-F238E27FC236}">
                    <a16:creationId xmlns:a16="http://schemas.microsoft.com/office/drawing/2014/main" id="{41685E34-FB95-0D20-F47D-AC132275486B}"/>
                  </a:ext>
                </a:extLst>
              </p:cNvPr>
              <p:cNvPicPr/>
              <p:nvPr/>
            </p:nvPicPr>
            <p:blipFill>
              <a:blip r:embed="rId56"/>
              <a:stretch>
                <a:fillRect/>
              </a:stretch>
            </p:blipFill>
            <p:spPr>
              <a:xfrm>
                <a:off x="4249093" y="6135402"/>
                <a:ext cx="847080" cy="376942"/>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44" name="Entrada de lápiz 143">
                <a:extLst>
                  <a:ext uri="{FF2B5EF4-FFF2-40B4-BE49-F238E27FC236}">
                    <a16:creationId xmlns:a16="http://schemas.microsoft.com/office/drawing/2014/main" id="{E537F147-2369-1730-AEB2-E53C707CD56D}"/>
                  </a:ext>
                </a:extLst>
              </p14:cNvPr>
              <p14:cNvContentPartPr/>
              <p14:nvPr/>
            </p14:nvContentPartPr>
            <p14:xfrm>
              <a:off x="5106253" y="6061973"/>
              <a:ext cx="84960" cy="450000"/>
            </p14:xfrm>
          </p:contentPart>
        </mc:Choice>
        <mc:Fallback xmlns="">
          <p:pic>
            <p:nvPicPr>
              <p:cNvPr id="144" name="Entrada de lápiz 143">
                <a:extLst>
                  <a:ext uri="{FF2B5EF4-FFF2-40B4-BE49-F238E27FC236}">
                    <a16:creationId xmlns:a16="http://schemas.microsoft.com/office/drawing/2014/main" id="{E537F147-2369-1730-AEB2-E53C707CD56D}"/>
                  </a:ext>
                </a:extLst>
              </p:cNvPr>
              <p:cNvPicPr/>
              <p:nvPr/>
            </p:nvPicPr>
            <p:blipFill>
              <a:blip r:embed="rId58"/>
              <a:stretch>
                <a:fillRect/>
              </a:stretch>
            </p:blipFill>
            <p:spPr>
              <a:xfrm>
                <a:off x="5095813" y="6051173"/>
                <a:ext cx="10620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50" name="Entrada de lápiz 149">
                <a:extLst>
                  <a:ext uri="{FF2B5EF4-FFF2-40B4-BE49-F238E27FC236}">
                    <a16:creationId xmlns:a16="http://schemas.microsoft.com/office/drawing/2014/main" id="{E8EB21CA-7B83-4149-8C28-3E9F9CD225E5}"/>
                  </a:ext>
                </a:extLst>
              </p14:cNvPr>
              <p14:cNvContentPartPr/>
              <p14:nvPr/>
            </p14:nvContentPartPr>
            <p14:xfrm>
              <a:off x="7382173" y="6088253"/>
              <a:ext cx="777600" cy="439560"/>
            </p14:xfrm>
          </p:contentPart>
        </mc:Choice>
        <mc:Fallback xmlns="">
          <p:pic>
            <p:nvPicPr>
              <p:cNvPr id="150" name="Entrada de lápiz 149">
                <a:extLst>
                  <a:ext uri="{FF2B5EF4-FFF2-40B4-BE49-F238E27FC236}">
                    <a16:creationId xmlns:a16="http://schemas.microsoft.com/office/drawing/2014/main" id="{E8EB21CA-7B83-4149-8C28-3E9F9CD225E5}"/>
                  </a:ext>
                </a:extLst>
              </p:cNvPr>
              <p:cNvPicPr/>
              <p:nvPr/>
            </p:nvPicPr>
            <p:blipFill>
              <a:blip r:embed="rId60"/>
              <a:stretch>
                <a:fillRect/>
              </a:stretch>
            </p:blipFill>
            <p:spPr>
              <a:xfrm>
                <a:off x="7371733" y="6077813"/>
                <a:ext cx="79884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55" name="Entrada de lápiz 154">
                <a:extLst>
                  <a:ext uri="{FF2B5EF4-FFF2-40B4-BE49-F238E27FC236}">
                    <a16:creationId xmlns:a16="http://schemas.microsoft.com/office/drawing/2014/main" id="{CB50D17B-A0C4-B917-AC01-91B77EA23098}"/>
                  </a:ext>
                </a:extLst>
              </p14:cNvPr>
              <p14:cNvContentPartPr/>
              <p14:nvPr/>
            </p14:nvContentPartPr>
            <p14:xfrm>
              <a:off x="8223133" y="6226133"/>
              <a:ext cx="296640" cy="264960"/>
            </p14:xfrm>
          </p:contentPart>
        </mc:Choice>
        <mc:Fallback xmlns="">
          <p:pic>
            <p:nvPicPr>
              <p:cNvPr id="155" name="Entrada de lápiz 154">
                <a:extLst>
                  <a:ext uri="{FF2B5EF4-FFF2-40B4-BE49-F238E27FC236}">
                    <a16:creationId xmlns:a16="http://schemas.microsoft.com/office/drawing/2014/main" id="{CB50D17B-A0C4-B917-AC01-91B77EA23098}"/>
                  </a:ext>
                </a:extLst>
              </p:cNvPr>
              <p:cNvPicPr/>
              <p:nvPr/>
            </p:nvPicPr>
            <p:blipFill>
              <a:blip r:embed="rId62"/>
              <a:stretch>
                <a:fillRect/>
              </a:stretch>
            </p:blipFill>
            <p:spPr>
              <a:xfrm>
                <a:off x="8212333" y="6215333"/>
                <a:ext cx="31788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59" name="Entrada de lápiz 158">
                <a:extLst>
                  <a:ext uri="{FF2B5EF4-FFF2-40B4-BE49-F238E27FC236}">
                    <a16:creationId xmlns:a16="http://schemas.microsoft.com/office/drawing/2014/main" id="{AAFDC613-4DA6-4864-4C7C-C63BD3C05498}"/>
                  </a:ext>
                </a:extLst>
              </p14:cNvPr>
              <p14:cNvContentPartPr/>
              <p14:nvPr/>
            </p14:nvContentPartPr>
            <p14:xfrm>
              <a:off x="8556493" y="6297053"/>
              <a:ext cx="275400" cy="252000"/>
            </p14:xfrm>
          </p:contentPart>
        </mc:Choice>
        <mc:Fallback xmlns="">
          <p:pic>
            <p:nvPicPr>
              <p:cNvPr id="159" name="Entrada de lápiz 158">
                <a:extLst>
                  <a:ext uri="{FF2B5EF4-FFF2-40B4-BE49-F238E27FC236}">
                    <a16:creationId xmlns:a16="http://schemas.microsoft.com/office/drawing/2014/main" id="{AAFDC613-4DA6-4864-4C7C-C63BD3C05498}"/>
                  </a:ext>
                </a:extLst>
              </p:cNvPr>
              <p:cNvPicPr/>
              <p:nvPr/>
            </p:nvPicPr>
            <p:blipFill>
              <a:blip r:embed="rId64"/>
              <a:stretch>
                <a:fillRect/>
              </a:stretch>
            </p:blipFill>
            <p:spPr>
              <a:xfrm>
                <a:off x="8545693" y="6286613"/>
                <a:ext cx="29664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63" name="Entrada de lápiz 162">
                <a:extLst>
                  <a:ext uri="{FF2B5EF4-FFF2-40B4-BE49-F238E27FC236}">
                    <a16:creationId xmlns:a16="http://schemas.microsoft.com/office/drawing/2014/main" id="{0BE89267-53E2-F50F-06A7-814A8B1C7A18}"/>
                  </a:ext>
                </a:extLst>
              </p14:cNvPr>
              <p14:cNvContentPartPr/>
              <p14:nvPr/>
            </p14:nvContentPartPr>
            <p14:xfrm>
              <a:off x="8879413" y="6120653"/>
              <a:ext cx="375840" cy="438840"/>
            </p14:xfrm>
          </p:contentPart>
        </mc:Choice>
        <mc:Fallback xmlns="">
          <p:pic>
            <p:nvPicPr>
              <p:cNvPr id="163" name="Entrada de lápiz 162">
                <a:extLst>
                  <a:ext uri="{FF2B5EF4-FFF2-40B4-BE49-F238E27FC236}">
                    <a16:creationId xmlns:a16="http://schemas.microsoft.com/office/drawing/2014/main" id="{0BE89267-53E2-F50F-06A7-814A8B1C7A18}"/>
                  </a:ext>
                </a:extLst>
              </p:cNvPr>
              <p:cNvPicPr/>
              <p:nvPr/>
            </p:nvPicPr>
            <p:blipFill>
              <a:blip r:embed="rId66"/>
              <a:stretch>
                <a:fillRect/>
              </a:stretch>
            </p:blipFill>
            <p:spPr>
              <a:xfrm>
                <a:off x="8868623" y="6110213"/>
                <a:ext cx="39706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68" name="Entrada de lápiz 167">
                <a:extLst>
                  <a:ext uri="{FF2B5EF4-FFF2-40B4-BE49-F238E27FC236}">
                    <a16:creationId xmlns:a16="http://schemas.microsoft.com/office/drawing/2014/main" id="{69EDEC5E-0E53-E868-21A0-E6DB491EB02A}"/>
                  </a:ext>
                </a:extLst>
              </p14:cNvPr>
              <p14:cNvContentPartPr/>
              <p14:nvPr/>
            </p14:nvContentPartPr>
            <p14:xfrm>
              <a:off x="9421213" y="6146573"/>
              <a:ext cx="765360" cy="460800"/>
            </p14:xfrm>
          </p:contentPart>
        </mc:Choice>
        <mc:Fallback xmlns="">
          <p:pic>
            <p:nvPicPr>
              <p:cNvPr id="168" name="Entrada de lápiz 167">
                <a:extLst>
                  <a:ext uri="{FF2B5EF4-FFF2-40B4-BE49-F238E27FC236}">
                    <a16:creationId xmlns:a16="http://schemas.microsoft.com/office/drawing/2014/main" id="{69EDEC5E-0E53-E868-21A0-E6DB491EB02A}"/>
                  </a:ext>
                </a:extLst>
              </p:cNvPr>
              <p:cNvPicPr/>
              <p:nvPr/>
            </p:nvPicPr>
            <p:blipFill>
              <a:blip r:embed="rId68"/>
              <a:stretch>
                <a:fillRect/>
              </a:stretch>
            </p:blipFill>
            <p:spPr>
              <a:xfrm>
                <a:off x="9410773" y="6136133"/>
                <a:ext cx="786600" cy="4820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69" name="Entrada de lápiz 168">
                <a:extLst>
                  <a:ext uri="{FF2B5EF4-FFF2-40B4-BE49-F238E27FC236}">
                    <a16:creationId xmlns:a16="http://schemas.microsoft.com/office/drawing/2014/main" id="{F1EEAF77-6DB9-25C2-A7DE-32BB409E3B67}"/>
                  </a:ext>
                </a:extLst>
              </p14:cNvPr>
              <p14:cNvContentPartPr/>
              <p14:nvPr/>
            </p14:nvContentPartPr>
            <p14:xfrm>
              <a:off x="10228693" y="6104453"/>
              <a:ext cx="111600" cy="397080"/>
            </p14:xfrm>
          </p:contentPart>
        </mc:Choice>
        <mc:Fallback xmlns="">
          <p:pic>
            <p:nvPicPr>
              <p:cNvPr id="169" name="Entrada de lápiz 168">
                <a:extLst>
                  <a:ext uri="{FF2B5EF4-FFF2-40B4-BE49-F238E27FC236}">
                    <a16:creationId xmlns:a16="http://schemas.microsoft.com/office/drawing/2014/main" id="{F1EEAF77-6DB9-25C2-A7DE-32BB409E3B67}"/>
                  </a:ext>
                </a:extLst>
              </p:cNvPr>
              <p:cNvPicPr/>
              <p:nvPr/>
            </p:nvPicPr>
            <p:blipFill>
              <a:blip r:embed="rId70"/>
              <a:stretch>
                <a:fillRect/>
              </a:stretch>
            </p:blipFill>
            <p:spPr>
              <a:xfrm>
                <a:off x="10217893" y="6093653"/>
                <a:ext cx="13284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76" name="Entrada de lápiz 175">
                <a:extLst>
                  <a:ext uri="{FF2B5EF4-FFF2-40B4-BE49-F238E27FC236}">
                    <a16:creationId xmlns:a16="http://schemas.microsoft.com/office/drawing/2014/main" id="{BC4FDD7A-CBB2-8E40-0A33-B38236F4333E}"/>
                  </a:ext>
                </a:extLst>
              </p14:cNvPr>
              <p14:cNvContentPartPr/>
              <p14:nvPr/>
            </p14:nvContentPartPr>
            <p14:xfrm>
              <a:off x="10387453" y="6231173"/>
              <a:ext cx="254160" cy="238320"/>
            </p14:xfrm>
          </p:contentPart>
        </mc:Choice>
        <mc:Fallback xmlns="">
          <p:pic>
            <p:nvPicPr>
              <p:cNvPr id="176" name="Entrada de lápiz 175">
                <a:extLst>
                  <a:ext uri="{FF2B5EF4-FFF2-40B4-BE49-F238E27FC236}">
                    <a16:creationId xmlns:a16="http://schemas.microsoft.com/office/drawing/2014/main" id="{BC4FDD7A-CBB2-8E40-0A33-B38236F4333E}"/>
                  </a:ext>
                </a:extLst>
              </p:cNvPr>
              <p:cNvPicPr/>
              <p:nvPr/>
            </p:nvPicPr>
            <p:blipFill>
              <a:blip r:embed="rId72"/>
              <a:stretch>
                <a:fillRect/>
              </a:stretch>
            </p:blipFill>
            <p:spPr>
              <a:xfrm>
                <a:off x="10376668" y="6220733"/>
                <a:ext cx="27537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80" name="Entrada de lápiz 179">
                <a:extLst>
                  <a:ext uri="{FF2B5EF4-FFF2-40B4-BE49-F238E27FC236}">
                    <a16:creationId xmlns:a16="http://schemas.microsoft.com/office/drawing/2014/main" id="{E661C98B-F798-C68F-1A36-978299E1F306}"/>
                  </a:ext>
                </a:extLst>
              </p14:cNvPr>
              <p14:cNvContentPartPr/>
              <p14:nvPr/>
            </p14:nvContentPartPr>
            <p14:xfrm>
              <a:off x="10715413" y="6159533"/>
              <a:ext cx="323280" cy="374040"/>
            </p14:xfrm>
          </p:contentPart>
        </mc:Choice>
        <mc:Fallback xmlns="">
          <p:pic>
            <p:nvPicPr>
              <p:cNvPr id="180" name="Entrada de lápiz 179">
                <a:extLst>
                  <a:ext uri="{FF2B5EF4-FFF2-40B4-BE49-F238E27FC236}">
                    <a16:creationId xmlns:a16="http://schemas.microsoft.com/office/drawing/2014/main" id="{E661C98B-F798-C68F-1A36-978299E1F306}"/>
                  </a:ext>
                </a:extLst>
              </p:cNvPr>
              <p:cNvPicPr/>
              <p:nvPr/>
            </p:nvPicPr>
            <p:blipFill>
              <a:blip r:embed="rId74"/>
              <a:stretch>
                <a:fillRect/>
              </a:stretch>
            </p:blipFill>
            <p:spPr>
              <a:xfrm>
                <a:off x="10704973" y="6149083"/>
                <a:ext cx="344520" cy="3953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86" name="Entrada de lápiz 185">
                <a:extLst>
                  <a:ext uri="{FF2B5EF4-FFF2-40B4-BE49-F238E27FC236}">
                    <a16:creationId xmlns:a16="http://schemas.microsoft.com/office/drawing/2014/main" id="{59D42005-6D11-DEF4-2A36-E87E64EF3BB5}"/>
                  </a:ext>
                </a:extLst>
              </p14:cNvPr>
              <p14:cNvContentPartPr/>
              <p14:nvPr/>
            </p14:nvContentPartPr>
            <p14:xfrm>
              <a:off x="11070013" y="6077813"/>
              <a:ext cx="375840" cy="550800"/>
            </p14:xfrm>
          </p:contentPart>
        </mc:Choice>
        <mc:Fallback xmlns="">
          <p:pic>
            <p:nvPicPr>
              <p:cNvPr id="186" name="Entrada de lápiz 185">
                <a:extLst>
                  <a:ext uri="{FF2B5EF4-FFF2-40B4-BE49-F238E27FC236}">
                    <a16:creationId xmlns:a16="http://schemas.microsoft.com/office/drawing/2014/main" id="{59D42005-6D11-DEF4-2A36-E87E64EF3BB5}"/>
                  </a:ext>
                </a:extLst>
              </p:cNvPr>
              <p:cNvPicPr/>
              <p:nvPr/>
            </p:nvPicPr>
            <p:blipFill>
              <a:blip r:embed="rId76"/>
              <a:stretch>
                <a:fillRect/>
              </a:stretch>
            </p:blipFill>
            <p:spPr>
              <a:xfrm>
                <a:off x="11059223" y="6067373"/>
                <a:ext cx="397060" cy="572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96" name="Entrada de lápiz 195">
                <a:extLst>
                  <a:ext uri="{FF2B5EF4-FFF2-40B4-BE49-F238E27FC236}">
                    <a16:creationId xmlns:a16="http://schemas.microsoft.com/office/drawing/2014/main" id="{BD314307-8156-1FC9-4463-4B72890410C9}"/>
                  </a:ext>
                </a:extLst>
              </p14:cNvPr>
              <p14:cNvContentPartPr/>
              <p14:nvPr/>
            </p14:nvContentPartPr>
            <p14:xfrm>
              <a:off x="1407253" y="5559413"/>
              <a:ext cx="222840" cy="317880"/>
            </p14:xfrm>
          </p:contentPart>
        </mc:Choice>
        <mc:Fallback xmlns="">
          <p:pic>
            <p:nvPicPr>
              <p:cNvPr id="196" name="Entrada de lápiz 195">
                <a:extLst>
                  <a:ext uri="{FF2B5EF4-FFF2-40B4-BE49-F238E27FC236}">
                    <a16:creationId xmlns:a16="http://schemas.microsoft.com/office/drawing/2014/main" id="{BD314307-8156-1FC9-4463-4B72890410C9}"/>
                  </a:ext>
                </a:extLst>
              </p:cNvPr>
              <p:cNvPicPr/>
              <p:nvPr/>
            </p:nvPicPr>
            <p:blipFill>
              <a:blip r:embed="rId78"/>
              <a:stretch>
                <a:fillRect/>
              </a:stretch>
            </p:blipFill>
            <p:spPr>
              <a:xfrm>
                <a:off x="1396796" y="5548613"/>
                <a:ext cx="244114"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203" name="Entrada de lápiz 202">
                <a:extLst>
                  <a:ext uri="{FF2B5EF4-FFF2-40B4-BE49-F238E27FC236}">
                    <a16:creationId xmlns:a16="http://schemas.microsoft.com/office/drawing/2014/main" id="{51967870-E16C-0C73-8070-E400199BBBB5}"/>
                  </a:ext>
                </a:extLst>
              </p14:cNvPr>
              <p14:cNvContentPartPr/>
              <p14:nvPr/>
            </p14:nvContentPartPr>
            <p14:xfrm>
              <a:off x="1481413" y="4781453"/>
              <a:ext cx="32400" cy="730440"/>
            </p14:xfrm>
          </p:contentPart>
        </mc:Choice>
        <mc:Fallback xmlns="">
          <p:pic>
            <p:nvPicPr>
              <p:cNvPr id="203" name="Entrada de lápiz 202">
                <a:extLst>
                  <a:ext uri="{FF2B5EF4-FFF2-40B4-BE49-F238E27FC236}">
                    <a16:creationId xmlns:a16="http://schemas.microsoft.com/office/drawing/2014/main" id="{51967870-E16C-0C73-8070-E400199BBBB5}"/>
                  </a:ext>
                </a:extLst>
              </p:cNvPr>
              <p:cNvPicPr/>
              <p:nvPr/>
            </p:nvPicPr>
            <p:blipFill>
              <a:blip r:embed="rId80"/>
              <a:stretch>
                <a:fillRect/>
              </a:stretch>
            </p:blipFill>
            <p:spPr>
              <a:xfrm>
                <a:off x="1470856" y="4770653"/>
                <a:ext cx="53879" cy="7516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207" name="Entrada de lápiz 206">
                <a:extLst>
                  <a:ext uri="{FF2B5EF4-FFF2-40B4-BE49-F238E27FC236}">
                    <a16:creationId xmlns:a16="http://schemas.microsoft.com/office/drawing/2014/main" id="{783D8328-3BB2-2B2E-C2B4-18B7A60B4787}"/>
                  </a:ext>
                </a:extLst>
              </p14:cNvPr>
              <p14:cNvContentPartPr/>
              <p14:nvPr/>
            </p14:nvContentPartPr>
            <p14:xfrm>
              <a:off x="1073893" y="4770653"/>
              <a:ext cx="418680" cy="37440"/>
            </p14:xfrm>
          </p:contentPart>
        </mc:Choice>
        <mc:Fallback xmlns="">
          <p:pic>
            <p:nvPicPr>
              <p:cNvPr id="207" name="Entrada de lápiz 206">
                <a:extLst>
                  <a:ext uri="{FF2B5EF4-FFF2-40B4-BE49-F238E27FC236}">
                    <a16:creationId xmlns:a16="http://schemas.microsoft.com/office/drawing/2014/main" id="{783D8328-3BB2-2B2E-C2B4-18B7A60B4787}"/>
                  </a:ext>
                </a:extLst>
              </p:cNvPr>
              <p:cNvPicPr/>
              <p:nvPr/>
            </p:nvPicPr>
            <p:blipFill>
              <a:blip r:embed="rId82"/>
              <a:stretch>
                <a:fillRect/>
              </a:stretch>
            </p:blipFill>
            <p:spPr>
              <a:xfrm>
                <a:off x="1063444" y="4760213"/>
                <a:ext cx="439938"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09" name="Entrada de lápiz 208">
                <a:extLst>
                  <a:ext uri="{FF2B5EF4-FFF2-40B4-BE49-F238E27FC236}">
                    <a16:creationId xmlns:a16="http://schemas.microsoft.com/office/drawing/2014/main" id="{F59AEE86-0E00-5A9B-6501-0638CE738446}"/>
                  </a:ext>
                </a:extLst>
              </p14:cNvPr>
              <p14:cNvContentPartPr/>
              <p14:nvPr/>
            </p14:nvContentPartPr>
            <p14:xfrm>
              <a:off x="10027453" y="5580293"/>
              <a:ext cx="10800" cy="164520"/>
            </p14:xfrm>
          </p:contentPart>
        </mc:Choice>
        <mc:Fallback xmlns="">
          <p:pic>
            <p:nvPicPr>
              <p:cNvPr id="209" name="Entrada de lápiz 208">
                <a:extLst>
                  <a:ext uri="{FF2B5EF4-FFF2-40B4-BE49-F238E27FC236}">
                    <a16:creationId xmlns:a16="http://schemas.microsoft.com/office/drawing/2014/main" id="{F59AEE86-0E00-5A9B-6501-0638CE738446}"/>
                  </a:ext>
                </a:extLst>
              </p:cNvPr>
              <p:cNvPicPr/>
              <p:nvPr/>
            </p:nvPicPr>
            <p:blipFill>
              <a:blip r:embed="rId84"/>
              <a:stretch>
                <a:fillRect/>
              </a:stretch>
            </p:blipFill>
            <p:spPr>
              <a:xfrm>
                <a:off x="10017013" y="5569853"/>
                <a:ext cx="320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14" name="Entrada de lápiz 213">
                <a:extLst>
                  <a:ext uri="{FF2B5EF4-FFF2-40B4-BE49-F238E27FC236}">
                    <a16:creationId xmlns:a16="http://schemas.microsoft.com/office/drawing/2014/main" id="{22C9E45F-67A3-3757-A284-85B719C4B9A0}"/>
                  </a:ext>
                </a:extLst>
              </p14:cNvPr>
              <p14:cNvContentPartPr/>
              <p14:nvPr/>
            </p14:nvContentPartPr>
            <p14:xfrm>
              <a:off x="9916573" y="5770733"/>
              <a:ext cx="291240" cy="174960"/>
            </p14:xfrm>
          </p:contentPart>
        </mc:Choice>
        <mc:Fallback xmlns="">
          <p:pic>
            <p:nvPicPr>
              <p:cNvPr id="214" name="Entrada de lápiz 213">
                <a:extLst>
                  <a:ext uri="{FF2B5EF4-FFF2-40B4-BE49-F238E27FC236}">
                    <a16:creationId xmlns:a16="http://schemas.microsoft.com/office/drawing/2014/main" id="{22C9E45F-67A3-3757-A284-85B719C4B9A0}"/>
                  </a:ext>
                </a:extLst>
              </p:cNvPr>
              <p:cNvPicPr/>
              <p:nvPr/>
            </p:nvPicPr>
            <p:blipFill>
              <a:blip r:embed="rId86"/>
              <a:stretch>
                <a:fillRect/>
              </a:stretch>
            </p:blipFill>
            <p:spPr>
              <a:xfrm>
                <a:off x="9905773" y="5760293"/>
                <a:ext cx="3124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29" name="Entrada de lápiz 228">
                <a:extLst>
                  <a:ext uri="{FF2B5EF4-FFF2-40B4-BE49-F238E27FC236}">
                    <a16:creationId xmlns:a16="http://schemas.microsoft.com/office/drawing/2014/main" id="{7CFC5EAC-755A-726C-A360-C130A76EC4DB}"/>
                  </a:ext>
                </a:extLst>
              </p14:cNvPr>
              <p14:cNvContentPartPr/>
              <p14:nvPr/>
            </p14:nvContentPartPr>
            <p14:xfrm>
              <a:off x="9979933" y="4765613"/>
              <a:ext cx="58320" cy="868320"/>
            </p14:xfrm>
          </p:contentPart>
        </mc:Choice>
        <mc:Fallback xmlns="">
          <p:pic>
            <p:nvPicPr>
              <p:cNvPr id="229" name="Entrada de lápiz 228">
                <a:extLst>
                  <a:ext uri="{FF2B5EF4-FFF2-40B4-BE49-F238E27FC236}">
                    <a16:creationId xmlns:a16="http://schemas.microsoft.com/office/drawing/2014/main" id="{7CFC5EAC-755A-726C-A360-C130A76EC4DB}"/>
                  </a:ext>
                </a:extLst>
              </p:cNvPr>
              <p:cNvPicPr/>
              <p:nvPr/>
            </p:nvPicPr>
            <p:blipFill>
              <a:blip r:embed="rId88"/>
              <a:stretch>
                <a:fillRect/>
              </a:stretch>
            </p:blipFill>
            <p:spPr>
              <a:xfrm>
                <a:off x="9969199" y="4754813"/>
                <a:ext cx="79430" cy="889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45" name="Entrada de lápiz 244">
                <a:extLst>
                  <a:ext uri="{FF2B5EF4-FFF2-40B4-BE49-F238E27FC236}">
                    <a16:creationId xmlns:a16="http://schemas.microsoft.com/office/drawing/2014/main" id="{24F0217F-56B4-7F35-3306-70ACDCEE71CB}"/>
                  </a:ext>
                </a:extLst>
              </p14:cNvPr>
              <p14:cNvContentPartPr/>
              <p14:nvPr/>
            </p14:nvContentPartPr>
            <p14:xfrm>
              <a:off x="9291973" y="4765613"/>
              <a:ext cx="630360" cy="32040"/>
            </p14:xfrm>
          </p:contentPart>
        </mc:Choice>
        <mc:Fallback xmlns="">
          <p:pic>
            <p:nvPicPr>
              <p:cNvPr id="245" name="Entrada de lápiz 244">
                <a:extLst>
                  <a:ext uri="{FF2B5EF4-FFF2-40B4-BE49-F238E27FC236}">
                    <a16:creationId xmlns:a16="http://schemas.microsoft.com/office/drawing/2014/main" id="{24F0217F-56B4-7F35-3306-70ACDCEE71CB}"/>
                  </a:ext>
                </a:extLst>
              </p:cNvPr>
              <p:cNvPicPr/>
              <p:nvPr/>
            </p:nvPicPr>
            <p:blipFill>
              <a:blip r:embed="rId90"/>
              <a:stretch>
                <a:fillRect/>
              </a:stretch>
            </p:blipFill>
            <p:spPr>
              <a:xfrm>
                <a:off x="9281527" y="4754813"/>
                <a:ext cx="651612"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48" name="Entrada de lápiz 247">
                <a:extLst>
                  <a:ext uri="{FF2B5EF4-FFF2-40B4-BE49-F238E27FC236}">
                    <a16:creationId xmlns:a16="http://schemas.microsoft.com/office/drawing/2014/main" id="{90EEC4AD-36F3-FBFC-0A58-384EAF502CCB}"/>
                  </a:ext>
                </a:extLst>
              </p14:cNvPr>
              <p14:cNvContentPartPr/>
              <p14:nvPr/>
            </p14:nvContentPartPr>
            <p14:xfrm>
              <a:off x="8466493" y="4776053"/>
              <a:ext cx="603360" cy="26640"/>
            </p14:xfrm>
          </p:contentPart>
        </mc:Choice>
        <mc:Fallback xmlns="">
          <p:pic>
            <p:nvPicPr>
              <p:cNvPr id="248" name="Entrada de lápiz 247">
                <a:extLst>
                  <a:ext uri="{FF2B5EF4-FFF2-40B4-BE49-F238E27FC236}">
                    <a16:creationId xmlns:a16="http://schemas.microsoft.com/office/drawing/2014/main" id="{90EEC4AD-36F3-FBFC-0A58-384EAF502CCB}"/>
                  </a:ext>
                </a:extLst>
              </p:cNvPr>
              <p:cNvPicPr/>
              <p:nvPr/>
            </p:nvPicPr>
            <p:blipFill>
              <a:blip r:embed="rId92"/>
              <a:stretch>
                <a:fillRect/>
              </a:stretch>
            </p:blipFill>
            <p:spPr>
              <a:xfrm>
                <a:off x="8455699" y="4765613"/>
                <a:ext cx="624587"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51" name="Entrada de lápiz 250">
                <a:extLst>
                  <a:ext uri="{FF2B5EF4-FFF2-40B4-BE49-F238E27FC236}">
                    <a16:creationId xmlns:a16="http://schemas.microsoft.com/office/drawing/2014/main" id="{25613BAF-1489-F08B-D94D-D5F2E7B32FD3}"/>
                  </a:ext>
                </a:extLst>
              </p14:cNvPr>
              <p14:cNvContentPartPr/>
              <p14:nvPr/>
            </p14:nvContentPartPr>
            <p14:xfrm>
              <a:off x="7630573" y="4760213"/>
              <a:ext cx="582120" cy="37440"/>
            </p14:xfrm>
          </p:contentPart>
        </mc:Choice>
        <mc:Fallback xmlns="">
          <p:pic>
            <p:nvPicPr>
              <p:cNvPr id="251" name="Entrada de lápiz 250">
                <a:extLst>
                  <a:ext uri="{FF2B5EF4-FFF2-40B4-BE49-F238E27FC236}">
                    <a16:creationId xmlns:a16="http://schemas.microsoft.com/office/drawing/2014/main" id="{25613BAF-1489-F08B-D94D-D5F2E7B32FD3}"/>
                  </a:ext>
                </a:extLst>
              </p:cNvPr>
              <p:cNvPicPr/>
              <p:nvPr/>
            </p:nvPicPr>
            <p:blipFill>
              <a:blip r:embed="rId94"/>
              <a:stretch>
                <a:fillRect/>
              </a:stretch>
            </p:blipFill>
            <p:spPr>
              <a:xfrm>
                <a:off x="7619780" y="4749413"/>
                <a:ext cx="603347"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52" name="Entrada de lápiz 251">
                <a:extLst>
                  <a:ext uri="{FF2B5EF4-FFF2-40B4-BE49-F238E27FC236}">
                    <a16:creationId xmlns:a16="http://schemas.microsoft.com/office/drawing/2014/main" id="{84A42AD1-FEFB-F052-77F9-A49DF3077AB2}"/>
                  </a:ext>
                </a:extLst>
              </p14:cNvPr>
              <p14:cNvContentPartPr/>
              <p14:nvPr/>
            </p14:nvContentPartPr>
            <p14:xfrm>
              <a:off x="7302253" y="4770653"/>
              <a:ext cx="217440" cy="32040"/>
            </p14:xfrm>
          </p:contentPart>
        </mc:Choice>
        <mc:Fallback xmlns="">
          <p:pic>
            <p:nvPicPr>
              <p:cNvPr id="252" name="Entrada de lápiz 251">
                <a:extLst>
                  <a:ext uri="{FF2B5EF4-FFF2-40B4-BE49-F238E27FC236}">
                    <a16:creationId xmlns:a16="http://schemas.microsoft.com/office/drawing/2014/main" id="{84A42AD1-FEFB-F052-77F9-A49DF3077AB2}"/>
                  </a:ext>
                </a:extLst>
              </p:cNvPr>
              <p:cNvPicPr/>
              <p:nvPr/>
            </p:nvPicPr>
            <p:blipFill>
              <a:blip r:embed="rId96"/>
              <a:stretch>
                <a:fillRect/>
              </a:stretch>
            </p:blipFill>
            <p:spPr>
              <a:xfrm>
                <a:off x="7291813" y="4760213"/>
                <a:ext cx="2386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53" name="Entrada de lápiz 252">
                <a:extLst>
                  <a:ext uri="{FF2B5EF4-FFF2-40B4-BE49-F238E27FC236}">
                    <a16:creationId xmlns:a16="http://schemas.microsoft.com/office/drawing/2014/main" id="{EA252AA2-519F-C1A6-E110-52073DCD806D}"/>
                  </a:ext>
                </a:extLst>
              </p14:cNvPr>
              <p14:cNvContentPartPr/>
              <p14:nvPr/>
            </p14:nvContentPartPr>
            <p14:xfrm>
              <a:off x="1042213" y="4744373"/>
              <a:ext cx="73440" cy="74520"/>
            </p14:xfrm>
          </p:contentPart>
        </mc:Choice>
        <mc:Fallback xmlns="">
          <p:pic>
            <p:nvPicPr>
              <p:cNvPr id="253" name="Entrada de lápiz 252">
                <a:extLst>
                  <a:ext uri="{FF2B5EF4-FFF2-40B4-BE49-F238E27FC236}">
                    <a16:creationId xmlns:a16="http://schemas.microsoft.com/office/drawing/2014/main" id="{EA252AA2-519F-C1A6-E110-52073DCD806D}"/>
                  </a:ext>
                </a:extLst>
              </p:cNvPr>
              <p:cNvPicPr/>
              <p:nvPr/>
            </p:nvPicPr>
            <p:blipFill>
              <a:blip r:embed="rId98"/>
              <a:stretch>
                <a:fillRect/>
              </a:stretch>
            </p:blipFill>
            <p:spPr>
              <a:xfrm>
                <a:off x="1031773" y="4733573"/>
                <a:ext cx="946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54" name="Entrada de lápiz 253">
                <a:extLst>
                  <a:ext uri="{FF2B5EF4-FFF2-40B4-BE49-F238E27FC236}">
                    <a16:creationId xmlns:a16="http://schemas.microsoft.com/office/drawing/2014/main" id="{BC97B031-91E2-31DC-256F-99F0D40F1DEF}"/>
                  </a:ext>
                </a:extLst>
              </p14:cNvPr>
              <p14:cNvContentPartPr/>
              <p14:nvPr/>
            </p14:nvContentPartPr>
            <p14:xfrm>
              <a:off x="7344733" y="4754813"/>
              <a:ext cx="111600" cy="79560"/>
            </p14:xfrm>
          </p:contentPart>
        </mc:Choice>
        <mc:Fallback xmlns="">
          <p:pic>
            <p:nvPicPr>
              <p:cNvPr id="254" name="Entrada de lápiz 253">
                <a:extLst>
                  <a:ext uri="{FF2B5EF4-FFF2-40B4-BE49-F238E27FC236}">
                    <a16:creationId xmlns:a16="http://schemas.microsoft.com/office/drawing/2014/main" id="{BC97B031-91E2-31DC-256F-99F0D40F1DEF}"/>
                  </a:ext>
                </a:extLst>
              </p:cNvPr>
              <p:cNvPicPr/>
              <p:nvPr/>
            </p:nvPicPr>
            <p:blipFill>
              <a:blip r:embed="rId100"/>
              <a:stretch>
                <a:fillRect/>
              </a:stretch>
            </p:blipFill>
            <p:spPr>
              <a:xfrm>
                <a:off x="7333933" y="4744373"/>
                <a:ext cx="132840" cy="100800"/>
              </a:xfrm>
              <a:prstGeom prst="rect">
                <a:avLst/>
              </a:prstGeom>
            </p:spPr>
          </p:pic>
        </mc:Fallback>
      </mc:AlternateContent>
    </p:spTree>
    <p:extLst>
      <p:ext uri="{BB962C8B-B14F-4D97-AF65-F5344CB8AC3E}">
        <p14:creationId xmlns:p14="http://schemas.microsoft.com/office/powerpoint/2010/main" val="2662080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7095-668A-C3E5-9279-7C950A3259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BA5141-3601-DA9A-E549-D131754216AC}"/>
              </a:ext>
            </a:extLst>
          </p:cNvPr>
          <p:cNvSpPr>
            <a:spLocks noGrp="1"/>
          </p:cNvSpPr>
          <p:nvPr>
            <p:ph type="title"/>
          </p:nvPr>
        </p:nvSpPr>
        <p:spPr>
          <a:xfrm>
            <a:off x="613930" y="41292"/>
            <a:ext cx="11317707" cy="646331"/>
          </a:xfrm>
        </p:spPr>
        <p:txBody>
          <a:bodyPr>
            <a:normAutofit fontScale="90000"/>
          </a:bodyPr>
          <a:lstStyle/>
          <a:p>
            <a:r>
              <a:rPr lang="es-ES_tradnl" dirty="0"/>
              <a:t>									</a:t>
            </a:r>
            <a:r>
              <a:rPr lang="es-ES_tradnl" sz="2200" dirty="0"/>
              <a:t>Regresión Logística</a:t>
            </a:r>
            <a:br>
              <a:rPr lang="es-ES_tradnl" dirty="0"/>
            </a:br>
            <a:r>
              <a:rPr lang="es-ES_tradnl" dirty="0"/>
              <a:t>Función de error</a:t>
            </a:r>
          </a:p>
        </p:txBody>
      </p:sp>
      <mc:AlternateContent xmlns:mc="http://schemas.openxmlformats.org/markup-compatibility/2006" xmlns:p14="http://schemas.microsoft.com/office/powerpoint/2010/main">
        <mc:Choice Requires="p14">
          <p:contentPart p14:bwMode="auto" r:id="rId3">
            <p14:nvContentPartPr>
              <p14:cNvPr id="23" name="Entrada de lápiz 22">
                <a:extLst>
                  <a:ext uri="{FF2B5EF4-FFF2-40B4-BE49-F238E27FC236}">
                    <a16:creationId xmlns:a16="http://schemas.microsoft.com/office/drawing/2014/main" id="{03F22F0F-0D9F-7C7B-1AFC-74E906905DE8}"/>
                  </a:ext>
                </a:extLst>
              </p14:cNvPr>
              <p14:cNvContentPartPr/>
              <p14:nvPr/>
            </p14:nvContentPartPr>
            <p14:xfrm>
              <a:off x="693013" y="2033933"/>
              <a:ext cx="714960" cy="402480"/>
            </p14:xfrm>
          </p:contentPart>
        </mc:Choice>
        <mc:Fallback xmlns="">
          <p:pic>
            <p:nvPicPr>
              <p:cNvPr id="23" name="Entrada de lápiz 22">
                <a:extLst>
                  <a:ext uri="{FF2B5EF4-FFF2-40B4-BE49-F238E27FC236}">
                    <a16:creationId xmlns:a16="http://schemas.microsoft.com/office/drawing/2014/main" id="{03F22F0F-0D9F-7C7B-1AFC-74E906905DE8}"/>
                  </a:ext>
                </a:extLst>
              </p:cNvPr>
              <p:cNvPicPr/>
              <p:nvPr/>
            </p:nvPicPr>
            <p:blipFill>
              <a:blip r:embed="rId4"/>
              <a:stretch>
                <a:fillRect/>
              </a:stretch>
            </p:blipFill>
            <p:spPr>
              <a:xfrm>
                <a:off x="682568" y="2023493"/>
                <a:ext cx="736211"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Entrada de lápiz 23">
                <a:extLst>
                  <a:ext uri="{FF2B5EF4-FFF2-40B4-BE49-F238E27FC236}">
                    <a16:creationId xmlns:a16="http://schemas.microsoft.com/office/drawing/2014/main" id="{8A75F814-BB23-DDC1-1671-2BBEDFDE8E64}"/>
                  </a:ext>
                </a:extLst>
              </p14:cNvPr>
              <p14:cNvContentPartPr/>
              <p14:nvPr/>
            </p14:nvContentPartPr>
            <p14:xfrm>
              <a:off x="1545133" y="2256053"/>
              <a:ext cx="74520" cy="127440"/>
            </p14:xfrm>
          </p:contentPart>
        </mc:Choice>
        <mc:Fallback xmlns="">
          <p:pic>
            <p:nvPicPr>
              <p:cNvPr id="24" name="Entrada de lápiz 23">
                <a:extLst>
                  <a:ext uri="{FF2B5EF4-FFF2-40B4-BE49-F238E27FC236}">
                    <a16:creationId xmlns:a16="http://schemas.microsoft.com/office/drawing/2014/main" id="{8A75F814-BB23-DDC1-1671-2BBEDFDE8E64}"/>
                  </a:ext>
                </a:extLst>
              </p:cNvPr>
              <p:cNvPicPr/>
              <p:nvPr/>
            </p:nvPicPr>
            <p:blipFill>
              <a:blip r:embed="rId6"/>
              <a:stretch>
                <a:fillRect/>
              </a:stretch>
            </p:blipFill>
            <p:spPr>
              <a:xfrm>
                <a:off x="1534333" y="2245613"/>
                <a:ext cx="957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6" name="Entrada de lápiz 25">
                <a:extLst>
                  <a:ext uri="{FF2B5EF4-FFF2-40B4-BE49-F238E27FC236}">
                    <a16:creationId xmlns:a16="http://schemas.microsoft.com/office/drawing/2014/main" id="{C6132A62-3D3E-36A9-2880-574B563EE814}"/>
                  </a:ext>
                </a:extLst>
              </p14:cNvPr>
              <p14:cNvContentPartPr/>
              <p14:nvPr/>
            </p14:nvContentPartPr>
            <p14:xfrm>
              <a:off x="1941853" y="2049773"/>
              <a:ext cx="116640" cy="286200"/>
            </p14:xfrm>
          </p:contentPart>
        </mc:Choice>
        <mc:Fallback xmlns="">
          <p:pic>
            <p:nvPicPr>
              <p:cNvPr id="26" name="Entrada de lápiz 25">
                <a:extLst>
                  <a:ext uri="{FF2B5EF4-FFF2-40B4-BE49-F238E27FC236}">
                    <a16:creationId xmlns:a16="http://schemas.microsoft.com/office/drawing/2014/main" id="{C6132A62-3D3E-36A9-2880-574B563EE814}"/>
                  </a:ext>
                </a:extLst>
              </p:cNvPr>
              <p:cNvPicPr/>
              <p:nvPr/>
            </p:nvPicPr>
            <p:blipFill>
              <a:blip r:embed="rId8"/>
              <a:stretch>
                <a:fillRect/>
              </a:stretch>
            </p:blipFill>
            <p:spPr>
              <a:xfrm>
                <a:off x="1931413" y="2039333"/>
                <a:ext cx="1378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4" name="Entrada de lápiz 33">
                <a:extLst>
                  <a:ext uri="{FF2B5EF4-FFF2-40B4-BE49-F238E27FC236}">
                    <a16:creationId xmlns:a16="http://schemas.microsoft.com/office/drawing/2014/main" id="{EEC96D5B-4289-9ACD-28FA-061114E09536}"/>
                  </a:ext>
                </a:extLst>
              </p14:cNvPr>
              <p14:cNvContentPartPr/>
              <p14:nvPr/>
            </p14:nvContentPartPr>
            <p14:xfrm>
              <a:off x="2259373" y="2012693"/>
              <a:ext cx="497880" cy="370800"/>
            </p14:xfrm>
          </p:contentPart>
        </mc:Choice>
        <mc:Fallback xmlns="">
          <p:pic>
            <p:nvPicPr>
              <p:cNvPr id="34" name="Entrada de lápiz 33">
                <a:extLst>
                  <a:ext uri="{FF2B5EF4-FFF2-40B4-BE49-F238E27FC236}">
                    <a16:creationId xmlns:a16="http://schemas.microsoft.com/office/drawing/2014/main" id="{EEC96D5B-4289-9ACD-28FA-061114E09536}"/>
                  </a:ext>
                </a:extLst>
              </p:cNvPr>
              <p:cNvPicPr/>
              <p:nvPr/>
            </p:nvPicPr>
            <p:blipFill>
              <a:blip r:embed="rId10"/>
              <a:stretch>
                <a:fillRect/>
              </a:stretch>
            </p:blipFill>
            <p:spPr>
              <a:xfrm>
                <a:off x="2248573" y="2002253"/>
                <a:ext cx="51912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1" name="Entrada de lápiz 40">
                <a:extLst>
                  <a:ext uri="{FF2B5EF4-FFF2-40B4-BE49-F238E27FC236}">
                    <a16:creationId xmlns:a16="http://schemas.microsoft.com/office/drawing/2014/main" id="{F622BDAE-3155-CAA4-64D5-CD20CD4FD403}"/>
                  </a:ext>
                </a:extLst>
              </p14:cNvPr>
              <p14:cNvContentPartPr/>
              <p14:nvPr/>
            </p14:nvContentPartPr>
            <p14:xfrm>
              <a:off x="2830693" y="2161013"/>
              <a:ext cx="275400" cy="243720"/>
            </p14:xfrm>
          </p:contentPart>
        </mc:Choice>
        <mc:Fallback xmlns="">
          <p:pic>
            <p:nvPicPr>
              <p:cNvPr id="41" name="Entrada de lápiz 40">
                <a:extLst>
                  <a:ext uri="{FF2B5EF4-FFF2-40B4-BE49-F238E27FC236}">
                    <a16:creationId xmlns:a16="http://schemas.microsoft.com/office/drawing/2014/main" id="{F622BDAE-3155-CAA4-64D5-CD20CD4FD403}"/>
                  </a:ext>
                </a:extLst>
              </p:cNvPr>
              <p:cNvPicPr/>
              <p:nvPr/>
            </p:nvPicPr>
            <p:blipFill>
              <a:blip r:embed="rId12"/>
              <a:stretch>
                <a:fillRect/>
              </a:stretch>
            </p:blipFill>
            <p:spPr>
              <a:xfrm>
                <a:off x="2820253" y="2150213"/>
                <a:ext cx="29664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9" name="Entrada de lápiz 48">
                <a:extLst>
                  <a:ext uri="{FF2B5EF4-FFF2-40B4-BE49-F238E27FC236}">
                    <a16:creationId xmlns:a16="http://schemas.microsoft.com/office/drawing/2014/main" id="{1510D0D1-C111-3FB9-6C62-A5E631512A58}"/>
                  </a:ext>
                </a:extLst>
              </p14:cNvPr>
              <p14:cNvContentPartPr/>
              <p14:nvPr/>
            </p14:nvContentPartPr>
            <p14:xfrm>
              <a:off x="3185293" y="1943933"/>
              <a:ext cx="413280" cy="497160"/>
            </p14:xfrm>
          </p:contentPart>
        </mc:Choice>
        <mc:Fallback xmlns="">
          <p:pic>
            <p:nvPicPr>
              <p:cNvPr id="49" name="Entrada de lápiz 48">
                <a:extLst>
                  <a:ext uri="{FF2B5EF4-FFF2-40B4-BE49-F238E27FC236}">
                    <a16:creationId xmlns:a16="http://schemas.microsoft.com/office/drawing/2014/main" id="{1510D0D1-C111-3FB9-6C62-A5E631512A58}"/>
                  </a:ext>
                </a:extLst>
              </p:cNvPr>
              <p:cNvPicPr/>
              <p:nvPr/>
            </p:nvPicPr>
            <p:blipFill>
              <a:blip r:embed="rId14"/>
              <a:stretch>
                <a:fillRect/>
              </a:stretch>
            </p:blipFill>
            <p:spPr>
              <a:xfrm>
                <a:off x="3174853" y="1933493"/>
                <a:ext cx="434520"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0" name="Entrada de lápiz 49">
                <a:extLst>
                  <a:ext uri="{FF2B5EF4-FFF2-40B4-BE49-F238E27FC236}">
                    <a16:creationId xmlns:a16="http://schemas.microsoft.com/office/drawing/2014/main" id="{F52D8CFE-3E27-63EE-EB9F-DC0FB50379D5}"/>
                  </a:ext>
                </a:extLst>
              </p14:cNvPr>
              <p14:cNvContentPartPr/>
              <p14:nvPr/>
            </p14:nvContentPartPr>
            <p14:xfrm>
              <a:off x="3725653" y="2224373"/>
              <a:ext cx="147960" cy="5760"/>
            </p14:xfrm>
          </p:contentPart>
        </mc:Choice>
        <mc:Fallback xmlns="">
          <p:pic>
            <p:nvPicPr>
              <p:cNvPr id="50" name="Entrada de lápiz 49">
                <a:extLst>
                  <a:ext uri="{FF2B5EF4-FFF2-40B4-BE49-F238E27FC236}">
                    <a16:creationId xmlns:a16="http://schemas.microsoft.com/office/drawing/2014/main" id="{F52D8CFE-3E27-63EE-EB9F-DC0FB50379D5}"/>
                  </a:ext>
                </a:extLst>
              </p:cNvPr>
              <p:cNvPicPr/>
              <p:nvPr/>
            </p:nvPicPr>
            <p:blipFill>
              <a:blip r:embed="rId16"/>
              <a:stretch>
                <a:fillRect/>
              </a:stretch>
            </p:blipFill>
            <p:spPr>
              <a:xfrm>
                <a:off x="3714853" y="2212853"/>
                <a:ext cx="169200" cy="28416"/>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1" name="Entrada de lápiz 50">
                <a:extLst>
                  <a:ext uri="{FF2B5EF4-FFF2-40B4-BE49-F238E27FC236}">
                    <a16:creationId xmlns:a16="http://schemas.microsoft.com/office/drawing/2014/main" id="{856B4E50-F713-4B05-4AAA-FB86C2E6F7CE}"/>
                  </a:ext>
                </a:extLst>
              </p14:cNvPr>
              <p14:cNvContentPartPr/>
              <p14:nvPr/>
            </p14:nvContentPartPr>
            <p14:xfrm>
              <a:off x="3712333" y="2134373"/>
              <a:ext cx="129600" cy="5760"/>
            </p14:xfrm>
          </p:contentPart>
        </mc:Choice>
        <mc:Fallback xmlns="">
          <p:pic>
            <p:nvPicPr>
              <p:cNvPr id="51" name="Entrada de lápiz 50">
                <a:extLst>
                  <a:ext uri="{FF2B5EF4-FFF2-40B4-BE49-F238E27FC236}">
                    <a16:creationId xmlns:a16="http://schemas.microsoft.com/office/drawing/2014/main" id="{856B4E50-F713-4B05-4AAA-FB86C2E6F7CE}"/>
                  </a:ext>
                </a:extLst>
              </p:cNvPr>
              <p:cNvPicPr/>
              <p:nvPr/>
            </p:nvPicPr>
            <p:blipFill>
              <a:blip r:embed="rId18"/>
              <a:stretch>
                <a:fillRect/>
              </a:stretch>
            </p:blipFill>
            <p:spPr>
              <a:xfrm>
                <a:off x="3701533" y="2122853"/>
                <a:ext cx="150840" cy="28416"/>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57" name="Entrada de lápiz 56">
                <a:extLst>
                  <a:ext uri="{FF2B5EF4-FFF2-40B4-BE49-F238E27FC236}">
                    <a16:creationId xmlns:a16="http://schemas.microsoft.com/office/drawing/2014/main" id="{55830F71-0FE4-D23E-4A26-03925A3A8611}"/>
                  </a:ext>
                </a:extLst>
              </p14:cNvPr>
              <p14:cNvContentPartPr/>
              <p14:nvPr/>
            </p14:nvContentPartPr>
            <p14:xfrm>
              <a:off x="3994933" y="2203133"/>
              <a:ext cx="164520" cy="5760"/>
            </p14:xfrm>
          </p:contentPart>
        </mc:Choice>
        <mc:Fallback xmlns="">
          <p:pic>
            <p:nvPicPr>
              <p:cNvPr id="57" name="Entrada de lápiz 56">
                <a:extLst>
                  <a:ext uri="{FF2B5EF4-FFF2-40B4-BE49-F238E27FC236}">
                    <a16:creationId xmlns:a16="http://schemas.microsoft.com/office/drawing/2014/main" id="{55830F71-0FE4-D23E-4A26-03925A3A8611}"/>
                  </a:ext>
                </a:extLst>
              </p:cNvPr>
              <p:cNvPicPr/>
              <p:nvPr/>
            </p:nvPicPr>
            <p:blipFill>
              <a:blip r:embed="rId20"/>
              <a:stretch>
                <a:fillRect/>
              </a:stretch>
            </p:blipFill>
            <p:spPr>
              <a:xfrm>
                <a:off x="3984109" y="2192333"/>
                <a:ext cx="185807"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8" name="Entrada de lápiz 57">
                <a:extLst>
                  <a:ext uri="{FF2B5EF4-FFF2-40B4-BE49-F238E27FC236}">
                    <a16:creationId xmlns:a16="http://schemas.microsoft.com/office/drawing/2014/main" id="{9B313CF1-5751-1A94-5AC2-55FB4D6197F7}"/>
                  </a:ext>
                </a:extLst>
              </p14:cNvPr>
              <p14:cNvContentPartPr/>
              <p14:nvPr/>
            </p14:nvContentPartPr>
            <p14:xfrm>
              <a:off x="4249093" y="1955093"/>
              <a:ext cx="26640" cy="354240"/>
            </p14:xfrm>
          </p:contentPart>
        </mc:Choice>
        <mc:Fallback xmlns="">
          <p:pic>
            <p:nvPicPr>
              <p:cNvPr id="58" name="Entrada de lápiz 57">
                <a:extLst>
                  <a:ext uri="{FF2B5EF4-FFF2-40B4-BE49-F238E27FC236}">
                    <a16:creationId xmlns:a16="http://schemas.microsoft.com/office/drawing/2014/main" id="{9B313CF1-5751-1A94-5AC2-55FB4D6197F7}"/>
                  </a:ext>
                </a:extLst>
              </p:cNvPr>
              <p:cNvPicPr/>
              <p:nvPr/>
            </p:nvPicPr>
            <p:blipFill>
              <a:blip r:embed="rId22"/>
              <a:stretch>
                <a:fillRect/>
              </a:stretch>
            </p:blipFill>
            <p:spPr>
              <a:xfrm>
                <a:off x="4238437" y="1944293"/>
                <a:ext cx="47597"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9" name="Entrada de lápiz 58">
                <a:extLst>
                  <a:ext uri="{FF2B5EF4-FFF2-40B4-BE49-F238E27FC236}">
                    <a16:creationId xmlns:a16="http://schemas.microsoft.com/office/drawing/2014/main" id="{13617E5E-6050-B80E-5E6C-6B03D81A6AC4}"/>
                  </a:ext>
                </a:extLst>
              </p14:cNvPr>
              <p14:cNvContentPartPr/>
              <p14:nvPr/>
            </p14:nvContentPartPr>
            <p14:xfrm>
              <a:off x="4376173" y="2134373"/>
              <a:ext cx="127440" cy="153720"/>
            </p14:xfrm>
          </p:contentPart>
        </mc:Choice>
        <mc:Fallback xmlns="">
          <p:pic>
            <p:nvPicPr>
              <p:cNvPr id="59" name="Entrada de lápiz 58">
                <a:extLst>
                  <a:ext uri="{FF2B5EF4-FFF2-40B4-BE49-F238E27FC236}">
                    <a16:creationId xmlns:a16="http://schemas.microsoft.com/office/drawing/2014/main" id="{13617E5E-6050-B80E-5E6C-6B03D81A6AC4}"/>
                  </a:ext>
                </a:extLst>
              </p:cNvPr>
              <p:cNvPicPr/>
              <p:nvPr/>
            </p:nvPicPr>
            <p:blipFill>
              <a:blip r:embed="rId24"/>
              <a:stretch>
                <a:fillRect/>
              </a:stretch>
            </p:blipFill>
            <p:spPr>
              <a:xfrm>
                <a:off x="4365373" y="2123573"/>
                <a:ext cx="148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4" name="Entrada de lápiz 63">
                <a:extLst>
                  <a:ext uri="{FF2B5EF4-FFF2-40B4-BE49-F238E27FC236}">
                    <a16:creationId xmlns:a16="http://schemas.microsoft.com/office/drawing/2014/main" id="{98F823FE-E06A-F0FF-EABA-E7328CA65887}"/>
                  </a:ext>
                </a:extLst>
              </p14:cNvPr>
              <p14:cNvContentPartPr/>
              <p14:nvPr/>
            </p14:nvContentPartPr>
            <p14:xfrm>
              <a:off x="4571653" y="1970573"/>
              <a:ext cx="355320" cy="476280"/>
            </p14:xfrm>
          </p:contentPart>
        </mc:Choice>
        <mc:Fallback xmlns="">
          <p:pic>
            <p:nvPicPr>
              <p:cNvPr id="64" name="Entrada de lápiz 63">
                <a:extLst>
                  <a:ext uri="{FF2B5EF4-FFF2-40B4-BE49-F238E27FC236}">
                    <a16:creationId xmlns:a16="http://schemas.microsoft.com/office/drawing/2014/main" id="{98F823FE-E06A-F0FF-EABA-E7328CA65887}"/>
                  </a:ext>
                </a:extLst>
              </p:cNvPr>
              <p:cNvPicPr/>
              <p:nvPr/>
            </p:nvPicPr>
            <p:blipFill>
              <a:blip r:embed="rId26"/>
              <a:stretch>
                <a:fillRect/>
              </a:stretch>
            </p:blipFill>
            <p:spPr>
              <a:xfrm>
                <a:off x="4561202" y="1959781"/>
                <a:ext cx="376582" cy="497504"/>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4" name="Entrada de lápiz 73">
                <a:extLst>
                  <a:ext uri="{FF2B5EF4-FFF2-40B4-BE49-F238E27FC236}">
                    <a16:creationId xmlns:a16="http://schemas.microsoft.com/office/drawing/2014/main" id="{5A59FB76-FBCC-28C3-0AA9-B628E248731B}"/>
                  </a:ext>
                </a:extLst>
              </p14:cNvPr>
              <p14:cNvContentPartPr/>
              <p14:nvPr/>
            </p14:nvContentPartPr>
            <p14:xfrm>
              <a:off x="5016253" y="2008013"/>
              <a:ext cx="778320" cy="349200"/>
            </p14:xfrm>
          </p:contentPart>
        </mc:Choice>
        <mc:Fallback xmlns="">
          <p:pic>
            <p:nvPicPr>
              <p:cNvPr id="74" name="Entrada de lápiz 73">
                <a:extLst>
                  <a:ext uri="{FF2B5EF4-FFF2-40B4-BE49-F238E27FC236}">
                    <a16:creationId xmlns:a16="http://schemas.microsoft.com/office/drawing/2014/main" id="{5A59FB76-FBCC-28C3-0AA9-B628E248731B}"/>
                  </a:ext>
                </a:extLst>
              </p:cNvPr>
              <p:cNvPicPr/>
              <p:nvPr/>
            </p:nvPicPr>
            <p:blipFill>
              <a:blip r:embed="rId28"/>
              <a:stretch>
                <a:fillRect/>
              </a:stretch>
            </p:blipFill>
            <p:spPr>
              <a:xfrm>
                <a:off x="5005813" y="1997573"/>
                <a:ext cx="79956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5" name="Entrada de lápiz 74">
                <a:extLst>
                  <a:ext uri="{FF2B5EF4-FFF2-40B4-BE49-F238E27FC236}">
                    <a16:creationId xmlns:a16="http://schemas.microsoft.com/office/drawing/2014/main" id="{F8F774DD-04DE-6347-FC59-0E147A670FEF}"/>
                  </a:ext>
                </a:extLst>
              </p14:cNvPr>
              <p14:cNvContentPartPr/>
              <p14:nvPr/>
            </p14:nvContentPartPr>
            <p14:xfrm>
              <a:off x="5893573" y="1949333"/>
              <a:ext cx="70200" cy="365400"/>
            </p14:xfrm>
          </p:contentPart>
        </mc:Choice>
        <mc:Fallback xmlns="">
          <p:pic>
            <p:nvPicPr>
              <p:cNvPr id="75" name="Entrada de lápiz 74">
                <a:extLst>
                  <a:ext uri="{FF2B5EF4-FFF2-40B4-BE49-F238E27FC236}">
                    <a16:creationId xmlns:a16="http://schemas.microsoft.com/office/drawing/2014/main" id="{F8F774DD-04DE-6347-FC59-0E147A670FEF}"/>
                  </a:ext>
                </a:extLst>
              </p:cNvPr>
              <p:cNvPicPr/>
              <p:nvPr/>
            </p:nvPicPr>
            <p:blipFill>
              <a:blip r:embed="rId30"/>
              <a:stretch>
                <a:fillRect/>
              </a:stretch>
            </p:blipFill>
            <p:spPr>
              <a:xfrm>
                <a:off x="5882773" y="1938533"/>
                <a:ext cx="9144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5" name="Entrada de lápiz 84">
                <a:extLst>
                  <a:ext uri="{FF2B5EF4-FFF2-40B4-BE49-F238E27FC236}">
                    <a16:creationId xmlns:a16="http://schemas.microsoft.com/office/drawing/2014/main" id="{9027F341-1D38-1136-48DF-F4F8E8377502}"/>
                  </a:ext>
                </a:extLst>
              </p14:cNvPr>
              <p14:cNvContentPartPr/>
              <p14:nvPr/>
            </p14:nvContentPartPr>
            <p14:xfrm>
              <a:off x="772573" y="2653133"/>
              <a:ext cx="434160" cy="338400"/>
            </p14:xfrm>
          </p:contentPart>
        </mc:Choice>
        <mc:Fallback xmlns="">
          <p:pic>
            <p:nvPicPr>
              <p:cNvPr id="85" name="Entrada de lápiz 84">
                <a:extLst>
                  <a:ext uri="{FF2B5EF4-FFF2-40B4-BE49-F238E27FC236}">
                    <a16:creationId xmlns:a16="http://schemas.microsoft.com/office/drawing/2014/main" id="{9027F341-1D38-1136-48DF-F4F8E8377502}"/>
                  </a:ext>
                </a:extLst>
              </p:cNvPr>
              <p:cNvPicPr/>
              <p:nvPr/>
            </p:nvPicPr>
            <p:blipFill>
              <a:blip r:embed="rId32"/>
              <a:stretch>
                <a:fillRect/>
              </a:stretch>
            </p:blipFill>
            <p:spPr>
              <a:xfrm>
                <a:off x="761773" y="2642333"/>
                <a:ext cx="45540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9" name="Entrada de lápiz 88">
                <a:extLst>
                  <a:ext uri="{FF2B5EF4-FFF2-40B4-BE49-F238E27FC236}">
                    <a16:creationId xmlns:a16="http://schemas.microsoft.com/office/drawing/2014/main" id="{BF153DE8-CDA2-A523-BB80-485A0D6BC4BF}"/>
                  </a:ext>
                </a:extLst>
              </p14:cNvPr>
              <p14:cNvContentPartPr/>
              <p14:nvPr/>
            </p14:nvContentPartPr>
            <p14:xfrm>
              <a:off x="1280533" y="2653133"/>
              <a:ext cx="312480" cy="285840"/>
            </p14:xfrm>
          </p:contentPart>
        </mc:Choice>
        <mc:Fallback xmlns="">
          <p:pic>
            <p:nvPicPr>
              <p:cNvPr id="89" name="Entrada de lápiz 88">
                <a:extLst>
                  <a:ext uri="{FF2B5EF4-FFF2-40B4-BE49-F238E27FC236}">
                    <a16:creationId xmlns:a16="http://schemas.microsoft.com/office/drawing/2014/main" id="{BF153DE8-CDA2-A523-BB80-485A0D6BC4BF}"/>
                  </a:ext>
                </a:extLst>
              </p:cNvPr>
              <p:cNvPicPr/>
              <p:nvPr/>
            </p:nvPicPr>
            <p:blipFill>
              <a:blip r:embed="rId34"/>
              <a:stretch>
                <a:fillRect/>
              </a:stretch>
            </p:blipFill>
            <p:spPr>
              <a:xfrm>
                <a:off x="1269733" y="2642347"/>
                <a:ext cx="333720" cy="307053"/>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90" name="Entrada de lápiz 89">
                <a:extLst>
                  <a:ext uri="{FF2B5EF4-FFF2-40B4-BE49-F238E27FC236}">
                    <a16:creationId xmlns:a16="http://schemas.microsoft.com/office/drawing/2014/main" id="{FB7B930F-AD9A-508A-C291-75D1D4A7205D}"/>
                  </a:ext>
                </a:extLst>
              </p14:cNvPr>
              <p14:cNvContentPartPr/>
              <p14:nvPr/>
            </p14:nvContentPartPr>
            <p14:xfrm>
              <a:off x="1904773" y="2579693"/>
              <a:ext cx="116640" cy="338400"/>
            </p14:xfrm>
          </p:contentPart>
        </mc:Choice>
        <mc:Fallback xmlns="">
          <p:pic>
            <p:nvPicPr>
              <p:cNvPr id="90" name="Entrada de lápiz 89">
                <a:extLst>
                  <a:ext uri="{FF2B5EF4-FFF2-40B4-BE49-F238E27FC236}">
                    <a16:creationId xmlns:a16="http://schemas.microsoft.com/office/drawing/2014/main" id="{FB7B930F-AD9A-508A-C291-75D1D4A7205D}"/>
                  </a:ext>
                </a:extLst>
              </p:cNvPr>
              <p:cNvPicPr/>
              <p:nvPr/>
            </p:nvPicPr>
            <p:blipFill>
              <a:blip r:embed="rId36"/>
              <a:stretch>
                <a:fillRect/>
              </a:stretch>
            </p:blipFill>
            <p:spPr>
              <a:xfrm>
                <a:off x="1894333" y="2568893"/>
                <a:ext cx="13788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4" name="Entrada de lápiz 93">
                <a:extLst>
                  <a:ext uri="{FF2B5EF4-FFF2-40B4-BE49-F238E27FC236}">
                    <a16:creationId xmlns:a16="http://schemas.microsoft.com/office/drawing/2014/main" id="{0A29B5A0-DDC7-F2AA-3DA1-4A677D9D348B}"/>
                  </a:ext>
                </a:extLst>
              </p14:cNvPr>
              <p14:cNvContentPartPr/>
              <p14:nvPr/>
            </p14:nvContentPartPr>
            <p14:xfrm>
              <a:off x="2211853" y="2563133"/>
              <a:ext cx="354960" cy="349560"/>
            </p14:xfrm>
          </p:contentPart>
        </mc:Choice>
        <mc:Fallback xmlns="">
          <p:pic>
            <p:nvPicPr>
              <p:cNvPr id="94" name="Entrada de lápiz 93">
                <a:extLst>
                  <a:ext uri="{FF2B5EF4-FFF2-40B4-BE49-F238E27FC236}">
                    <a16:creationId xmlns:a16="http://schemas.microsoft.com/office/drawing/2014/main" id="{0A29B5A0-DDC7-F2AA-3DA1-4A677D9D348B}"/>
                  </a:ext>
                </a:extLst>
              </p:cNvPr>
              <p:cNvPicPr/>
              <p:nvPr/>
            </p:nvPicPr>
            <p:blipFill>
              <a:blip r:embed="rId38"/>
              <a:stretch>
                <a:fillRect/>
              </a:stretch>
            </p:blipFill>
            <p:spPr>
              <a:xfrm>
                <a:off x="2201053" y="2552333"/>
                <a:ext cx="37620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97" name="Entrada de lápiz 96">
                <a:extLst>
                  <a:ext uri="{FF2B5EF4-FFF2-40B4-BE49-F238E27FC236}">
                    <a16:creationId xmlns:a16="http://schemas.microsoft.com/office/drawing/2014/main" id="{BB400D3B-EC03-D9C3-B9AB-5ADFF0405A70}"/>
                  </a:ext>
                </a:extLst>
              </p14:cNvPr>
              <p14:cNvContentPartPr/>
              <p14:nvPr/>
            </p14:nvContentPartPr>
            <p14:xfrm>
              <a:off x="2582293" y="2764013"/>
              <a:ext cx="159120" cy="196200"/>
            </p14:xfrm>
          </p:contentPart>
        </mc:Choice>
        <mc:Fallback xmlns="">
          <p:pic>
            <p:nvPicPr>
              <p:cNvPr id="97" name="Entrada de lápiz 96">
                <a:extLst>
                  <a:ext uri="{FF2B5EF4-FFF2-40B4-BE49-F238E27FC236}">
                    <a16:creationId xmlns:a16="http://schemas.microsoft.com/office/drawing/2014/main" id="{BB400D3B-EC03-D9C3-B9AB-5ADFF0405A70}"/>
                  </a:ext>
                </a:extLst>
              </p:cNvPr>
              <p:cNvPicPr/>
              <p:nvPr/>
            </p:nvPicPr>
            <p:blipFill>
              <a:blip r:embed="rId40"/>
              <a:stretch>
                <a:fillRect/>
              </a:stretch>
            </p:blipFill>
            <p:spPr>
              <a:xfrm>
                <a:off x="2571493" y="2753573"/>
                <a:ext cx="1803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6" name="Entrada de lápiz 105">
                <a:extLst>
                  <a:ext uri="{FF2B5EF4-FFF2-40B4-BE49-F238E27FC236}">
                    <a16:creationId xmlns:a16="http://schemas.microsoft.com/office/drawing/2014/main" id="{A61B9CC7-1D02-0E09-5980-02BD74E157FC}"/>
                  </a:ext>
                </a:extLst>
              </p14:cNvPr>
              <p14:cNvContentPartPr/>
              <p14:nvPr/>
            </p14:nvContentPartPr>
            <p14:xfrm>
              <a:off x="3513613" y="2589413"/>
              <a:ext cx="95760" cy="439560"/>
            </p14:xfrm>
          </p:contentPart>
        </mc:Choice>
        <mc:Fallback xmlns="">
          <p:pic>
            <p:nvPicPr>
              <p:cNvPr id="106" name="Entrada de lápiz 105">
                <a:extLst>
                  <a:ext uri="{FF2B5EF4-FFF2-40B4-BE49-F238E27FC236}">
                    <a16:creationId xmlns:a16="http://schemas.microsoft.com/office/drawing/2014/main" id="{A61B9CC7-1D02-0E09-5980-02BD74E157FC}"/>
                  </a:ext>
                </a:extLst>
              </p:cNvPr>
              <p:cNvPicPr/>
              <p:nvPr/>
            </p:nvPicPr>
            <p:blipFill>
              <a:blip r:embed="rId42"/>
              <a:stretch>
                <a:fillRect/>
              </a:stretch>
            </p:blipFill>
            <p:spPr>
              <a:xfrm>
                <a:off x="3502813" y="2578973"/>
                <a:ext cx="11700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7" name="Entrada de lápiz 106">
                <a:extLst>
                  <a:ext uri="{FF2B5EF4-FFF2-40B4-BE49-F238E27FC236}">
                    <a16:creationId xmlns:a16="http://schemas.microsoft.com/office/drawing/2014/main" id="{8B0319F8-CFAA-3A14-BD3E-2B45D38D6AEF}"/>
                  </a:ext>
                </a:extLst>
              </p14:cNvPr>
              <p14:cNvContentPartPr/>
              <p14:nvPr/>
            </p14:nvContentPartPr>
            <p14:xfrm>
              <a:off x="2772733" y="2732333"/>
              <a:ext cx="608760" cy="307080"/>
            </p14:xfrm>
          </p:contentPart>
        </mc:Choice>
        <mc:Fallback xmlns="">
          <p:pic>
            <p:nvPicPr>
              <p:cNvPr id="107" name="Entrada de lápiz 106">
                <a:extLst>
                  <a:ext uri="{FF2B5EF4-FFF2-40B4-BE49-F238E27FC236}">
                    <a16:creationId xmlns:a16="http://schemas.microsoft.com/office/drawing/2014/main" id="{8B0319F8-CFAA-3A14-BD3E-2B45D38D6AEF}"/>
                  </a:ext>
                </a:extLst>
              </p:cNvPr>
              <p:cNvPicPr/>
              <p:nvPr/>
            </p:nvPicPr>
            <p:blipFill>
              <a:blip r:embed="rId44"/>
              <a:stretch>
                <a:fillRect/>
              </a:stretch>
            </p:blipFill>
            <p:spPr>
              <a:xfrm>
                <a:off x="2761933" y="2721881"/>
                <a:ext cx="630000" cy="328345"/>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16" name="Entrada de lápiz 115">
                <a:extLst>
                  <a:ext uri="{FF2B5EF4-FFF2-40B4-BE49-F238E27FC236}">
                    <a16:creationId xmlns:a16="http://schemas.microsoft.com/office/drawing/2014/main" id="{4D9B79E8-6CAA-F6E7-8E72-BD6A146C6734}"/>
                  </a:ext>
                </a:extLst>
              </p14:cNvPr>
              <p14:cNvContentPartPr/>
              <p14:nvPr/>
            </p14:nvContentPartPr>
            <p14:xfrm>
              <a:off x="4011493" y="2695973"/>
              <a:ext cx="666720" cy="407520"/>
            </p14:xfrm>
          </p:contentPart>
        </mc:Choice>
        <mc:Fallback xmlns="">
          <p:pic>
            <p:nvPicPr>
              <p:cNvPr id="116" name="Entrada de lápiz 115">
                <a:extLst>
                  <a:ext uri="{FF2B5EF4-FFF2-40B4-BE49-F238E27FC236}">
                    <a16:creationId xmlns:a16="http://schemas.microsoft.com/office/drawing/2014/main" id="{4D9B79E8-6CAA-F6E7-8E72-BD6A146C6734}"/>
                  </a:ext>
                </a:extLst>
              </p:cNvPr>
              <p:cNvPicPr/>
              <p:nvPr/>
            </p:nvPicPr>
            <p:blipFill>
              <a:blip r:embed="rId46"/>
              <a:stretch>
                <a:fillRect/>
              </a:stretch>
            </p:blipFill>
            <p:spPr>
              <a:xfrm>
                <a:off x="4000687" y="2685524"/>
                <a:ext cx="687971" cy="428779"/>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18" name="Entrada de lápiz 117">
                <a:extLst>
                  <a:ext uri="{FF2B5EF4-FFF2-40B4-BE49-F238E27FC236}">
                    <a16:creationId xmlns:a16="http://schemas.microsoft.com/office/drawing/2014/main" id="{F4EE79CD-6B10-0003-46AA-936F78F6279F}"/>
                  </a:ext>
                </a:extLst>
              </p14:cNvPr>
              <p14:cNvContentPartPr/>
              <p14:nvPr/>
            </p14:nvContentPartPr>
            <p14:xfrm>
              <a:off x="3693253" y="2790653"/>
              <a:ext cx="148680" cy="106200"/>
            </p14:xfrm>
          </p:contentPart>
        </mc:Choice>
        <mc:Fallback xmlns="">
          <p:pic>
            <p:nvPicPr>
              <p:cNvPr id="118" name="Entrada de lápiz 117">
                <a:extLst>
                  <a:ext uri="{FF2B5EF4-FFF2-40B4-BE49-F238E27FC236}">
                    <a16:creationId xmlns:a16="http://schemas.microsoft.com/office/drawing/2014/main" id="{F4EE79CD-6B10-0003-46AA-936F78F6279F}"/>
                  </a:ext>
                </a:extLst>
              </p:cNvPr>
              <p:cNvPicPr/>
              <p:nvPr/>
            </p:nvPicPr>
            <p:blipFill>
              <a:blip r:embed="rId48"/>
              <a:stretch>
                <a:fillRect/>
              </a:stretch>
            </p:blipFill>
            <p:spPr>
              <a:xfrm>
                <a:off x="3682813" y="2779853"/>
                <a:ext cx="1699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32" name="Entrada de lápiz 131">
                <a:extLst>
                  <a:ext uri="{FF2B5EF4-FFF2-40B4-BE49-F238E27FC236}">
                    <a16:creationId xmlns:a16="http://schemas.microsoft.com/office/drawing/2014/main" id="{84CD4CE9-FC85-9A02-006C-70D61A8380FC}"/>
                  </a:ext>
                </a:extLst>
              </p14:cNvPr>
              <p14:cNvContentPartPr/>
              <p14:nvPr/>
            </p14:nvContentPartPr>
            <p14:xfrm>
              <a:off x="4820413" y="2700653"/>
              <a:ext cx="1407960" cy="370800"/>
            </p14:xfrm>
          </p:contentPart>
        </mc:Choice>
        <mc:Fallback xmlns="">
          <p:pic>
            <p:nvPicPr>
              <p:cNvPr id="132" name="Entrada de lápiz 131">
                <a:extLst>
                  <a:ext uri="{FF2B5EF4-FFF2-40B4-BE49-F238E27FC236}">
                    <a16:creationId xmlns:a16="http://schemas.microsoft.com/office/drawing/2014/main" id="{84CD4CE9-FC85-9A02-006C-70D61A8380FC}"/>
                  </a:ext>
                </a:extLst>
              </p:cNvPr>
              <p:cNvPicPr/>
              <p:nvPr/>
            </p:nvPicPr>
            <p:blipFill>
              <a:blip r:embed="rId50"/>
              <a:stretch>
                <a:fillRect/>
              </a:stretch>
            </p:blipFill>
            <p:spPr>
              <a:xfrm>
                <a:off x="4809973" y="2690213"/>
                <a:ext cx="142920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33" name="Entrada de lápiz 132">
                <a:extLst>
                  <a:ext uri="{FF2B5EF4-FFF2-40B4-BE49-F238E27FC236}">
                    <a16:creationId xmlns:a16="http://schemas.microsoft.com/office/drawing/2014/main" id="{79589A1E-CB4E-E0CF-0F4E-CBFD646188F2}"/>
                  </a:ext>
                </a:extLst>
              </p14:cNvPr>
              <p14:cNvContentPartPr/>
              <p14:nvPr/>
            </p14:nvContentPartPr>
            <p14:xfrm>
              <a:off x="6296773" y="2595533"/>
              <a:ext cx="122040" cy="517680"/>
            </p14:xfrm>
          </p:contentPart>
        </mc:Choice>
        <mc:Fallback xmlns="">
          <p:pic>
            <p:nvPicPr>
              <p:cNvPr id="133" name="Entrada de lápiz 132">
                <a:extLst>
                  <a:ext uri="{FF2B5EF4-FFF2-40B4-BE49-F238E27FC236}">
                    <a16:creationId xmlns:a16="http://schemas.microsoft.com/office/drawing/2014/main" id="{79589A1E-CB4E-E0CF-0F4E-CBFD646188F2}"/>
                  </a:ext>
                </a:extLst>
              </p:cNvPr>
              <p:cNvPicPr/>
              <p:nvPr/>
            </p:nvPicPr>
            <p:blipFill>
              <a:blip r:embed="rId52"/>
              <a:stretch>
                <a:fillRect/>
              </a:stretch>
            </p:blipFill>
            <p:spPr>
              <a:xfrm>
                <a:off x="6286333" y="2584733"/>
                <a:ext cx="143280" cy="538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37" name="Entrada de lápiz 136">
                <a:extLst>
                  <a:ext uri="{FF2B5EF4-FFF2-40B4-BE49-F238E27FC236}">
                    <a16:creationId xmlns:a16="http://schemas.microsoft.com/office/drawing/2014/main" id="{AEA710AA-FEF9-FEF6-6CE4-ACE6882D1DA2}"/>
                  </a:ext>
                </a:extLst>
              </p14:cNvPr>
              <p14:cNvContentPartPr/>
              <p14:nvPr/>
            </p14:nvContentPartPr>
            <p14:xfrm>
              <a:off x="682573" y="3166493"/>
              <a:ext cx="344160" cy="444600"/>
            </p14:xfrm>
          </p:contentPart>
        </mc:Choice>
        <mc:Fallback xmlns="">
          <p:pic>
            <p:nvPicPr>
              <p:cNvPr id="137" name="Entrada de lápiz 136">
                <a:extLst>
                  <a:ext uri="{FF2B5EF4-FFF2-40B4-BE49-F238E27FC236}">
                    <a16:creationId xmlns:a16="http://schemas.microsoft.com/office/drawing/2014/main" id="{AEA710AA-FEF9-FEF6-6CE4-ACE6882D1DA2}"/>
                  </a:ext>
                </a:extLst>
              </p:cNvPr>
              <p:cNvPicPr/>
              <p:nvPr/>
            </p:nvPicPr>
            <p:blipFill>
              <a:blip r:embed="rId54"/>
              <a:stretch>
                <a:fillRect/>
              </a:stretch>
            </p:blipFill>
            <p:spPr>
              <a:xfrm>
                <a:off x="671773" y="3155702"/>
                <a:ext cx="365400" cy="46582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41" name="Entrada de lápiz 140">
                <a:extLst>
                  <a:ext uri="{FF2B5EF4-FFF2-40B4-BE49-F238E27FC236}">
                    <a16:creationId xmlns:a16="http://schemas.microsoft.com/office/drawing/2014/main" id="{D3B8F6C9-30EF-8DEA-CE69-D4EB4517CFED}"/>
                  </a:ext>
                </a:extLst>
              </p14:cNvPr>
              <p14:cNvContentPartPr/>
              <p14:nvPr/>
            </p14:nvContentPartPr>
            <p14:xfrm>
              <a:off x="1047613" y="3203933"/>
              <a:ext cx="365400" cy="338400"/>
            </p14:xfrm>
          </p:contentPart>
        </mc:Choice>
        <mc:Fallback xmlns="">
          <p:pic>
            <p:nvPicPr>
              <p:cNvPr id="141" name="Entrada de lápiz 140">
                <a:extLst>
                  <a:ext uri="{FF2B5EF4-FFF2-40B4-BE49-F238E27FC236}">
                    <a16:creationId xmlns:a16="http://schemas.microsoft.com/office/drawing/2014/main" id="{D3B8F6C9-30EF-8DEA-CE69-D4EB4517CFED}"/>
                  </a:ext>
                </a:extLst>
              </p:cNvPr>
              <p:cNvPicPr/>
              <p:nvPr/>
            </p:nvPicPr>
            <p:blipFill>
              <a:blip r:embed="rId56"/>
              <a:stretch>
                <a:fillRect/>
              </a:stretch>
            </p:blipFill>
            <p:spPr>
              <a:xfrm>
                <a:off x="1036813" y="3193493"/>
                <a:ext cx="38664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48" name="Entrada de lápiz 147">
                <a:extLst>
                  <a:ext uri="{FF2B5EF4-FFF2-40B4-BE49-F238E27FC236}">
                    <a16:creationId xmlns:a16="http://schemas.microsoft.com/office/drawing/2014/main" id="{9EACD5CC-C700-30A2-5992-00CDCD10AF30}"/>
                  </a:ext>
                </a:extLst>
              </p14:cNvPr>
              <p14:cNvContentPartPr/>
              <p14:nvPr/>
            </p14:nvContentPartPr>
            <p14:xfrm>
              <a:off x="1486813" y="3288173"/>
              <a:ext cx="397440" cy="301680"/>
            </p14:xfrm>
          </p:contentPart>
        </mc:Choice>
        <mc:Fallback xmlns="">
          <p:pic>
            <p:nvPicPr>
              <p:cNvPr id="148" name="Entrada de lápiz 147">
                <a:extLst>
                  <a:ext uri="{FF2B5EF4-FFF2-40B4-BE49-F238E27FC236}">
                    <a16:creationId xmlns:a16="http://schemas.microsoft.com/office/drawing/2014/main" id="{9EACD5CC-C700-30A2-5992-00CDCD10AF30}"/>
                  </a:ext>
                </a:extLst>
              </p:cNvPr>
              <p:cNvPicPr/>
              <p:nvPr/>
            </p:nvPicPr>
            <p:blipFill>
              <a:blip r:embed="rId58"/>
              <a:stretch>
                <a:fillRect/>
              </a:stretch>
            </p:blipFill>
            <p:spPr>
              <a:xfrm>
                <a:off x="1476003" y="3277386"/>
                <a:ext cx="418699" cy="322895"/>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53" name="Entrada de lápiz 152">
                <a:extLst>
                  <a:ext uri="{FF2B5EF4-FFF2-40B4-BE49-F238E27FC236}">
                    <a16:creationId xmlns:a16="http://schemas.microsoft.com/office/drawing/2014/main" id="{8A40BE6B-4495-42AE-6086-B064D7740411}"/>
                  </a:ext>
                </a:extLst>
              </p14:cNvPr>
              <p14:cNvContentPartPr/>
              <p14:nvPr/>
            </p14:nvContentPartPr>
            <p14:xfrm>
              <a:off x="1994773" y="3134453"/>
              <a:ext cx="270360" cy="482040"/>
            </p14:xfrm>
          </p:contentPart>
        </mc:Choice>
        <mc:Fallback xmlns="">
          <p:pic>
            <p:nvPicPr>
              <p:cNvPr id="153" name="Entrada de lápiz 152">
                <a:extLst>
                  <a:ext uri="{FF2B5EF4-FFF2-40B4-BE49-F238E27FC236}">
                    <a16:creationId xmlns:a16="http://schemas.microsoft.com/office/drawing/2014/main" id="{8A40BE6B-4495-42AE-6086-B064D7740411}"/>
                  </a:ext>
                </a:extLst>
              </p:cNvPr>
              <p:cNvPicPr/>
              <p:nvPr/>
            </p:nvPicPr>
            <p:blipFill>
              <a:blip r:embed="rId60"/>
              <a:stretch>
                <a:fillRect/>
              </a:stretch>
            </p:blipFill>
            <p:spPr>
              <a:xfrm>
                <a:off x="1984333" y="3124013"/>
                <a:ext cx="291600" cy="503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62" name="Entrada de lápiz 161">
                <a:extLst>
                  <a:ext uri="{FF2B5EF4-FFF2-40B4-BE49-F238E27FC236}">
                    <a16:creationId xmlns:a16="http://schemas.microsoft.com/office/drawing/2014/main" id="{C036111B-E23F-6878-EAFB-0D70912B9EAD}"/>
                  </a:ext>
                </a:extLst>
              </p14:cNvPr>
              <p14:cNvContentPartPr/>
              <p14:nvPr/>
            </p14:nvContentPartPr>
            <p14:xfrm>
              <a:off x="2338573" y="3293213"/>
              <a:ext cx="709560" cy="370800"/>
            </p14:xfrm>
          </p:contentPart>
        </mc:Choice>
        <mc:Fallback xmlns="">
          <p:pic>
            <p:nvPicPr>
              <p:cNvPr id="162" name="Entrada de lápiz 161">
                <a:extLst>
                  <a:ext uri="{FF2B5EF4-FFF2-40B4-BE49-F238E27FC236}">
                    <a16:creationId xmlns:a16="http://schemas.microsoft.com/office/drawing/2014/main" id="{C036111B-E23F-6878-EAFB-0D70912B9EAD}"/>
                  </a:ext>
                </a:extLst>
              </p:cNvPr>
              <p:cNvPicPr/>
              <p:nvPr/>
            </p:nvPicPr>
            <p:blipFill>
              <a:blip r:embed="rId62"/>
              <a:stretch>
                <a:fillRect/>
              </a:stretch>
            </p:blipFill>
            <p:spPr>
              <a:xfrm>
                <a:off x="2328133" y="3282773"/>
                <a:ext cx="73080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67" name="Entrada de lápiz 166">
                <a:extLst>
                  <a:ext uri="{FF2B5EF4-FFF2-40B4-BE49-F238E27FC236}">
                    <a16:creationId xmlns:a16="http://schemas.microsoft.com/office/drawing/2014/main" id="{999D3C5C-91B1-730D-CF97-89F64A396B08}"/>
                  </a:ext>
                </a:extLst>
              </p14:cNvPr>
              <p14:cNvContentPartPr/>
              <p14:nvPr/>
            </p14:nvContentPartPr>
            <p14:xfrm>
              <a:off x="3164413" y="3198173"/>
              <a:ext cx="402480" cy="439560"/>
            </p14:xfrm>
          </p:contentPart>
        </mc:Choice>
        <mc:Fallback xmlns="">
          <p:pic>
            <p:nvPicPr>
              <p:cNvPr id="167" name="Entrada de lápiz 166">
                <a:extLst>
                  <a:ext uri="{FF2B5EF4-FFF2-40B4-BE49-F238E27FC236}">
                    <a16:creationId xmlns:a16="http://schemas.microsoft.com/office/drawing/2014/main" id="{999D3C5C-91B1-730D-CF97-89F64A396B08}"/>
                  </a:ext>
                </a:extLst>
              </p:cNvPr>
              <p:cNvPicPr/>
              <p:nvPr/>
            </p:nvPicPr>
            <p:blipFill>
              <a:blip r:embed="rId64"/>
              <a:stretch>
                <a:fillRect/>
              </a:stretch>
            </p:blipFill>
            <p:spPr>
              <a:xfrm>
                <a:off x="3153613" y="3187373"/>
                <a:ext cx="423720" cy="460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72" name="Entrada de lápiz 171">
                <a:extLst>
                  <a:ext uri="{FF2B5EF4-FFF2-40B4-BE49-F238E27FC236}">
                    <a16:creationId xmlns:a16="http://schemas.microsoft.com/office/drawing/2014/main" id="{8C9C198A-0FA0-0D64-5A03-E4C95DE6CB6D}"/>
                  </a:ext>
                </a:extLst>
              </p14:cNvPr>
              <p14:cNvContentPartPr/>
              <p14:nvPr/>
            </p14:nvContentPartPr>
            <p14:xfrm>
              <a:off x="3656533" y="3172253"/>
              <a:ext cx="317520" cy="354240"/>
            </p14:xfrm>
          </p:contentPart>
        </mc:Choice>
        <mc:Fallback xmlns="">
          <p:pic>
            <p:nvPicPr>
              <p:cNvPr id="172" name="Entrada de lápiz 171">
                <a:extLst>
                  <a:ext uri="{FF2B5EF4-FFF2-40B4-BE49-F238E27FC236}">
                    <a16:creationId xmlns:a16="http://schemas.microsoft.com/office/drawing/2014/main" id="{8C9C198A-0FA0-0D64-5A03-E4C95DE6CB6D}"/>
                  </a:ext>
                </a:extLst>
              </p:cNvPr>
              <p:cNvPicPr/>
              <p:nvPr/>
            </p:nvPicPr>
            <p:blipFill>
              <a:blip r:embed="rId66"/>
              <a:stretch>
                <a:fillRect/>
              </a:stretch>
            </p:blipFill>
            <p:spPr>
              <a:xfrm>
                <a:off x="3645745" y="3161453"/>
                <a:ext cx="338736"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75" name="Entrada de lápiz 174">
                <a:extLst>
                  <a:ext uri="{FF2B5EF4-FFF2-40B4-BE49-F238E27FC236}">
                    <a16:creationId xmlns:a16="http://schemas.microsoft.com/office/drawing/2014/main" id="{B4FD5496-AFD6-977D-179B-E1FAA2E3EE4F}"/>
                  </a:ext>
                </a:extLst>
              </p14:cNvPr>
              <p14:cNvContentPartPr/>
              <p14:nvPr/>
            </p14:nvContentPartPr>
            <p14:xfrm>
              <a:off x="3968653" y="3330293"/>
              <a:ext cx="180000" cy="196200"/>
            </p14:xfrm>
          </p:contentPart>
        </mc:Choice>
        <mc:Fallback xmlns="">
          <p:pic>
            <p:nvPicPr>
              <p:cNvPr id="175" name="Entrada de lápiz 174">
                <a:extLst>
                  <a:ext uri="{FF2B5EF4-FFF2-40B4-BE49-F238E27FC236}">
                    <a16:creationId xmlns:a16="http://schemas.microsoft.com/office/drawing/2014/main" id="{B4FD5496-AFD6-977D-179B-E1FAA2E3EE4F}"/>
                  </a:ext>
                </a:extLst>
              </p:cNvPr>
              <p:cNvPicPr/>
              <p:nvPr/>
            </p:nvPicPr>
            <p:blipFill>
              <a:blip r:embed="rId68"/>
              <a:stretch>
                <a:fillRect/>
              </a:stretch>
            </p:blipFill>
            <p:spPr>
              <a:xfrm>
                <a:off x="3957875" y="3319853"/>
                <a:ext cx="201198"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83" name="Entrada de lápiz 182">
                <a:extLst>
                  <a:ext uri="{FF2B5EF4-FFF2-40B4-BE49-F238E27FC236}">
                    <a16:creationId xmlns:a16="http://schemas.microsoft.com/office/drawing/2014/main" id="{ECF5BE1D-F2DD-096B-5BDE-7CFFF23C0D6C}"/>
                  </a:ext>
                </a:extLst>
              </p14:cNvPr>
              <p14:cNvContentPartPr/>
              <p14:nvPr/>
            </p14:nvContentPartPr>
            <p14:xfrm>
              <a:off x="4206613" y="3155693"/>
              <a:ext cx="508680" cy="458280"/>
            </p14:xfrm>
          </p:contentPart>
        </mc:Choice>
        <mc:Fallback xmlns="">
          <p:pic>
            <p:nvPicPr>
              <p:cNvPr id="183" name="Entrada de lápiz 182">
                <a:extLst>
                  <a:ext uri="{FF2B5EF4-FFF2-40B4-BE49-F238E27FC236}">
                    <a16:creationId xmlns:a16="http://schemas.microsoft.com/office/drawing/2014/main" id="{ECF5BE1D-F2DD-096B-5BDE-7CFFF23C0D6C}"/>
                  </a:ext>
                </a:extLst>
              </p:cNvPr>
              <p:cNvPicPr/>
              <p:nvPr/>
            </p:nvPicPr>
            <p:blipFill>
              <a:blip r:embed="rId70"/>
              <a:stretch>
                <a:fillRect/>
              </a:stretch>
            </p:blipFill>
            <p:spPr>
              <a:xfrm>
                <a:off x="4196166" y="3145253"/>
                <a:ext cx="529935" cy="4795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 name="Entrada de lápiz 2">
                <a:extLst>
                  <a:ext uri="{FF2B5EF4-FFF2-40B4-BE49-F238E27FC236}">
                    <a16:creationId xmlns:a16="http://schemas.microsoft.com/office/drawing/2014/main" id="{19A0B782-9261-3E50-EAE1-4F3E8964AA0B}"/>
                  </a:ext>
                </a:extLst>
              </p14:cNvPr>
              <p14:cNvContentPartPr/>
              <p14:nvPr/>
            </p14:nvContentPartPr>
            <p14:xfrm>
              <a:off x="4847413" y="3420293"/>
              <a:ext cx="158400" cy="16200"/>
            </p14:xfrm>
          </p:contentPart>
        </mc:Choice>
        <mc:Fallback>
          <p:pic>
            <p:nvPicPr>
              <p:cNvPr id="3" name="Entrada de lápiz 2">
                <a:extLst>
                  <a:ext uri="{FF2B5EF4-FFF2-40B4-BE49-F238E27FC236}">
                    <a16:creationId xmlns:a16="http://schemas.microsoft.com/office/drawing/2014/main" id="{19A0B782-9261-3E50-EAE1-4F3E8964AA0B}"/>
                  </a:ext>
                </a:extLst>
              </p:cNvPr>
              <p:cNvPicPr/>
              <p:nvPr/>
            </p:nvPicPr>
            <p:blipFill>
              <a:blip r:embed="rId72"/>
              <a:stretch>
                <a:fillRect/>
              </a:stretch>
            </p:blipFill>
            <p:spPr>
              <a:xfrm>
                <a:off x="4836973" y="3409853"/>
                <a:ext cx="17964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 name="Entrada de lápiz 3">
                <a:extLst>
                  <a:ext uri="{FF2B5EF4-FFF2-40B4-BE49-F238E27FC236}">
                    <a16:creationId xmlns:a16="http://schemas.microsoft.com/office/drawing/2014/main" id="{38FCA88F-DCE6-7B83-6536-404045AF4321}"/>
                  </a:ext>
                </a:extLst>
              </p14:cNvPr>
              <p14:cNvContentPartPr/>
              <p14:nvPr/>
            </p14:nvContentPartPr>
            <p14:xfrm>
              <a:off x="5164573" y="3219413"/>
              <a:ext cx="69120" cy="376200"/>
            </p14:xfrm>
          </p:contentPart>
        </mc:Choice>
        <mc:Fallback>
          <p:pic>
            <p:nvPicPr>
              <p:cNvPr id="4" name="Entrada de lápiz 3">
                <a:extLst>
                  <a:ext uri="{FF2B5EF4-FFF2-40B4-BE49-F238E27FC236}">
                    <a16:creationId xmlns:a16="http://schemas.microsoft.com/office/drawing/2014/main" id="{38FCA88F-DCE6-7B83-6536-404045AF4321}"/>
                  </a:ext>
                </a:extLst>
              </p:cNvPr>
              <p:cNvPicPr/>
              <p:nvPr/>
            </p:nvPicPr>
            <p:blipFill>
              <a:blip r:embed="rId74"/>
              <a:stretch>
                <a:fillRect/>
              </a:stretch>
            </p:blipFill>
            <p:spPr>
              <a:xfrm>
                <a:off x="5153773" y="3208613"/>
                <a:ext cx="90360" cy="3974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13" name="Entrada de lápiz 12">
                <a:extLst>
                  <a:ext uri="{FF2B5EF4-FFF2-40B4-BE49-F238E27FC236}">
                    <a16:creationId xmlns:a16="http://schemas.microsoft.com/office/drawing/2014/main" id="{B5A6AD97-7378-6B1C-2580-A37B26F33915}"/>
                  </a:ext>
                </a:extLst>
              </p14:cNvPr>
              <p14:cNvContentPartPr/>
              <p14:nvPr/>
            </p14:nvContentPartPr>
            <p14:xfrm>
              <a:off x="6127573" y="3283493"/>
              <a:ext cx="392040" cy="412560"/>
            </p14:xfrm>
          </p:contentPart>
        </mc:Choice>
        <mc:Fallback>
          <p:pic>
            <p:nvPicPr>
              <p:cNvPr id="13" name="Entrada de lápiz 12">
                <a:extLst>
                  <a:ext uri="{FF2B5EF4-FFF2-40B4-BE49-F238E27FC236}">
                    <a16:creationId xmlns:a16="http://schemas.microsoft.com/office/drawing/2014/main" id="{B5A6AD97-7378-6B1C-2580-A37B26F33915}"/>
                  </a:ext>
                </a:extLst>
              </p:cNvPr>
              <p:cNvPicPr/>
              <p:nvPr/>
            </p:nvPicPr>
            <p:blipFill>
              <a:blip r:embed="rId76"/>
              <a:stretch>
                <a:fillRect/>
              </a:stretch>
            </p:blipFill>
            <p:spPr>
              <a:xfrm>
                <a:off x="6116773" y="3272693"/>
                <a:ext cx="413280" cy="4338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4" name="Entrada de lápiz 13">
                <a:extLst>
                  <a:ext uri="{FF2B5EF4-FFF2-40B4-BE49-F238E27FC236}">
                    <a16:creationId xmlns:a16="http://schemas.microsoft.com/office/drawing/2014/main" id="{1D29F4C9-AFB3-5BB6-747D-16CE3BB8F917}"/>
                  </a:ext>
                </a:extLst>
              </p14:cNvPr>
              <p14:cNvContentPartPr/>
              <p14:nvPr/>
            </p14:nvContentPartPr>
            <p14:xfrm>
              <a:off x="5312533" y="3203573"/>
              <a:ext cx="630360" cy="455400"/>
            </p14:xfrm>
          </p:contentPart>
        </mc:Choice>
        <mc:Fallback>
          <p:pic>
            <p:nvPicPr>
              <p:cNvPr id="14" name="Entrada de lápiz 13">
                <a:extLst>
                  <a:ext uri="{FF2B5EF4-FFF2-40B4-BE49-F238E27FC236}">
                    <a16:creationId xmlns:a16="http://schemas.microsoft.com/office/drawing/2014/main" id="{1D29F4C9-AFB3-5BB6-747D-16CE3BB8F917}"/>
                  </a:ext>
                </a:extLst>
              </p:cNvPr>
              <p:cNvPicPr/>
              <p:nvPr/>
            </p:nvPicPr>
            <p:blipFill>
              <a:blip r:embed="rId78"/>
              <a:stretch>
                <a:fillRect/>
              </a:stretch>
            </p:blipFill>
            <p:spPr>
              <a:xfrm>
                <a:off x="5302087" y="3192773"/>
                <a:ext cx="651612" cy="476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5" name="Entrada de lápiz 14">
                <a:extLst>
                  <a:ext uri="{FF2B5EF4-FFF2-40B4-BE49-F238E27FC236}">
                    <a16:creationId xmlns:a16="http://schemas.microsoft.com/office/drawing/2014/main" id="{E413D0AE-1106-046E-2A75-4C53A845C83F}"/>
                  </a:ext>
                </a:extLst>
              </p14:cNvPr>
              <p14:cNvContentPartPr/>
              <p14:nvPr/>
            </p14:nvContentPartPr>
            <p14:xfrm>
              <a:off x="6625093" y="3240293"/>
              <a:ext cx="100800" cy="365400"/>
            </p14:xfrm>
          </p:contentPart>
        </mc:Choice>
        <mc:Fallback>
          <p:pic>
            <p:nvPicPr>
              <p:cNvPr id="15" name="Entrada de lápiz 14">
                <a:extLst>
                  <a:ext uri="{FF2B5EF4-FFF2-40B4-BE49-F238E27FC236}">
                    <a16:creationId xmlns:a16="http://schemas.microsoft.com/office/drawing/2014/main" id="{E413D0AE-1106-046E-2A75-4C53A845C83F}"/>
                  </a:ext>
                </a:extLst>
              </p:cNvPr>
              <p:cNvPicPr/>
              <p:nvPr/>
            </p:nvPicPr>
            <p:blipFill>
              <a:blip r:embed="rId80"/>
              <a:stretch>
                <a:fillRect/>
              </a:stretch>
            </p:blipFill>
            <p:spPr>
              <a:xfrm>
                <a:off x="6614293" y="3229853"/>
                <a:ext cx="12204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29" name="Entrada de lápiz 28">
                <a:extLst>
                  <a:ext uri="{FF2B5EF4-FFF2-40B4-BE49-F238E27FC236}">
                    <a16:creationId xmlns:a16="http://schemas.microsoft.com/office/drawing/2014/main" id="{E1113385-3E1C-F3EC-9B91-1428C0E0561D}"/>
                  </a:ext>
                </a:extLst>
              </p14:cNvPr>
              <p14:cNvContentPartPr/>
              <p14:nvPr/>
            </p14:nvContentPartPr>
            <p14:xfrm>
              <a:off x="6820933" y="3182333"/>
              <a:ext cx="1164240" cy="439560"/>
            </p14:xfrm>
          </p:contentPart>
        </mc:Choice>
        <mc:Fallback>
          <p:pic>
            <p:nvPicPr>
              <p:cNvPr id="29" name="Entrada de lápiz 28">
                <a:extLst>
                  <a:ext uri="{FF2B5EF4-FFF2-40B4-BE49-F238E27FC236}">
                    <a16:creationId xmlns:a16="http://schemas.microsoft.com/office/drawing/2014/main" id="{E1113385-3E1C-F3EC-9B91-1428C0E0561D}"/>
                  </a:ext>
                </a:extLst>
              </p:cNvPr>
              <p:cNvPicPr/>
              <p:nvPr/>
            </p:nvPicPr>
            <p:blipFill>
              <a:blip r:embed="rId82"/>
              <a:stretch>
                <a:fillRect/>
              </a:stretch>
            </p:blipFill>
            <p:spPr>
              <a:xfrm>
                <a:off x="6810136" y="3171533"/>
                <a:ext cx="1185473" cy="4608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30" name="Entrada de lápiz 29">
                <a:extLst>
                  <a:ext uri="{FF2B5EF4-FFF2-40B4-BE49-F238E27FC236}">
                    <a16:creationId xmlns:a16="http://schemas.microsoft.com/office/drawing/2014/main" id="{E088A329-3621-26E8-9910-0477E889DF52}"/>
                  </a:ext>
                </a:extLst>
              </p14:cNvPr>
              <p14:cNvContentPartPr/>
              <p14:nvPr/>
            </p14:nvContentPartPr>
            <p14:xfrm>
              <a:off x="7979773" y="3187373"/>
              <a:ext cx="132480" cy="471240"/>
            </p14:xfrm>
          </p:contentPart>
        </mc:Choice>
        <mc:Fallback>
          <p:pic>
            <p:nvPicPr>
              <p:cNvPr id="30" name="Entrada de lápiz 29">
                <a:extLst>
                  <a:ext uri="{FF2B5EF4-FFF2-40B4-BE49-F238E27FC236}">
                    <a16:creationId xmlns:a16="http://schemas.microsoft.com/office/drawing/2014/main" id="{E088A329-3621-26E8-9910-0477E889DF52}"/>
                  </a:ext>
                </a:extLst>
              </p:cNvPr>
              <p:cNvPicPr/>
              <p:nvPr/>
            </p:nvPicPr>
            <p:blipFill>
              <a:blip r:embed="rId84"/>
              <a:stretch>
                <a:fillRect/>
              </a:stretch>
            </p:blipFill>
            <p:spPr>
              <a:xfrm>
                <a:off x="7968973" y="3176933"/>
                <a:ext cx="153720" cy="492480"/>
              </a:xfrm>
              <a:prstGeom prst="rect">
                <a:avLst/>
              </a:prstGeom>
            </p:spPr>
          </p:pic>
        </mc:Fallback>
      </mc:AlternateContent>
    </p:spTree>
    <p:extLst>
      <p:ext uri="{BB962C8B-B14F-4D97-AF65-F5344CB8AC3E}">
        <p14:creationId xmlns:p14="http://schemas.microsoft.com/office/powerpoint/2010/main" val="3060555176"/>
      </p:ext>
    </p:extLst>
  </p:cSld>
  <p:clrMapOvr>
    <a:masterClrMapping/>
  </p:clrMapOvr>
</p:sld>
</file>

<file path=ppt/theme/theme1.xml><?xml version="1.0" encoding="utf-8"?>
<a:theme xmlns:a="http://schemas.openxmlformats.org/drawingml/2006/main" name="AccentBoxVTI">
  <a:themeElements>
    <a:clrScheme name="AnalogousFromRegularSeedLeftStep">
      <a:dk1>
        <a:srgbClr val="000000"/>
      </a:dk1>
      <a:lt1>
        <a:srgbClr val="FFFFFF"/>
      </a:lt1>
      <a:dk2>
        <a:srgbClr val="203835"/>
      </a:dk2>
      <a:lt2>
        <a:srgbClr val="E8E4E2"/>
      </a:lt2>
      <a:accent1>
        <a:srgbClr val="49A3C7"/>
      </a:accent1>
      <a:accent2>
        <a:srgbClr val="36B1A1"/>
      </a:accent2>
      <a:accent3>
        <a:srgbClr val="43B577"/>
      </a:accent3>
      <a:accent4>
        <a:srgbClr val="37B53C"/>
      </a:accent4>
      <a:accent5>
        <a:srgbClr val="6CB241"/>
      </a:accent5>
      <a:accent6>
        <a:srgbClr val="93AB34"/>
      </a:accent6>
      <a:hlink>
        <a:srgbClr val="BF643F"/>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C759A26DDD95F42AD7B6E096F232C9E" ma:contentTypeVersion="10" ma:contentTypeDescription="Crear nuevo documento." ma:contentTypeScope="" ma:versionID="7a9c97f319bfb09e09903bbfd18e5f56">
  <xsd:schema xmlns:xsd="http://www.w3.org/2001/XMLSchema" xmlns:xs="http://www.w3.org/2001/XMLSchema" xmlns:p="http://schemas.microsoft.com/office/2006/metadata/properties" xmlns:ns2="8b7dc593-f8dc-4a12-bdf3-9aa634159da0" targetNamespace="http://schemas.microsoft.com/office/2006/metadata/properties" ma:root="true" ma:fieldsID="6c9a2b6e2e65448b0d87fc0fd6d1e73f" ns2:_="">
    <xsd:import namespace="8b7dc593-f8dc-4a12-bdf3-9aa634159da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dc593-f8dc-4a12-bdf3-9aa634159d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b653b1c0-f410-437d-8ee7-1cf68b209f5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7dc593-f8dc-4a12-bdf3-9aa634159da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E5BFA23-6E5F-408F-9D70-AA4F0B361865}"/>
</file>

<file path=customXml/itemProps2.xml><?xml version="1.0" encoding="utf-8"?>
<ds:datastoreItem xmlns:ds="http://schemas.openxmlformats.org/officeDocument/2006/customXml" ds:itemID="{BB53179B-5D92-4A2C-ADD4-D5807D9725E8}"/>
</file>

<file path=customXml/itemProps3.xml><?xml version="1.0" encoding="utf-8"?>
<ds:datastoreItem xmlns:ds="http://schemas.openxmlformats.org/officeDocument/2006/customXml" ds:itemID="{AB9C9364-2900-48AF-BFBD-35A5DEA80AF6}"/>
</file>

<file path=docProps/app.xml><?xml version="1.0" encoding="utf-8"?>
<Properties xmlns="http://schemas.openxmlformats.org/officeDocument/2006/extended-properties" xmlns:vt="http://schemas.openxmlformats.org/officeDocument/2006/docPropsVTypes">
  <TotalTime>6767</TotalTime>
  <Words>5211</Words>
  <Application>Microsoft Office PowerPoint</Application>
  <PresentationFormat>Panorámica</PresentationFormat>
  <Paragraphs>648</Paragraphs>
  <Slides>48</Slides>
  <Notes>26</Notes>
  <HiddenSlides>0</HiddenSlides>
  <MMClips>0</MMClips>
  <ScaleCrop>false</ScaleCrop>
  <HeadingPairs>
    <vt:vector size="4" baseType="variant">
      <vt:variant>
        <vt:lpstr>Tema</vt:lpstr>
      </vt:variant>
      <vt:variant>
        <vt:i4>1</vt:i4>
      </vt:variant>
      <vt:variant>
        <vt:lpstr>Títulos de diapositiva</vt:lpstr>
      </vt:variant>
      <vt:variant>
        <vt:i4>48</vt:i4>
      </vt:variant>
    </vt:vector>
  </HeadingPairs>
  <TitlesOfParts>
    <vt:vector size="49" baseType="lpstr">
      <vt:lpstr>AccentBoxVTI</vt:lpstr>
      <vt:lpstr>Machine Learning</vt:lpstr>
      <vt:lpstr>¿Qué es el Machine Learning?</vt:lpstr>
      <vt:lpstr>Definición</vt:lpstr>
      <vt:lpstr>Conceptos clave</vt:lpstr>
      <vt:lpstr>Ejemplo de aplicación</vt:lpstr>
      <vt:lpstr>Ejemplo de aplicación</vt:lpstr>
      <vt:lpstr>¿Cuándo utilizar Machine Learning?</vt:lpstr>
      <vt:lpstr>Clasificación de Machine Learning En función de la manera como se entrenan</vt:lpstr>
      <vt:lpstr>Clasificación de Machine Learning En función de la manera como aprenden en el tiempo</vt:lpstr>
      <vt:lpstr>Clasificación de Machine Learning En función de la forma en la que realizan las predicciones</vt:lpstr>
      <vt:lpstr>Aprendizaje supervisado</vt:lpstr>
      <vt:lpstr>Aprendizaje supervisado</vt:lpstr>
      <vt:lpstr>Aprendizaje supervisado</vt:lpstr>
      <vt:lpstr>Aprendizaje supervisado Regresión</vt:lpstr>
      <vt:lpstr>Aprendizaje supervisado Clasificación</vt:lpstr>
      <vt:lpstr>Aprendizaje No Supervisado</vt:lpstr>
      <vt:lpstr>Aprendizaje No Supervisado</vt:lpstr>
      <vt:lpstr>Aprendizaje No Supervisado</vt:lpstr>
      <vt:lpstr>Actividad</vt:lpstr>
      <vt:lpstr>Conclusión</vt:lpstr>
      <vt:lpstr>Regresión lineal</vt:lpstr>
      <vt:lpstr>Conceptos clave</vt:lpstr>
      <vt:lpstr>Modelo de regresión lineal simple</vt:lpstr>
      <vt:lpstr>Modelo de regresión lineal simple | Función hipótesis</vt:lpstr>
      <vt:lpstr>Modelo de regresión lineal múltiple | Función hipótesis</vt:lpstr>
      <vt:lpstr>Modelo de regresión lineal | Construcción del modelo</vt:lpstr>
      <vt:lpstr>Presentación de PowerPoint</vt:lpstr>
      <vt:lpstr>Modelo de regresión lineal | Función de coste</vt:lpstr>
      <vt:lpstr>Modelo de regresión lineal | Función de optimización</vt:lpstr>
      <vt:lpstr>Modelo de regresión lineal | Función de optimización</vt:lpstr>
      <vt:lpstr>Modelo de regresión lineal | Función de optimización</vt:lpstr>
      <vt:lpstr>Modelo de regresión lineal | Función de optimización</vt:lpstr>
      <vt:lpstr>Modelo de regresión lineal | Función de optimización</vt:lpstr>
      <vt:lpstr>Pasos para realizar una regresión lineal</vt:lpstr>
      <vt:lpstr>Ventajas y Limitaciones</vt:lpstr>
      <vt:lpstr>Regresión Logística (clasificación)</vt:lpstr>
      <vt:lpstr>         Regresión Logística Características</vt:lpstr>
      <vt:lpstr>         Regresión Logística Ejemplo: Clasificación de correos electrónicos.</vt:lpstr>
      <vt:lpstr>         Regresión Logística Ejemplo: Clasificación de correos electrónicos.</vt:lpstr>
      <vt:lpstr>         Regresión Logística Ejemplo: Clasificación de correos electrónicos.</vt:lpstr>
      <vt:lpstr>         Regresión Logística Ejemplo: Clasificación de correos electrónicos.</vt:lpstr>
      <vt:lpstr>         Regresión Logística Interpretación de la función hipótesis.</vt:lpstr>
      <vt:lpstr>         Regresión Logística Interpretación del resultado de la función hipótesis.</vt:lpstr>
      <vt:lpstr>         Regresión Logística Interpretación del resultado de la función hipótesis.</vt:lpstr>
      <vt:lpstr>Actividad</vt:lpstr>
      <vt:lpstr>         Regresión Logística Función de error</vt:lpstr>
      <vt:lpstr>         Regresión Logística Función de error</vt:lpstr>
      <vt:lpstr>         Regresión Logística Función de error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Cuauhtemoc Hidalgo Cortes</dc:creator>
  <cp:lastModifiedBy>Cuauhtemoc Hidalgo Cortes</cp:lastModifiedBy>
  <cp:revision>49</cp:revision>
  <dcterms:created xsi:type="dcterms:W3CDTF">2024-09-18T04:04:47Z</dcterms:created>
  <dcterms:modified xsi:type="dcterms:W3CDTF">2025-10-30T02:51:05Z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0x010100AC759A26DDD95F42AD7B6E096F232C9E</vt:lpwstr>
  </property>
</Properties>
</file>